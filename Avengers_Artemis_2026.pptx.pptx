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006FB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50" b="1" i="0">
                <a:solidFill>
                  <a:srgbClr val="006FB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32143"/>
            <a:ext cx="18288000" cy="755015"/>
          </a:xfrm>
          <a:custGeom>
            <a:avLst/>
            <a:gdLst/>
            <a:ahLst/>
            <a:cxnLst/>
            <a:rect l="l" t="t" r="r" b="b"/>
            <a:pathLst>
              <a:path w="18288000" h="755015">
                <a:moveTo>
                  <a:pt x="18287570" y="754856"/>
                </a:moveTo>
                <a:lnTo>
                  <a:pt x="0" y="754856"/>
                </a:lnTo>
                <a:lnTo>
                  <a:pt x="0" y="0"/>
                </a:lnTo>
                <a:lnTo>
                  <a:pt x="18287570" y="0"/>
                </a:lnTo>
                <a:lnTo>
                  <a:pt x="18287570" y="754856"/>
                </a:lnTo>
                <a:close/>
              </a:path>
            </a:pathLst>
          </a:custGeom>
          <a:solidFill>
            <a:srgbClr val="006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07950" y="315912"/>
            <a:ext cx="1044765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452" y="2056048"/>
            <a:ext cx="9870440" cy="5152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006FB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081152" y="9657779"/>
            <a:ext cx="343634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jp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7.png"/><Relationship Id="rId7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0.png"/><Relationship Id="rId4" Type="http://schemas.openxmlformats.org/officeDocument/2006/relationships/image" Target="../media/image2.png"/><Relationship Id="rId5" Type="http://schemas.openxmlformats.org/officeDocument/2006/relationships/image" Target="../media/image31.png"/><Relationship Id="rId6" Type="http://schemas.openxmlformats.org/officeDocument/2006/relationships/image" Target="../media/image7.png"/><Relationship Id="rId7" Type="http://schemas.openxmlformats.org/officeDocument/2006/relationships/image" Target="../media/image3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32.png"/><Relationship Id="rId8" Type="http://schemas.openxmlformats.org/officeDocument/2006/relationships/image" Target="../media/image4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openweathermap.org/api" TargetMode="External"/><Relationship Id="rId6" Type="http://schemas.openxmlformats.org/officeDocument/2006/relationships/hyperlink" Target="https://mausam.imd.gov.in/" TargetMode="External"/><Relationship Id="rId7" Type="http://schemas.openxmlformats.org/officeDocument/2006/relationships/hyperlink" Target="https://www.ncei.noaa.gov/" TargetMode="External"/><Relationship Id="rId8" Type="http://schemas.openxmlformats.org/officeDocument/2006/relationships/hyperlink" Target="https://aqicn.org/data-platform/register/" TargetMode="External"/><Relationship Id="rId9" Type="http://schemas.openxmlformats.org/officeDocument/2006/relationships/hyperlink" Target="https://www.who.int/news-room/fact-sheets/detail/climate-change-and-health" TargetMode="External"/><Relationship Id="rId10" Type="http://schemas.openxmlformats.org/officeDocument/2006/relationships/hyperlink" Target="https://www.cdc.gov/climateandhealth/effects/heat-related-illnesses.htm" TargetMode="External"/><Relationship Id="rId11" Type="http://schemas.openxmlformats.org/officeDocument/2006/relationships/hyperlink" Target="https://archive.ics.uci.edu/" TargetMode="External"/><Relationship Id="rId12" Type="http://schemas.openxmlformats.org/officeDocument/2006/relationships/hyperlink" Target="http://www.kaggle.com/" TargetMode="External"/><Relationship Id="rId13" Type="http://schemas.openxmlformats.org/officeDocument/2006/relationships/hyperlink" Target="https://xgboost.readthedocs.io/en/release_3.2.0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485218" y="1277283"/>
            <a:ext cx="6953250" cy="7734300"/>
          </a:xfrm>
          <a:custGeom>
            <a:avLst/>
            <a:gdLst/>
            <a:ahLst/>
            <a:cxnLst/>
            <a:rect l="l" t="t" r="r" b="b"/>
            <a:pathLst>
              <a:path w="6953250" h="7734300">
                <a:moveTo>
                  <a:pt x="5273432" y="7734299"/>
                </a:moveTo>
                <a:lnTo>
                  <a:pt x="2798804" y="7734299"/>
                </a:lnTo>
                <a:lnTo>
                  <a:pt x="2755486" y="7731510"/>
                </a:lnTo>
                <a:lnTo>
                  <a:pt x="2713181" y="7723274"/>
                </a:lnTo>
                <a:lnTo>
                  <a:pt x="2672110" y="7709783"/>
                </a:lnTo>
                <a:lnTo>
                  <a:pt x="2632490" y="7691230"/>
                </a:lnTo>
                <a:lnTo>
                  <a:pt x="2594538" y="7667807"/>
                </a:lnTo>
                <a:lnTo>
                  <a:pt x="2558471" y="7639707"/>
                </a:lnTo>
                <a:lnTo>
                  <a:pt x="2524505" y="7607124"/>
                </a:lnTo>
                <a:lnTo>
                  <a:pt x="2492855" y="7570250"/>
                </a:lnTo>
                <a:lnTo>
                  <a:pt x="2463739" y="7529278"/>
                </a:lnTo>
                <a:lnTo>
                  <a:pt x="2437372" y="7484400"/>
                </a:lnTo>
                <a:lnTo>
                  <a:pt x="2413970" y="7435810"/>
                </a:lnTo>
                <a:lnTo>
                  <a:pt x="1179322" y="4586121"/>
                </a:lnTo>
                <a:lnTo>
                  <a:pt x="1160955" y="4540722"/>
                </a:lnTo>
                <a:lnTo>
                  <a:pt x="1145927" y="4493597"/>
                </a:lnTo>
                <a:lnTo>
                  <a:pt x="1134239" y="4445090"/>
                </a:lnTo>
                <a:lnTo>
                  <a:pt x="1125891" y="4395549"/>
                </a:lnTo>
                <a:lnTo>
                  <a:pt x="1120882" y="4345318"/>
                </a:lnTo>
                <a:lnTo>
                  <a:pt x="1119212" y="4294743"/>
                </a:lnTo>
                <a:lnTo>
                  <a:pt x="1120882" y="4244170"/>
                </a:lnTo>
                <a:lnTo>
                  <a:pt x="1125891" y="4193945"/>
                </a:lnTo>
                <a:lnTo>
                  <a:pt x="1134239" y="4144414"/>
                </a:lnTo>
                <a:lnTo>
                  <a:pt x="1145927" y="4095921"/>
                </a:lnTo>
                <a:lnTo>
                  <a:pt x="1160955" y="4048813"/>
                </a:lnTo>
                <a:lnTo>
                  <a:pt x="1179322" y="4003436"/>
                </a:lnTo>
                <a:lnTo>
                  <a:pt x="1676379" y="2856167"/>
                </a:lnTo>
                <a:lnTo>
                  <a:pt x="1675047" y="2855405"/>
                </a:lnTo>
                <a:lnTo>
                  <a:pt x="1636865" y="2815963"/>
                </a:lnTo>
                <a:lnTo>
                  <a:pt x="1606894" y="2763658"/>
                </a:lnTo>
                <a:lnTo>
                  <a:pt x="1088420" y="1566943"/>
                </a:lnTo>
                <a:lnTo>
                  <a:pt x="1072246" y="1520004"/>
                </a:lnTo>
                <a:lnTo>
                  <a:pt x="1064159" y="1470047"/>
                </a:lnTo>
                <a:lnTo>
                  <a:pt x="1064159" y="1419084"/>
                </a:lnTo>
                <a:lnTo>
                  <a:pt x="1072246" y="1369127"/>
                </a:lnTo>
                <a:lnTo>
                  <a:pt x="1088420" y="1322188"/>
                </a:lnTo>
                <a:lnTo>
                  <a:pt x="1606946" y="125378"/>
                </a:lnTo>
                <a:lnTo>
                  <a:pt x="1630265" y="82571"/>
                </a:lnTo>
                <a:lnTo>
                  <a:pt x="1659083" y="47722"/>
                </a:lnTo>
                <a:lnTo>
                  <a:pt x="1692396" y="21776"/>
                </a:lnTo>
                <a:lnTo>
                  <a:pt x="1729255" y="5586"/>
                </a:lnTo>
                <a:lnTo>
                  <a:pt x="1768709" y="0"/>
                </a:lnTo>
                <a:lnTo>
                  <a:pt x="2807942" y="0"/>
                </a:lnTo>
                <a:lnTo>
                  <a:pt x="2855889" y="8671"/>
                </a:lnTo>
                <a:lnTo>
                  <a:pt x="2900248" y="33571"/>
                </a:lnTo>
                <a:lnTo>
                  <a:pt x="2938289" y="73030"/>
                </a:lnTo>
                <a:lnTo>
                  <a:pt x="2967282" y="125378"/>
                </a:lnTo>
                <a:lnTo>
                  <a:pt x="2984068" y="163963"/>
                </a:lnTo>
                <a:lnTo>
                  <a:pt x="1827534" y="163963"/>
                </a:lnTo>
                <a:lnTo>
                  <a:pt x="1784162" y="171647"/>
                </a:lnTo>
                <a:lnTo>
                  <a:pt x="1744699" y="193712"/>
                </a:lnTo>
                <a:lnTo>
                  <a:pt x="1710839" y="228674"/>
                </a:lnTo>
                <a:lnTo>
                  <a:pt x="1684280" y="275050"/>
                </a:lnTo>
                <a:lnTo>
                  <a:pt x="1224630" y="1336003"/>
                </a:lnTo>
                <a:lnTo>
                  <a:pt x="1210284" y="1377606"/>
                </a:lnTo>
                <a:lnTo>
                  <a:pt x="1203111" y="1421885"/>
                </a:lnTo>
                <a:lnTo>
                  <a:pt x="1203111" y="1467055"/>
                </a:lnTo>
                <a:lnTo>
                  <a:pt x="1210284" y="1511334"/>
                </a:lnTo>
                <a:lnTo>
                  <a:pt x="1224597" y="1552842"/>
                </a:lnTo>
                <a:lnTo>
                  <a:pt x="1684280" y="2613890"/>
                </a:lnTo>
                <a:lnTo>
                  <a:pt x="1710860" y="2660287"/>
                </a:lnTo>
                <a:lnTo>
                  <a:pt x="1744723" y="2695252"/>
                </a:lnTo>
                <a:lnTo>
                  <a:pt x="1751671" y="2699159"/>
                </a:lnTo>
                <a:lnTo>
                  <a:pt x="1686279" y="2850070"/>
                </a:lnTo>
                <a:lnTo>
                  <a:pt x="1727116" y="2870032"/>
                </a:lnTo>
                <a:lnTo>
                  <a:pt x="6401873" y="2874936"/>
                </a:lnTo>
                <a:lnTo>
                  <a:pt x="6892915" y="4003436"/>
                </a:lnTo>
                <a:lnTo>
                  <a:pt x="6911273" y="4048813"/>
                </a:lnTo>
                <a:lnTo>
                  <a:pt x="6926296" y="4095921"/>
                </a:lnTo>
                <a:lnTo>
                  <a:pt x="6937984" y="4144414"/>
                </a:lnTo>
                <a:lnTo>
                  <a:pt x="6946335" y="4193945"/>
                </a:lnTo>
                <a:lnTo>
                  <a:pt x="6951347" y="4244170"/>
                </a:lnTo>
                <a:lnTo>
                  <a:pt x="6953022" y="4294743"/>
                </a:lnTo>
                <a:lnTo>
                  <a:pt x="6951357" y="4345318"/>
                </a:lnTo>
                <a:lnTo>
                  <a:pt x="6946352" y="4395549"/>
                </a:lnTo>
                <a:lnTo>
                  <a:pt x="6938006" y="4445090"/>
                </a:lnTo>
                <a:lnTo>
                  <a:pt x="6926318" y="4493597"/>
                </a:lnTo>
                <a:lnTo>
                  <a:pt x="6911288" y="4540722"/>
                </a:lnTo>
                <a:lnTo>
                  <a:pt x="6892915" y="4586121"/>
                </a:lnTo>
                <a:lnTo>
                  <a:pt x="5652935" y="7435810"/>
                </a:lnTo>
                <a:lnTo>
                  <a:pt x="5630728" y="7484400"/>
                </a:lnTo>
                <a:lnTo>
                  <a:pt x="5605124" y="7529278"/>
                </a:lnTo>
                <a:lnTo>
                  <a:pt x="5576436" y="7570250"/>
                </a:lnTo>
                <a:lnTo>
                  <a:pt x="5544976" y="7607124"/>
                </a:lnTo>
                <a:lnTo>
                  <a:pt x="5511058" y="7639707"/>
                </a:lnTo>
                <a:lnTo>
                  <a:pt x="5474993" y="7667807"/>
                </a:lnTo>
                <a:lnTo>
                  <a:pt x="5437096" y="7691230"/>
                </a:lnTo>
                <a:lnTo>
                  <a:pt x="5397678" y="7709783"/>
                </a:lnTo>
                <a:lnTo>
                  <a:pt x="5357053" y="7723274"/>
                </a:lnTo>
                <a:lnTo>
                  <a:pt x="5315533" y="7731510"/>
                </a:lnTo>
                <a:lnTo>
                  <a:pt x="5273432" y="7734299"/>
                </a:lnTo>
                <a:close/>
              </a:path>
              <a:path w="6953250" h="7734300">
                <a:moveTo>
                  <a:pt x="3278062" y="839825"/>
                </a:moveTo>
                <a:lnTo>
                  <a:pt x="3135855" y="839825"/>
                </a:lnTo>
                <a:lnTo>
                  <a:pt x="2890087" y="275050"/>
                </a:lnTo>
                <a:lnTo>
                  <a:pt x="2864362" y="228674"/>
                </a:lnTo>
                <a:lnTo>
                  <a:pt x="2830632" y="193712"/>
                </a:lnTo>
                <a:lnTo>
                  <a:pt x="2791316" y="171647"/>
                </a:lnTo>
                <a:lnTo>
                  <a:pt x="2748832" y="163963"/>
                </a:lnTo>
                <a:lnTo>
                  <a:pt x="2984068" y="163963"/>
                </a:lnTo>
                <a:lnTo>
                  <a:pt x="3278062" y="839825"/>
                </a:lnTo>
                <a:close/>
              </a:path>
              <a:path w="6953250" h="7734300">
                <a:moveTo>
                  <a:pt x="2744644" y="2710972"/>
                </a:moveTo>
                <a:lnTo>
                  <a:pt x="1823345" y="2710972"/>
                </a:lnTo>
                <a:lnTo>
                  <a:pt x="1812213" y="2710477"/>
                </a:lnTo>
                <a:lnTo>
                  <a:pt x="1801250" y="2709007"/>
                </a:lnTo>
                <a:lnTo>
                  <a:pt x="1790484" y="2706591"/>
                </a:lnTo>
                <a:lnTo>
                  <a:pt x="1779941" y="2703255"/>
                </a:lnTo>
                <a:lnTo>
                  <a:pt x="1750053" y="2686678"/>
                </a:lnTo>
                <a:lnTo>
                  <a:pt x="2414256" y="1153747"/>
                </a:lnTo>
                <a:lnTo>
                  <a:pt x="2437681" y="1105136"/>
                </a:lnTo>
                <a:lnTo>
                  <a:pt x="2464070" y="1060245"/>
                </a:lnTo>
                <a:lnTo>
                  <a:pt x="2493205" y="1019266"/>
                </a:lnTo>
                <a:lnTo>
                  <a:pt x="2524870" y="982391"/>
                </a:lnTo>
                <a:lnTo>
                  <a:pt x="2558846" y="949812"/>
                </a:lnTo>
                <a:lnTo>
                  <a:pt x="2594917" y="921719"/>
                </a:lnTo>
                <a:lnTo>
                  <a:pt x="2632866" y="898304"/>
                </a:lnTo>
                <a:lnTo>
                  <a:pt x="2672475" y="879759"/>
                </a:lnTo>
                <a:lnTo>
                  <a:pt x="2713529" y="866275"/>
                </a:lnTo>
                <a:lnTo>
                  <a:pt x="2755814" y="858045"/>
                </a:lnTo>
                <a:lnTo>
                  <a:pt x="2799090" y="855259"/>
                </a:lnTo>
                <a:lnTo>
                  <a:pt x="3144422" y="855259"/>
                </a:lnTo>
                <a:lnTo>
                  <a:pt x="3347547" y="1321998"/>
                </a:lnTo>
                <a:lnTo>
                  <a:pt x="3361894" y="1363601"/>
                </a:lnTo>
                <a:lnTo>
                  <a:pt x="3369067" y="1407880"/>
                </a:lnTo>
                <a:lnTo>
                  <a:pt x="3369067" y="1453050"/>
                </a:lnTo>
                <a:lnTo>
                  <a:pt x="3361894" y="1497329"/>
                </a:lnTo>
                <a:lnTo>
                  <a:pt x="3347547" y="1538933"/>
                </a:lnTo>
                <a:lnTo>
                  <a:pt x="2885899" y="2599885"/>
                </a:lnTo>
                <a:lnTo>
                  <a:pt x="2860173" y="2646262"/>
                </a:lnTo>
                <a:lnTo>
                  <a:pt x="2826444" y="2681224"/>
                </a:lnTo>
                <a:lnTo>
                  <a:pt x="2787186" y="2703255"/>
                </a:lnTo>
                <a:lnTo>
                  <a:pt x="2744644" y="2710972"/>
                </a:lnTo>
                <a:close/>
              </a:path>
              <a:path w="6953250" h="7734300">
                <a:moveTo>
                  <a:pt x="6401873" y="2874936"/>
                </a:moveTo>
                <a:lnTo>
                  <a:pt x="2803374" y="2874936"/>
                </a:lnTo>
                <a:lnTo>
                  <a:pt x="2851320" y="2866265"/>
                </a:lnTo>
                <a:lnTo>
                  <a:pt x="2895679" y="2841364"/>
                </a:lnTo>
                <a:lnTo>
                  <a:pt x="2933721" y="2801905"/>
                </a:lnTo>
                <a:lnTo>
                  <a:pt x="2962714" y="2749558"/>
                </a:lnTo>
                <a:lnTo>
                  <a:pt x="3483472" y="1552842"/>
                </a:lnTo>
                <a:lnTo>
                  <a:pt x="3499646" y="1505904"/>
                </a:lnTo>
                <a:lnTo>
                  <a:pt x="3507733" y="1455947"/>
                </a:lnTo>
                <a:lnTo>
                  <a:pt x="3507733" y="1404984"/>
                </a:lnTo>
                <a:lnTo>
                  <a:pt x="3499646" y="1355027"/>
                </a:lnTo>
                <a:lnTo>
                  <a:pt x="3483472" y="1308088"/>
                </a:lnTo>
                <a:lnTo>
                  <a:pt x="3286439" y="855259"/>
                </a:lnTo>
                <a:lnTo>
                  <a:pt x="5273430" y="855259"/>
                </a:lnTo>
                <a:lnTo>
                  <a:pt x="5315512" y="858045"/>
                </a:lnTo>
                <a:lnTo>
                  <a:pt x="5357018" y="866275"/>
                </a:lnTo>
                <a:lnTo>
                  <a:pt x="5397637" y="879759"/>
                </a:lnTo>
                <a:lnTo>
                  <a:pt x="5437054" y="898304"/>
                </a:lnTo>
                <a:lnTo>
                  <a:pt x="5474955" y="921719"/>
                </a:lnTo>
                <a:lnTo>
                  <a:pt x="5511026" y="949812"/>
                </a:lnTo>
                <a:lnTo>
                  <a:pt x="5544952" y="982391"/>
                </a:lnTo>
                <a:lnTo>
                  <a:pt x="5576421" y="1019266"/>
                </a:lnTo>
                <a:lnTo>
                  <a:pt x="5605117" y="1060245"/>
                </a:lnTo>
                <a:lnTo>
                  <a:pt x="5630726" y="1105136"/>
                </a:lnTo>
                <a:lnTo>
                  <a:pt x="5652935" y="1153747"/>
                </a:lnTo>
                <a:lnTo>
                  <a:pt x="6401873" y="2874936"/>
                </a:lnTo>
                <a:close/>
              </a:path>
              <a:path w="6953250" h="7734300">
                <a:moveTo>
                  <a:pt x="1009892" y="6361235"/>
                </a:moveTo>
                <a:lnTo>
                  <a:pt x="408321" y="6361235"/>
                </a:lnTo>
                <a:lnTo>
                  <a:pt x="379957" y="6356201"/>
                </a:lnTo>
                <a:lnTo>
                  <a:pt x="332094" y="6318911"/>
                </a:lnTo>
                <a:lnTo>
                  <a:pt x="14634" y="5595912"/>
                </a:lnTo>
                <a:lnTo>
                  <a:pt x="0" y="5525077"/>
                </a:lnTo>
                <a:lnTo>
                  <a:pt x="3658" y="5488516"/>
                </a:lnTo>
                <a:lnTo>
                  <a:pt x="314753" y="4761518"/>
                </a:lnTo>
                <a:lnTo>
                  <a:pt x="354284" y="4708356"/>
                </a:lnTo>
                <a:lnTo>
                  <a:pt x="408321" y="4688920"/>
                </a:lnTo>
                <a:lnTo>
                  <a:pt x="1009892" y="4688920"/>
                </a:lnTo>
                <a:lnTo>
                  <a:pt x="1063326" y="4708356"/>
                </a:lnTo>
                <a:lnTo>
                  <a:pt x="1102126" y="4761518"/>
                </a:lnTo>
                <a:lnTo>
                  <a:pt x="1403578" y="5454242"/>
                </a:lnTo>
                <a:lnTo>
                  <a:pt x="1418213" y="5525077"/>
                </a:lnTo>
                <a:lnTo>
                  <a:pt x="1414554" y="5561638"/>
                </a:lnTo>
                <a:lnTo>
                  <a:pt x="1102126" y="6288637"/>
                </a:lnTo>
                <a:lnTo>
                  <a:pt x="1063326" y="6341763"/>
                </a:lnTo>
                <a:lnTo>
                  <a:pt x="1009892" y="6361235"/>
                </a:lnTo>
                <a:close/>
              </a:path>
            </a:pathLst>
          </a:custGeom>
          <a:solidFill>
            <a:srgbClr val="808080">
              <a:alpha val="14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3594585" y="21440"/>
            <a:ext cx="4467860" cy="2512060"/>
            <a:chOff x="13594585" y="21440"/>
            <a:chExt cx="4467860" cy="251206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50352" y="21440"/>
              <a:ext cx="2511647" cy="251164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94585" y="304561"/>
              <a:ext cx="1955690" cy="1668855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268252" y="2118852"/>
            <a:ext cx="13118465" cy="7126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45410">
              <a:lnSpc>
                <a:spcPct val="100000"/>
              </a:lnSpc>
              <a:spcBef>
                <a:spcPts val="100"/>
              </a:spcBef>
            </a:pPr>
            <a:r>
              <a:rPr dirty="0" u="sng" sz="47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Innovate</a:t>
            </a:r>
            <a:r>
              <a:rPr dirty="0" u="sng" sz="4700" spc="-6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47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dirty="0" u="sng" sz="4700" spc="-6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47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Healthier</a:t>
            </a:r>
            <a:r>
              <a:rPr dirty="0" u="sng" sz="4700" spc="-6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47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People</a:t>
            </a:r>
            <a:r>
              <a:rPr dirty="0" u="sng" sz="4700" spc="-6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47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4700" spc="-6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47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Planet</a:t>
            </a:r>
            <a:endParaRPr sz="4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20"/>
              </a:spcBef>
            </a:pPr>
            <a:endParaRPr sz="4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800" b="1">
                <a:latin typeface="Arial"/>
                <a:cs typeface="Arial"/>
              </a:rPr>
              <a:t>Problem</a:t>
            </a:r>
            <a:r>
              <a:rPr dirty="0" sz="3800" spc="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Statement</a:t>
            </a:r>
            <a:r>
              <a:rPr dirty="0" sz="3800" spc="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No</a:t>
            </a:r>
            <a:r>
              <a:rPr dirty="0" sz="3800" spc="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-</a:t>
            </a:r>
            <a:r>
              <a:rPr dirty="0" sz="3800" spc="5" b="1">
                <a:latin typeface="Arial"/>
                <a:cs typeface="Arial"/>
              </a:rPr>
              <a:t> </a:t>
            </a:r>
            <a:r>
              <a:rPr dirty="0" sz="3800" spc="-50" b="1">
                <a:latin typeface="Arial"/>
                <a:cs typeface="Arial"/>
              </a:rPr>
              <a:t>3</a:t>
            </a:r>
            <a:endParaRPr sz="3800">
              <a:latin typeface="Arial"/>
              <a:cs typeface="Arial"/>
            </a:endParaRPr>
          </a:p>
          <a:p>
            <a:pPr marL="12700" marR="784225">
              <a:lnSpc>
                <a:spcPct val="201100"/>
              </a:lnSpc>
            </a:pPr>
            <a:r>
              <a:rPr dirty="0" sz="3800" b="1">
                <a:latin typeface="Arial"/>
                <a:cs typeface="Arial"/>
              </a:rPr>
              <a:t>Problem</a:t>
            </a:r>
            <a:r>
              <a:rPr dirty="0" sz="3800" spc="47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Statement</a:t>
            </a:r>
            <a:r>
              <a:rPr dirty="0" sz="3800" spc="47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Title-</a:t>
            </a:r>
            <a:r>
              <a:rPr dirty="0" sz="3800" spc="47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Climate-Health</a:t>
            </a:r>
            <a:r>
              <a:rPr dirty="0" sz="3800" spc="475" b="1">
                <a:latin typeface="Arial"/>
                <a:cs typeface="Arial"/>
              </a:rPr>
              <a:t> </a:t>
            </a:r>
            <a:r>
              <a:rPr dirty="0" sz="3800" spc="-10" b="1">
                <a:latin typeface="Arial"/>
                <a:cs typeface="Arial"/>
              </a:rPr>
              <a:t>Intelligence </a:t>
            </a:r>
            <a:r>
              <a:rPr dirty="0" sz="3800" b="1">
                <a:latin typeface="Arial"/>
                <a:cs typeface="Arial"/>
              </a:rPr>
              <a:t>System</a:t>
            </a:r>
            <a:r>
              <a:rPr dirty="0" sz="3800" spc="5" b="1">
                <a:latin typeface="Arial"/>
                <a:cs typeface="Arial"/>
              </a:rPr>
              <a:t> </a:t>
            </a:r>
            <a:r>
              <a:rPr dirty="0" sz="3800" spc="-10" b="1">
                <a:latin typeface="Arial"/>
                <a:cs typeface="Arial"/>
              </a:rPr>
              <a:t>(ClimaCare)</a:t>
            </a:r>
            <a:endParaRPr sz="3800">
              <a:latin typeface="Arial"/>
              <a:cs typeface="Arial"/>
            </a:endParaRPr>
          </a:p>
          <a:p>
            <a:pPr marL="12700" marR="7721600">
              <a:lnSpc>
                <a:spcPct val="201100"/>
              </a:lnSpc>
            </a:pPr>
            <a:r>
              <a:rPr dirty="0" sz="3800" b="1">
                <a:latin typeface="Arial"/>
                <a:cs typeface="Arial"/>
              </a:rPr>
              <a:t>PS</a:t>
            </a:r>
            <a:r>
              <a:rPr dirty="0" sz="3800" spc="-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Category-</a:t>
            </a:r>
            <a:r>
              <a:rPr dirty="0" sz="3800" spc="5" b="1">
                <a:latin typeface="Arial"/>
                <a:cs typeface="Arial"/>
              </a:rPr>
              <a:t> </a:t>
            </a:r>
            <a:r>
              <a:rPr dirty="0" sz="3800" spc="-10" b="1">
                <a:latin typeface="Arial"/>
                <a:cs typeface="Arial"/>
              </a:rPr>
              <a:t>Software </a:t>
            </a:r>
            <a:r>
              <a:rPr dirty="0" sz="3800" b="1">
                <a:latin typeface="Arial"/>
                <a:cs typeface="Arial"/>
              </a:rPr>
              <a:t>Team</a:t>
            </a:r>
            <a:r>
              <a:rPr dirty="0" sz="3800" spc="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Name</a:t>
            </a:r>
            <a:r>
              <a:rPr dirty="0" sz="3800" spc="5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-</a:t>
            </a:r>
            <a:r>
              <a:rPr dirty="0" sz="3800" spc="5" b="1">
                <a:latin typeface="Arial"/>
                <a:cs typeface="Arial"/>
              </a:rPr>
              <a:t> </a:t>
            </a:r>
            <a:r>
              <a:rPr dirty="0" sz="3800" spc="-10" b="1">
                <a:latin typeface="Arial"/>
                <a:cs typeface="Arial"/>
              </a:rPr>
              <a:t>Avengers</a:t>
            </a:r>
            <a:endParaRPr sz="3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71172" y="223663"/>
            <a:ext cx="1044003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7445" algn="l"/>
                <a:tab pos="8997950" algn="l"/>
              </a:tabLst>
            </a:pPr>
            <a:r>
              <a:rPr dirty="0" sz="6000" spc="-10">
                <a:solidFill>
                  <a:srgbClr val="1F497D"/>
                </a:solidFill>
              </a:rPr>
              <a:t>ARTEMIS</a:t>
            </a:r>
            <a:r>
              <a:rPr dirty="0" sz="6000">
                <a:solidFill>
                  <a:srgbClr val="1F497D"/>
                </a:solidFill>
              </a:rPr>
              <a:t>	</a:t>
            </a:r>
            <a:r>
              <a:rPr dirty="0" sz="6000" spc="-10">
                <a:solidFill>
                  <a:srgbClr val="1F497D"/>
                </a:solidFill>
              </a:rPr>
              <a:t>HACKATHON</a:t>
            </a:r>
            <a:r>
              <a:rPr dirty="0" sz="6000">
                <a:solidFill>
                  <a:srgbClr val="1F497D"/>
                </a:solidFill>
              </a:rPr>
              <a:t>	</a:t>
            </a:r>
            <a:r>
              <a:rPr dirty="0" sz="6000" spc="-180">
                <a:solidFill>
                  <a:srgbClr val="1F497D"/>
                </a:solidFill>
              </a:rPr>
              <a:t>2026</a:t>
            </a:r>
            <a:endParaRPr sz="6000"/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2555" y="4264225"/>
            <a:ext cx="141776" cy="14177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2555" y="5428817"/>
            <a:ext cx="141776" cy="14177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2555" y="7758000"/>
            <a:ext cx="141776" cy="14177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2555" y="8922592"/>
            <a:ext cx="141776" cy="14177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8575" y="122062"/>
            <a:ext cx="1643252" cy="15434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371974" y="981075"/>
            <a:ext cx="7810500" cy="66675"/>
          </a:xfrm>
          <a:custGeom>
            <a:avLst/>
            <a:gdLst/>
            <a:ahLst/>
            <a:cxnLst/>
            <a:rect l="l" t="t" r="r" b="b"/>
            <a:pathLst>
              <a:path w="7810500" h="66675">
                <a:moveTo>
                  <a:pt x="7810350" y="66674"/>
                </a:moveTo>
                <a:lnTo>
                  <a:pt x="0" y="66674"/>
                </a:lnTo>
                <a:lnTo>
                  <a:pt x="0" y="0"/>
                </a:lnTo>
                <a:lnTo>
                  <a:pt x="7810350" y="0"/>
                </a:lnTo>
                <a:lnTo>
                  <a:pt x="7810350" y="66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59275" y="244475"/>
            <a:ext cx="783590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31565" algn="l"/>
              </a:tabLst>
            </a:pPr>
            <a:r>
              <a:rPr dirty="0" spc="-10">
                <a:latin typeface="Arial"/>
                <a:cs typeface="Arial"/>
              </a:rPr>
              <a:t>PROBLEM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10">
                <a:latin typeface="Arial"/>
                <a:cs typeface="Arial"/>
              </a:rPr>
              <a:t>STATEMENT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575" y="122062"/>
            <a:ext cx="1643252" cy="154343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8998992" y="0"/>
            <a:ext cx="8931910" cy="9258300"/>
            <a:chOff x="8998992" y="0"/>
            <a:chExt cx="8931910" cy="925830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55210" y="0"/>
              <a:ext cx="2075415" cy="193148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61044" y="132951"/>
              <a:ext cx="1795970" cy="153256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98992" y="1197805"/>
              <a:ext cx="7134224" cy="566737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9280728" y="6861214"/>
              <a:ext cx="6372225" cy="2397125"/>
            </a:xfrm>
            <a:custGeom>
              <a:avLst/>
              <a:gdLst/>
              <a:ahLst/>
              <a:cxnLst/>
              <a:rect l="l" t="t" r="r" b="b"/>
              <a:pathLst>
                <a:path w="6372225" h="2397125">
                  <a:moveTo>
                    <a:pt x="247669" y="28574"/>
                  </a:moveTo>
                  <a:lnTo>
                    <a:pt x="219094" y="28574"/>
                  </a:lnTo>
                  <a:lnTo>
                    <a:pt x="219094" y="0"/>
                  </a:lnTo>
                  <a:lnTo>
                    <a:pt x="247669" y="0"/>
                  </a:lnTo>
                  <a:lnTo>
                    <a:pt x="247669" y="28574"/>
                  </a:lnTo>
                  <a:close/>
                </a:path>
                <a:path w="6372225" h="2397125">
                  <a:moveTo>
                    <a:pt x="304819" y="28574"/>
                  </a:moveTo>
                  <a:lnTo>
                    <a:pt x="276244" y="28574"/>
                  </a:lnTo>
                  <a:lnTo>
                    <a:pt x="276244" y="0"/>
                  </a:lnTo>
                  <a:lnTo>
                    <a:pt x="304819" y="0"/>
                  </a:lnTo>
                  <a:lnTo>
                    <a:pt x="304819" y="28574"/>
                  </a:lnTo>
                  <a:close/>
                </a:path>
                <a:path w="6372225" h="2397125">
                  <a:moveTo>
                    <a:pt x="361969" y="28574"/>
                  </a:moveTo>
                  <a:lnTo>
                    <a:pt x="333394" y="28574"/>
                  </a:lnTo>
                  <a:lnTo>
                    <a:pt x="333394" y="0"/>
                  </a:lnTo>
                  <a:lnTo>
                    <a:pt x="361969" y="0"/>
                  </a:lnTo>
                  <a:lnTo>
                    <a:pt x="361969" y="28574"/>
                  </a:lnTo>
                  <a:close/>
                </a:path>
                <a:path w="6372225" h="2397125">
                  <a:moveTo>
                    <a:pt x="419119" y="28574"/>
                  </a:moveTo>
                  <a:lnTo>
                    <a:pt x="390544" y="28574"/>
                  </a:lnTo>
                  <a:lnTo>
                    <a:pt x="390544" y="0"/>
                  </a:lnTo>
                  <a:lnTo>
                    <a:pt x="419119" y="0"/>
                  </a:lnTo>
                  <a:lnTo>
                    <a:pt x="419119" y="28574"/>
                  </a:lnTo>
                  <a:close/>
                </a:path>
                <a:path w="6372225" h="2397125">
                  <a:moveTo>
                    <a:pt x="476269" y="28574"/>
                  </a:moveTo>
                  <a:lnTo>
                    <a:pt x="447694" y="28574"/>
                  </a:lnTo>
                  <a:lnTo>
                    <a:pt x="447694" y="0"/>
                  </a:lnTo>
                  <a:lnTo>
                    <a:pt x="476269" y="0"/>
                  </a:lnTo>
                  <a:lnTo>
                    <a:pt x="476269" y="28574"/>
                  </a:lnTo>
                  <a:close/>
                </a:path>
                <a:path w="6372225" h="2397125">
                  <a:moveTo>
                    <a:pt x="533419" y="28574"/>
                  </a:moveTo>
                  <a:lnTo>
                    <a:pt x="504844" y="28574"/>
                  </a:lnTo>
                  <a:lnTo>
                    <a:pt x="504844" y="0"/>
                  </a:lnTo>
                  <a:lnTo>
                    <a:pt x="533419" y="0"/>
                  </a:lnTo>
                  <a:lnTo>
                    <a:pt x="533419" y="28574"/>
                  </a:lnTo>
                  <a:close/>
                </a:path>
                <a:path w="6372225" h="2397125">
                  <a:moveTo>
                    <a:pt x="590569" y="28574"/>
                  </a:moveTo>
                  <a:lnTo>
                    <a:pt x="561994" y="28574"/>
                  </a:lnTo>
                  <a:lnTo>
                    <a:pt x="561994" y="0"/>
                  </a:lnTo>
                  <a:lnTo>
                    <a:pt x="590569" y="0"/>
                  </a:lnTo>
                  <a:lnTo>
                    <a:pt x="590569" y="28574"/>
                  </a:lnTo>
                  <a:close/>
                </a:path>
                <a:path w="6372225" h="2397125">
                  <a:moveTo>
                    <a:pt x="647719" y="28574"/>
                  </a:moveTo>
                  <a:lnTo>
                    <a:pt x="619144" y="28574"/>
                  </a:lnTo>
                  <a:lnTo>
                    <a:pt x="619144" y="0"/>
                  </a:lnTo>
                  <a:lnTo>
                    <a:pt x="647719" y="0"/>
                  </a:lnTo>
                  <a:lnTo>
                    <a:pt x="647719" y="28574"/>
                  </a:lnTo>
                  <a:close/>
                </a:path>
                <a:path w="6372225" h="2397125">
                  <a:moveTo>
                    <a:pt x="704869" y="28574"/>
                  </a:moveTo>
                  <a:lnTo>
                    <a:pt x="676294" y="28574"/>
                  </a:lnTo>
                  <a:lnTo>
                    <a:pt x="676294" y="0"/>
                  </a:lnTo>
                  <a:lnTo>
                    <a:pt x="704869" y="0"/>
                  </a:lnTo>
                  <a:lnTo>
                    <a:pt x="704869" y="28574"/>
                  </a:lnTo>
                  <a:close/>
                </a:path>
                <a:path w="6372225" h="2397125">
                  <a:moveTo>
                    <a:pt x="762019" y="28574"/>
                  </a:moveTo>
                  <a:lnTo>
                    <a:pt x="733444" y="28574"/>
                  </a:lnTo>
                  <a:lnTo>
                    <a:pt x="733444" y="0"/>
                  </a:lnTo>
                  <a:lnTo>
                    <a:pt x="762019" y="0"/>
                  </a:lnTo>
                  <a:lnTo>
                    <a:pt x="762019" y="28574"/>
                  </a:lnTo>
                  <a:close/>
                </a:path>
                <a:path w="6372225" h="2397125">
                  <a:moveTo>
                    <a:pt x="819169" y="28574"/>
                  </a:moveTo>
                  <a:lnTo>
                    <a:pt x="790594" y="28574"/>
                  </a:lnTo>
                  <a:lnTo>
                    <a:pt x="790594" y="0"/>
                  </a:lnTo>
                  <a:lnTo>
                    <a:pt x="819169" y="0"/>
                  </a:lnTo>
                  <a:lnTo>
                    <a:pt x="819169" y="28574"/>
                  </a:lnTo>
                  <a:close/>
                </a:path>
                <a:path w="6372225" h="2397125">
                  <a:moveTo>
                    <a:pt x="876319" y="28574"/>
                  </a:moveTo>
                  <a:lnTo>
                    <a:pt x="847744" y="28574"/>
                  </a:lnTo>
                  <a:lnTo>
                    <a:pt x="847744" y="0"/>
                  </a:lnTo>
                  <a:lnTo>
                    <a:pt x="876319" y="0"/>
                  </a:lnTo>
                  <a:lnTo>
                    <a:pt x="876319" y="28574"/>
                  </a:lnTo>
                  <a:close/>
                </a:path>
                <a:path w="6372225" h="2397125">
                  <a:moveTo>
                    <a:pt x="933469" y="28574"/>
                  </a:moveTo>
                  <a:lnTo>
                    <a:pt x="904894" y="28574"/>
                  </a:lnTo>
                  <a:lnTo>
                    <a:pt x="904894" y="0"/>
                  </a:lnTo>
                  <a:lnTo>
                    <a:pt x="933469" y="0"/>
                  </a:lnTo>
                  <a:lnTo>
                    <a:pt x="933469" y="28574"/>
                  </a:lnTo>
                  <a:close/>
                </a:path>
                <a:path w="6372225" h="2397125">
                  <a:moveTo>
                    <a:pt x="990619" y="28574"/>
                  </a:moveTo>
                  <a:lnTo>
                    <a:pt x="962044" y="28574"/>
                  </a:lnTo>
                  <a:lnTo>
                    <a:pt x="962044" y="0"/>
                  </a:lnTo>
                  <a:lnTo>
                    <a:pt x="990619" y="0"/>
                  </a:lnTo>
                  <a:lnTo>
                    <a:pt x="990619" y="28574"/>
                  </a:lnTo>
                  <a:close/>
                </a:path>
                <a:path w="6372225" h="2397125">
                  <a:moveTo>
                    <a:pt x="1047769" y="28574"/>
                  </a:moveTo>
                  <a:lnTo>
                    <a:pt x="1019194" y="28574"/>
                  </a:lnTo>
                  <a:lnTo>
                    <a:pt x="1019194" y="0"/>
                  </a:lnTo>
                  <a:lnTo>
                    <a:pt x="1047769" y="0"/>
                  </a:lnTo>
                  <a:lnTo>
                    <a:pt x="1047769" y="28574"/>
                  </a:lnTo>
                  <a:close/>
                </a:path>
                <a:path w="6372225" h="2397125">
                  <a:moveTo>
                    <a:pt x="1104919" y="28574"/>
                  </a:moveTo>
                  <a:lnTo>
                    <a:pt x="1076344" y="28574"/>
                  </a:lnTo>
                  <a:lnTo>
                    <a:pt x="1076344" y="0"/>
                  </a:lnTo>
                  <a:lnTo>
                    <a:pt x="1104919" y="0"/>
                  </a:lnTo>
                  <a:lnTo>
                    <a:pt x="1104919" y="28574"/>
                  </a:lnTo>
                  <a:close/>
                </a:path>
                <a:path w="6372225" h="2397125">
                  <a:moveTo>
                    <a:pt x="1162069" y="28574"/>
                  </a:moveTo>
                  <a:lnTo>
                    <a:pt x="1133494" y="28574"/>
                  </a:lnTo>
                  <a:lnTo>
                    <a:pt x="1133494" y="0"/>
                  </a:lnTo>
                  <a:lnTo>
                    <a:pt x="1162069" y="0"/>
                  </a:lnTo>
                  <a:lnTo>
                    <a:pt x="1162069" y="28574"/>
                  </a:lnTo>
                  <a:close/>
                </a:path>
                <a:path w="6372225" h="2397125">
                  <a:moveTo>
                    <a:pt x="1219219" y="28574"/>
                  </a:moveTo>
                  <a:lnTo>
                    <a:pt x="1190644" y="28574"/>
                  </a:lnTo>
                  <a:lnTo>
                    <a:pt x="1190644" y="0"/>
                  </a:lnTo>
                  <a:lnTo>
                    <a:pt x="1219219" y="0"/>
                  </a:lnTo>
                  <a:lnTo>
                    <a:pt x="1219219" y="28574"/>
                  </a:lnTo>
                  <a:close/>
                </a:path>
                <a:path w="6372225" h="2397125">
                  <a:moveTo>
                    <a:pt x="1276369" y="28574"/>
                  </a:moveTo>
                  <a:lnTo>
                    <a:pt x="1247794" y="28574"/>
                  </a:lnTo>
                  <a:lnTo>
                    <a:pt x="1247794" y="0"/>
                  </a:lnTo>
                  <a:lnTo>
                    <a:pt x="1276369" y="0"/>
                  </a:lnTo>
                  <a:lnTo>
                    <a:pt x="1276369" y="28574"/>
                  </a:lnTo>
                  <a:close/>
                </a:path>
                <a:path w="6372225" h="2397125">
                  <a:moveTo>
                    <a:pt x="1333519" y="28574"/>
                  </a:moveTo>
                  <a:lnTo>
                    <a:pt x="1304944" y="28574"/>
                  </a:lnTo>
                  <a:lnTo>
                    <a:pt x="1304944" y="0"/>
                  </a:lnTo>
                  <a:lnTo>
                    <a:pt x="1333519" y="0"/>
                  </a:lnTo>
                  <a:lnTo>
                    <a:pt x="1333519" y="28574"/>
                  </a:lnTo>
                  <a:close/>
                </a:path>
                <a:path w="6372225" h="2397125">
                  <a:moveTo>
                    <a:pt x="1390669" y="28574"/>
                  </a:moveTo>
                  <a:lnTo>
                    <a:pt x="1362094" y="28574"/>
                  </a:lnTo>
                  <a:lnTo>
                    <a:pt x="1362094" y="0"/>
                  </a:lnTo>
                  <a:lnTo>
                    <a:pt x="1390669" y="0"/>
                  </a:lnTo>
                  <a:lnTo>
                    <a:pt x="1390669" y="28574"/>
                  </a:lnTo>
                  <a:close/>
                </a:path>
                <a:path w="6372225" h="2397125">
                  <a:moveTo>
                    <a:pt x="1447819" y="28574"/>
                  </a:moveTo>
                  <a:lnTo>
                    <a:pt x="1419244" y="28574"/>
                  </a:lnTo>
                  <a:lnTo>
                    <a:pt x="1419244" y="0"/>
                  </a:lnTo>
                  <a:lnTo>
                    <a:pt x="1447819" y="0"/>
                  </a:lnTo>
                  <a:lnTo>
                    <a:pt x="1447819" y="28574"/>
                  </a:lnTo>
                  <a:close/>
                </a:path>
                <a:path w="6372225" h="2397125">
                  <a:moveTo>
                    <a:pt x="1504969" y="28574"/>
                  </a:moveTo>
                  <a:lnTo>
                    <a:pt x="1476394" y="28574"/>
                  </a:lnTo>
                  <a:lnTo>
                    <a:pt x="1476394" y="0"/>
                  </a:lnTo>
                  <a:lnTo>
                    <a:pt x="1504969" y="0"/>
                  </a:lnTo>
                  <a:lnTo>
                    <a:pt x="1504969" y="28574"/>
                  </a:lnTo>
                  <a:close/>
                </a:path>
                <a:path w="6372225" h="2397125">
                  <a:moveTo>
                    <a:pt x="1562119" y="28574"/>
                  </a:moveTo>
                  <a:lnTo>
                    <a:pt x="1533544" y="28574"/>
                  </a:lnTo>
                  <a:lnTo>
                    <a:pt x="1533544" y="0"/>
                  </a:lnTo>
                  <a:lnTo>
                    <a:pt x="1562119" y="0"/>
                  </a:lnTo>
                  <a:lnTo>
                    <a:pt x="1562119" y="28574"/>
                  </a:lnTo>
                  <a:close/>
                </a:path>
                <a:path w="6372225" h="2397125">
                  <a:moveTo>
                    <a:pt x="1619269" y="28574"/>
                  </a:moveTo>
                  <a:lnTo>
                    <a:pt x="1590694" y="28574"/>
                  </a:lnTo>
                  <a:lnTo>
                    <a:pt x="1590694" y="0"/>
                  </a:lnTo>
                  <a:lnTo>
                    <a:pt x="1619269" y="0"/>
                  </a:lnTo>
                  <a:lnTo>
                    <a:pt x="1619269" y="28574"/>
                  </a:lnTo>
                  <a:close/>
                </a:path>
                <a:path w="6372225" h="2397125">
                  <a:moveTo>
                    <a:pt x="1676419" y="28574"/>
                  </a:moveTo>
                  <a:lnTo>
                    <a:pt x="1647844" y="28574"/>
                  </a:lnTo>
                  <a:lnTo>
                    <a:pt x="1647844" y="0"/>
                  </a:lnTo>
                  <a:lnTo>
                    <a:pt x="1676419" y="0"/>
                  </a:lnTo>
                  <a:lnTo>
                    <a:pt x="1676419" y="28574"/>
                  </a:lnTo>
                  <a:close/>
                </a:path>
                <a:path w="6372225" h="2397125">
                  <a:moveTo>
                    <a:pt x="1733569" y="28574"/>
                  </a:moveTo>
                  <a:lnTo>
                    <a:pt x="1704994" y="28574"/>
                  </a:lnTo>
                  <a:lnTo>
                    <a:pt x="1704994" y="0"/>
                  </a:lnTo>
                  <a:lnTo>
                    <a:pt x="1733569" y="0"/>
                  </a:lnTo>
                  <a:lnTo>
                    <a:pt x="1733569" y="28574"/>
                  </a:lnTo>
                  <a:close/>
                </a:path>
                <a:path w="6372225" h="2397125">
                  <a:moveTo>
                    <a:pt x="1790719" y="28574"/>
                  </a:moveTo>
                  <a:lnTo>
                    <a:pt x="1762144" y="28574"/>
                  </a:lnTo>
                  <a:lnTo>
                    <a:pt x="1762144" y="0"/>
                  </a:lnTo>
                  <a:lnTo>
                    <a:pt x="1790719" y="0"/>
                  </a:lnTo>
                  <a:lnTo>
                    <a:pt x="1790719" y="28574"/>
                  </a:lnTo>
                  <a:close/>
                </a:path>
                <a:path w="6372225" h="2397125">
                  <a:moveTo>
                    <a:pt x="1847869" y="28574"/>
                  </a:moveTo>
                  <a:lnTo>
                    <a:pt x="1819294" y="28574"/>
                  </a:lnTo>
                  <a:lnTo>
                    <a:pt x="1819294" y="0"/>
                  </a:lnTo>
                  <a:lnTo>
                    <a:pt x="1847869" y="0"/>
                  </a:lnTo>
                  <a:lnTo>
                    <a:pt x="1847869" y="28574"/>
                  </a:lnTo>
                  <a:close/>
                </a:path>
                <a:path w="6372225" h="2397125">
                  <a:moveTo>
                    <a:pt x="1905019" y="28574"/>
                  </a:moveTo>
                  <a:lnTo>
                    <a:pt x="1876444" y="28574"/>
                  </a:lnTo>
                  <a:lnTo>
                    <a:pt x="1876444" y="0"/>
                  </a:lnTo>
                  <a:lnTo>
                    <a:pt x="1905019" y="0"/>
                  </a:lnTo>
                  <a:lnTo>
                    <a:pt x="1905019" y="28574"/>
                  </a:lnTo>
                  <a:close/>
                </a:path>
                <a:path w="6372225" h="2397125">
                  <a:moveTo>
                    <a:pt x="1962169" y="28574"/>
                  </a:moveTo>
                  <a:lnTo>
                    <a:pt x="1933594" y="28574"/>
                  </a:lnTo>
                  <a:lnTo>
                    <a:pt x="1933594" y="0"/>
                  </a:lnTo>
                  <a:lnTo>
                    <a:pt x="1962169" y="0"/>
                  </a:lnTo>
                  <a:lnTo>
                    <a:pt x="1962169" y="28574"/>
                  </a:lnTo>
                  <a:close/>
                </a:path>
                <a:path w="6372225" h="2397125">
                  <a:moveTo>
                    <a:pt x="2019319" y="28574"/>
                  </a:moveTo>
                  <a:lnTo>
                    <a:pt x="1990744" y="28574"/>
                  </a:lnTo>
                  <a:lnTo>
                    <a:pt x="1990744" y="0"/>
                  </a:lnTo>
                  <a:lnTo>
                    <a:pt x="2019319" y="0"/>
                  </a:lnTo>
                  <a:lnTo>
                    <a:pt x="2019319" y="28574"/>
                  </a:lnTo>
                  <a:close/>
                </a:path>
                <a:path w="6372225" h="2397125">
                  <a:moveTo>
                    <a:pt x="2076469" y="28574"/>
                  </a:moveTo>
                  <a:lnTo>
                    <a:pt x="2047894" y="28574"/>
                  </a:lnTo>
                  <a:lnTo>
                    <a:pt x="2047894" y="0"/>
                  </a:lnTo>
                  <a:lnTo>
                    <a:pt x="2076469" y="0"/>
                  </a:lnTo>
                  <a:lnTo>
                    <a:pt x="2076469" y="28574"/>
                  </a:lnTo>
                  <a:close/>
                </a:path>
                <a:path w="6372225" h="2397125">
                  <a:moveTo>
                    <a:pt x="2133619" y="28574"/>
                  </a:moveTo>
                  <a:lnTo>
                    <a:pt x="2105044" y="28574"/>
                  </a:lnTo>
                  <a:lnTo>
                    <a:pt x="2105044" y="0"/>
                  </a:lnTo>
                  <a:lnTo>
                    <a:pt x="2133619" y="0"/>
                  </a:lnTo>
                  <a:lnTo>
                    <a:pt x="2133619" y="28574"/>
                  </a:lnTo>
                  <a:close/>
                </a:path>
                <a:path w="6372225" h="2397125">
                  <a:moveTo>
                    <a:pt x="2190769" y="28574"/>
                  </a:moveTo>
                  <a:lnTo>
                    <a:pt x="2162194" y="28574"/>
                  </a:lnTo>
                  <a:lnTo>
                    <a:pt x="2162194" y="0"/>
                  </a:lnTo>
                  <a:lnTo>
                    <a:pt x="2190769" y="0"/>
                  </a:lnTo>
                  <a:lnTo>
                    <a:pt x="2190769" y="28574"/>
                  </a:lnTo>
                  <a:close/>
                </a:path>
                <a:path w="6372225" h="2397125">
                  <a:moveTo>
                    <a:pt x="2247919" y="28574"/>
                  </a:moveTo>
                  <a:lnTo>
                    <a:pt x="2219344" y="28574"/>
                  </a:lnTo>
                  <a:lnTo>
                    <a:pt x="2219344" y="0"/>
                  </a:lnTo>
                  <a:lnTo>
                    <a:pt x="2247919" y="0"/>
                  </a:lnTo>
                  <a:lnTo>
                    <a:pt x="2247919" y="28574"/>
                  </a:lnTo>
                  <a:close/>
                </a:path>
                <a:path w="6372225" h="2397125">
                  <a:moveTo>
                    <a:pt x="2305069" y="28574"/>
                  </a:moveTo>
                  <a:lnTo>
                    <a:pt x="2276494" y="28574"/>
                  </a:lnTo>
                  <a:lnTo>
                    <a:pt x="2276494" y="0"/>
                  </a:lnTo>
                  <a:lnTo>
                    <a:pt x="2305069" y="0"/>
                  </a:lnTo>
                  <a:lnTo>
                    <a:pt x="2305069" y="28574"/>
                  </a:lnTo>
                  <a:close/>
                </a:path>
                <a:path w="6372225" h="2397125">
                  <a:moveTo>
                    <a:pt x="2362219" y="28574"/>
                  </a:moveTo>
                  <a:lnTo>
                    <a:pt x="2333644" y="28574"/>
                  </a:lnTo>
                  <a:lnTo>
                    <a:pt x="2333644" y="0"/>
                  </a:lnTo>
                  <a:lnTo>
                    <a:pt x="2362219" y="0"/>
                  </a:lnTo>
                  <a:lnTo>
                    <a:pt x="2362219" y="28574"/>
                  </a:lnTo>
                  <a:close/>
                </a:path>
                <a:path w="6372225" h="2397125">
                  <a:moveTo>
                    <a:pt x="2419369" y="28574"/>
                  </a:moveTo>
                  <a:lnTo>
                    <a:pt x="2390794" y="28574"/>
                  </a:lnTo>
                  <a:lnTo>
                    <a:pt x="2390794" y="0"/>
                  </a:lnTo>
                  <a:lnTo>
                    <a:pt x="2419369" y="0"/>
                  </a:lnTo>
                  <a:lnTo>
                    <a:pt x="2419369" y="28574"/>
                  </a:lnTo>
                  <a:close/>
                </a:path>
                <a:path w="6372225" h="2397125">
                  <a:moveTo>
                    <a:pt x="2476519" y="28574"/>
                  </a:moveTo>
                  <a:lnTo>
                    <a:pt x="2447944" y="28574"/>
                  </a:lnTo>
                  <a:lnTo>
                    <a:pt x="2447944" y="0"/>
                  </a:lnTo>
                  <a:lnTo>
                    <a:pt x="2476519" y="0"/>
                  </a:lnTo>
                  <a:lnTo>
                    <a:pt x="2476519" y="28574"/>
                  </a:lnTo>
                  <a:close/>
                </a:path>
                <a:path w="6372225" h="2397125">
                  <a:moveTo>
                    <a:pt x="2533669" y="28574"/>
                  </a:moveTo>
                  <a:lnTo>
                    <a:pt x="2505094" y="28574"/>
                  </a:lnTo>
                  <a:lnTo>
                    <a:pt x="2505094" y="0"/>
                  </a:lnTo>
                  <a:lnTo>
                    <a:pt x="2533669" y="0"/>
                  </a:lnTo>
                  <a:lnTo>
                    <a:pt x="2533669" y="28574"/>
                  </a:lnTo>
                  <a:close/>
                </a:path>
                <a:path w="6372225" h="2397125">
                  <a:moveTo>
                    <a:pt x="2590819" y="28574"/>
                  </a:moveTo>
                  <a:lnTo>
                    <a:pt x="2562244" y="28574"/>
                  </a:lnTo>
                  <a:lnTo>
                    <a:pt x="2562244" y="0"/>
                  </a:lnTo>
                  <a:lnTo>
                    <a:pt x="2590819" y="0"/>
                  </a:lnTo>
                  <a:lnTo>
                    <a:pt x="2590819" y="28574"/>
                  </a:lnTo>
                  <a:close/>
                </a:path>
                <a:path w="6372225" h="2397125">
                  <a:moveTo>
                    <a:pt x="2647969" y="28574"/>
                  </a:moveTo>
                  <a:lnTo>
                    <a:pt x="2619394" y="28574"/>
                  </a:lnTo>
                  <a:lnTo>
                    <a:pt x="2619394" y="0"/>
                  </a:lnTo>
                  <a:lnTo>
                    <a:pt x="2647969" y="0"/>
                  </a:lnTo>
                  <a:lnTo>
                    <a:pt x="2647969" y="28574"/>
                  </a:lnTo>
                  <a:close/>
                </a:path>
                <a:path w="6372225" h="2397125">
                  <a:moveTo>
                    <a:pt x="2705119" y="28574"/>
                  </a:moveTo>
                  <a:lnTo>
                    <a:pt x="2676544" y="28574"/>
                  </a:lnTo>
                  <a:lnTo>
                    <a:pt x="2676544" y="0"/>
                  </a:lnTo>
                  <a:lnTo>
                    <a:pt x="2705119" y="0"/>
                  </a:lnTo>
                  <a:lnTo>
                    <a:pt x="2705119" y="28574"/>
                  </a:lnTo>
                  <a:close/>
                </a:path>
                <a:path w="6372225" h="2397125">
                  <a:moveTo>
                    <a:pt x="2762269" y="28574"/>
                  </a:moveTo>
                  <a:lnTo>
                    <a:pt x="2733694" y="28574"/>
                  </a:lnTo>
                  <a:lnTo>
                    <a:pt x="2733694" y="0"/>
                  </a:lnTo>
                  <a:lnTo>
                    <a:pt x="2762269" y="0"/>
                  </a:lnTo>
                  <a:lnTo>
                    <a:pt x="2762269" y="28574"/>
                  </a:lnTo>
                  <a:close/>
                </a:path>
                <a:path w="6372225" h="2397125">
                  <a:moveTo>
                    <a:pt x="2819419" y="28574"/>
                  </a:moveTo>
                  <a:lnTo>
                    <a:pt x="2790844" y="28574"/>
                  </a:lnTo>
                  <a:lnTo>
                    <a:pt x="2790844" y="0"/>
                  </a:lnTo>
                  <a:lnTo>
                    <a:pt x="2819419" y="0"/>
                  </a:lnTo>
                  <a:lnTo>
                    <a:pt x="2819419" y="28574"/>
                  </a:lnTo>
                  <a:close/>
                </a:path>
                <a:path w="6372225" h="2397125">
                  <a:moveTo>
                    <a:pt x="2876569" y="28574"/>
                  </a:moveTo>
                  <a:lnTo>
                    <a:pt x="2847994" y="28574"/>
                  </a:lnTo>
                  <a:lnTo>
                    <a:pt x="2847994" y="0"/>
                  </a:lnTo>
                  <a:lnTo>
                    <a:pt x="2876569" y="0"/>
                  </a:lnTo>
                  <a:lnTo>
                    <a:pt x="2876569" y="28574"/>
                  </a:lnTo>
                  <a:close/>
                </a:path>
                <a:path w="6372225" h="2397125">
                  <a:moveTo>
                    <a:pt x="2933719" y="28574"/>
                  </a:moveTo>
                  <a:lnTo>
                    <a:pt x="2905144" y="28574"/>
                  </a:lnTo>
                  <a:lnTo>
                    <a:pt x="2905144" y="0"/>
                  </a:lnTo>
                  <a:lnTo>
                    <a:pt x="2933719" y="0"/>
                  </a:lnTo>
                  <a:lnTo>
                    <a:pt x="2933719" y="28574"/>
                  </a:lnTo>
                  <a:close/>
                </a:path>
                <a:path w="6372225" h="2397125">
                  <a:moveTo>
                    <a:pt x="2990869" y="28574"/>
                  </a:moveTo>
                  <a:lnTo>
                    <a:pt x="2962294" y="28574"/>
                  </a:lnTo>
                  <a:lnTo>
                    <a:pt x="2962294" y="0"/>
                  </a:lnTo>
                  <a:lnTo>
                    <a:pt x="2990869" y="0"/>
                  </a:lnTo>
                  <a:lnTo>
                    <a:pt x="2990869" y="28574"/>
                  </a:lnTo>
                  <a:close/>
                </a:path>
                <a:path w="6372225" h="2397125">
                  <a:moveTo>
                    <a:pt x="3048019" y="28574"/>
                  </a:moveTo>
                  <a:lnTo>
                    <a:pt x="3019444" y="28574"/>
                  </a:lnTo>
                  <a:lnTo>
                    <a:pt x="3019444" y="0"/>
                  </a:lnTo>
                  <a:lnTo>
                    <a:pt x="3048019" y="0"/>
                  </a:lnTo>
                  <a:lnTo>
                    <a:pt x="3048019" y="28574"/>
                  </a:lnTo>
                  <a:close/>
                </a:path>
                <a:path w="6372225" h="2397125">
                  <a:moveTo>
                    <a:pt x="3105169" y="28574"/>
                  </a:moveTo>
                  <a:lnTo>
                    <a:pt x="3076594" y="28574"/>
                  </a:lnTo>
                  <a:lnTo>
                    <a:pt x="3076594" y="0"/>
                  </a:lnTo>
                  <a:lnTo>
                    <a:pt x="3105169" y="0"/>
                  </a:lnTo>
                  <a:lnTo>
                    <a:pt x="3105169" y="28574"/>
                  </a:lnTo>
                  <a:close/>
                </a:path>
                <a:path w="6372225" h="2397125">
                  <a:moveTo>
                    <a:pt x="3162319" y="28574"/>
                  </a:moveTo>
                  <a:lnTo>
                    <a:pt x="3133744" y="28574"/>
                  </a:lnTo>
                  <a:lnTo>
                    <a:pt x="3133744" y="0"/>
                  </a:lnTo>
                  <a:lnTo>
                    <a:pt x="3162319" y="0"/>
                  </a:lnTo>
                  <a:lnTo>
                    <a:pt x="3162319" y="28574"/>
                  </a:lnTo>
                  <a:close/>
                </a:path>
                <a:path w="6372225" h="2397125">
                  <a:moveTo>
                    <a:pt x="3219469" y="28574"/>
                  </a:moveTo>
                  <a:lnTo>
                    <a:pt x="3190894" y="28574"/>
                  </a:lnTo>
                  <a:lnTo>
                    <a:pt x="3190894" y="0"/>
                  </a:lnTo>
                  <a:lnTo>
                    <a:pt x="3219469" y="0"/>
                  </a:lnTo>
                  <a:lnTo>
                    <a:pt x="3219469" y="28574"/>
                  </a:lnTo>
                  <a:close/>
                </a:path>
                <a:path w="6372225" h="2397125">
                  <a:moveTo>
                    <a:pt x="3276619" y="28574"/>
                  </a:moveTo>
                  <a:lnTo>
                    <a:pt x="3248044" y="28574"/>
                  </a:lnTo>
                  <a:lnTo>
                    <a:pt x="3248044" y="0"/>
                  </a:lnTo>
                  <a:lnTo>
                    <a:pt x="3276619" y="0"/>
                  </a:lnTo>
                  <a:lnTo>
                    <a:pt x="3276619" y="28574"/>
                  </a:lnTo>
                  <a:close/>
                </a:path>
                <a:path w="6372225" h="2397125">
                  <a:moveTo>
                    <a:pt x="3333769" y="28574"/>
                  </a:moveTo>
                  <a:lnTo>
                    <a:pt x="3305194" y="28574"/>
                  </a:lnTo>
                  <a:lnTo>
                    <a:pt x="3305194" y="0"/>
                  </a:lnTo>
                  <a:lnTo>
                    <a:pt x="3333769" y="0"/>
                  </a:lnTo>
                  <a:lnTo>
                    <a:pt x="3333769" y="28574"/>
                  </a:lnTo>
                  <a:close/>
                </a:path>
                <a:path w="6372225" h="2397125">
                  <a:moveTo>
                    <a:pt x="3390919" y="28574"/>
                  </a:moveTo>
                  <a:lnTo>
                    <a:pt x="3362344" y="28574"/>
                  </a:lnTo>
                  <a:lnTo>
                    <a:pt x="3362344" y="0"/>
                  </a:lnTo>
                  <a:lnTo>
                    <a:pt x="3390919" y="0"/>
                  </a:lnTo>
                  <a:lnTo>
                    <a:pt x="3390919" y="28574"/>
                  </a:lnTo>
                  <a:close/>
                </a:path>
                <a:path w="6372225" h="2397125">
                  <a:moveTo>
                    <a:pt x="3448069" y="28574"/>
                  </a:moveTo>
                  <a:lnTo>
                    <a:pt x="3419494" y="28574"/>
                  </a:lnTo>
                  <a:lnTo>
                    <a:pt x="3419494" y="0"/>
                  </a:lnTo>
                  <a:lnTo>
                    <a:pt x="3448069" y="0"/>
                  </a:lnTo>
                  <a:lnTo>
                    <a:pt x="3448069" y="28574"/>
                  </a:lnTo>
                  <a:close/>
                </a:path>
                <a:path w="6372225" h="2397125">
                  <a:moveTo>
                    <a:pt x="3505219" y="28574"/>
                  </a:moveTo>
                  <a:lnTo>
                    <a:pt x="3476644" y="28574"/>
                  </a:lnTo>
                  <a:lnTo>
                    <a:pt x="3476644" y="0"/>
                  </a:lnTo>
                  <a:lnTo>
                    <a:pt x="3505219" y="0"/>
                  </a:lnTo>
                  <a:lnTo>
                    <a:pt x="3505219" y="28574"/>
                  </a:lnTo>
                  <a:close/>
                </a:path>
                <a:path w="6372225" h="2397125">
                  <a:moveTo>
                    <a:pt x="3562369" y="28574"/>
                  </a:moveTo>
                  <a:lnTo>
                    <a:pt x="3533794" y="28574"/>
                  </a:lnTo>
                  <a:lnTo>
                    <a:pt x="3533794" y="0"/>
                  </a:lnTo>
                  <a:lnTo>
                    <a:pt x="3562369" y="0"/>
                  </a:lnTo>
                  <a:lnTo>
                    <a:pt x="3562369" y="28574"/>
                  </a:lnTo>
                  <a:close/>
                </a:path>
                <a:path w="6372225" h="2397125">
                  <a:moveTo>
                    <a:pt x="3619519" y="28574"/>
                  </a:moveTo>
                  <a:lnTo>
                    <a:pt x="3590944" y="28574"/>
                  </a:lnTo>
                  <a:lnTo>
                    <a:pt x="3590944" y="0"/>
                  </a:lnTo>
                  <a:lnTo>
                    <a:pt x="3619519" y="0"/>
                  </a:lnTo>
                  <a:lnTo>
                    <a:pt x="3619519" y="28574"/>
                  </a:lnTo>
                  <a:close/>
                </a:path>
                <a:path w="6372225" h="2397125">
                  <a:moveTo>
                    <a:pt x="3676669" y="28574"/>
                  </a:moveTo>
                  <a:lnTo>
                    <a:pt x="3648094" y="28574"/>
                  </a:lnTo>
                  <a:lnTo>
                    <a:pt x="3648094" y="0"/>
                  </a:lnTo>
                  <a:lnTo>
                    <a:pt x="3676669" y="0"/>
                  </a:lnTo>
                  <a:lnTo>
                    <a:pt x="3676669" y="28574"/>
                  </a:lnTo>
                  <a:close/>
                </a:path>
                <a:path w="6372225" h="2397125">
                  <a:moveTo>
                    <a:pt x="3733819" y="28574"/>
                  </a:moveTo>
                  <a:lnTo>
                    <a:pt x="3705244" y="28574"/>
                  </a:lnTo>
                  <a:lnTo>
                    <a:pt x="3705244" y="0"/>
                  </a:lnTo>
                  <a:lnTo>
                    <a:pt x="3733819" y="0"/>
                  </a:lnTo>
                  <a:lnTo>
                    <a:pt x="3733819" y="28574"/>
                  </a:lnTo>
                  <a:close/>
                </a:path>
                <a:path w="6372225" h="2397125">
                  <a:moveTo>
                    <a:pt x="3790969" y="28574"/>
                  </a:moveTo>
                  <a:lnTo>
                    <a:pt x="3762394" y="28574"/>
                  </a:lnTo>
                  <a:lnTo>
                    <a:pt x="3762394" y="0"/>
                  </a:lnTo>
                  <a:lnTo>
                    <a:pt x="3790969" y="0"/>
                  </a:lnTo>
                  <a:lnTo>
                    <a:pt x="3790969" y="28574"/>
                  </a:lnTo>
                  <a:close/>
                </a:path>
                <a:path w="6372225" h="2397125">
                  <a:moveTo>
                    <a:pt x="3848119" y="28574"/>
                  </a:moveTo>
                  <a:lnTo>
                    <a:pt x="3819544" y="28574"/>
                  </a:lnTo>
                  <a:lnTo>
                    <a:pt x="3819544" y="0"/>
                  </a:lnTo>
                  <a:lnTo>
                    <a:pt x="3848119" y="0"/>
                  </a:lnTo>
                  <a:lnTo>
                    <a:pt x="3848119" y="28574"/>
                  </a:lnTo>
                  <a:close/>
                </a:path>
                <a:path w="6372225" h="2397125">
                  <a:moveTo>
                    <a:pt x="3905269" y="28574"/>
                  </a:moveTo>
                  <a:lnTo>
                    <a:pt x="3876694" y="28574"/>
                  </a:lnTo>
                  <a:lnTo>
                    <a:pt x="3876694" y="0"/>
                  </a:lnTo>
                  <a:lnTo>
                    <a:pt x="3905269" y="0"/>
                  </a:lnTo>
                  <a:lnTo>
                    <a:pt x="3905269" y="28574"/>
                  </a:lnTo>
                  <a:close/>
                </a:path>
                <a:path w="6372225" h="2397125">
                  <a:moveTo>
                    <a:pt x="3962419" y="28574"/>
                  </a:moveTo>
                  <a:lnTo>
                    <a:pt x="3933844" y="28574"/>
                  </a:lnTo>
                  <a:lnTo>
                    <a:pt x="3933844" y="0"/>
                  </a:lnTo>
                  <a:lnTo>
                    <a:pt x="3962419" y="0"/>
                  </a:lnTo>
                  <a:lnTo>
                    <a:pt x="3962419" y="28574"/>
                  </a:lnTo>
                  <a:close/>
                </a:path>
                <a:path w="6372225" h="2397125">
                  <a:moveTo>
                    <a:pt x="4019569" y="28574"/>
                  </a:moveTo>
                  <a:lnTo>
                    <a:pt x="3990994" y="28574"/>
                  </a:lnTo>
                  <a:lnTo>
                    <a:pt x="3990994" y="0"/>
                  </a:lnTo>
                  <a:lnTo>
                    <a:pt x="4019569" y="0"/>
                  </a:lnTo>
                  <a:lnTo>
                    <a:pt x="4019569" y="28574"/>
                  </a:lnTo>
                  <a:close/>
                </a:path>
                <a:path w="6372225" h="2397125">
                  <a:moveTo>
                    <a:pt x="4076719" y="28574"/>
                  </a:moveTo>
                  <a:lnTo>
                    <a:pt x="4048144" y="28574"/>
                  </a:lnTo>
                  <a:lnTo>
                    <a:pt x="4048144" y="0"/>
                  </a:lnTo>
                  <a:lnTo>
                    <a:pt x="4076719" y="0"/>
                  </a:lnTo>
                  <a:lnTo>
                    <a:pt x="4076719" y="28574"/>
                  </a:lnTo>
                  <a:close/>
                </a:path>
                <a:path w="6372225" h="2397125">
                  <a:moveTo>
                    <a:pt x="4133869" y="28574"/>
                  </a:moveTo>
                  <a:lnTo>
                    <a:pt x="4105294" y="28574"/>
                  </a:lnTo>
                  <a:lnTo>
                    <a:pt x="4105294" y="0"/>
                  </a:lnTo>
                  <a:lnTo>
                    <a:pt x="4133869" y="0"/>
                  </a:lnTo>
                  <a:lnTo>
                    <a:pt x="4133869" y="28574"/>
                  </a:lnTo>
                  <a:close/>
                </a:path>
                <a:path w="6372225" h="2397125">
                  <a:moveTo>
                    <a:pt x="4191019" y="28574"/>
                  </a:moveTo>
                  <a:lnTo>
                    <a:pt x="4162444" y="28574"/>
                  </a:lnTo>
                  <a:lnTo>
                    <a:pt x="4162444" y="0"/>
                  </a:lnTo>
                  <a:lnTo>
                    <a:pt x="4191019" y="0"/>
                  </a:lnTo>
                  <a:lnTo>
                    <a:pt x="4191019" y="28574"/>
                  </a:lnTo>
                  <a:close/>
                </a:path>
                <a:path w="6372225" h="2397125">
                  <a:moveTo>
                    <a:pt x="4248169" y="28574"/>
                  </a:moveTo>
                  <a:lnTo>
                    <a:pt x="4219594" y="28574"/>
                  </a:lnTo>
                  <a:lnTo>
                    <a:pt x="4219594" y="0"/>
                  </a:lnTo>
                  <a:lnTo>
                    <a:pt x="4248169" y="0"/>
                  </a:lnTo>
                  <a:lnTo>
                    <a:pt x="4248169" y="28574"/>
                  </a:lnTo>
                  <a:close/>
                </a:path>
                <a:path w="6372225" h="2397125">
                  <a:moveTo>
                    <a:pt x="4305319" y="28574"/>
                  </a:moveTo>
                  <a:lnTo>
                    <a:pt x="4276744" y="28574"/>
                  </a:lnTo>
                  <a:lnTo>
                    <a:pt x="4276744" y="0"/>
                  </a:lnTo>
                  <a:lnTo>
                    <a:pt x="4305319" y="0"/>
                  </a:lnTo>
                  <a:lnTo>
                    <a:pt x="4305319" y="28574"/>
                  </a:lnTo>
                  <a:close/>
                </a:path>
                <a:path w="6372225" h="2397125">
                  <a:moveTo>
                    <a:pt x="4362469" y="28574"/>
                  </a:moveTo>
                  <a:lnTo>
                    <a:pt x="4333894" y="28574"/>
                  </a:lnTo>
                  <a:lnTo>
                    <a:pt x="4333894" y="0"/>
                  </a:lnTo>
                  <a:lnTo>
                    <a:pt x="4362469" y="0"/>
                  </a:lnTo>
                  <a:lnTo>
                    <a:pt x="4362469" y="28574"/>
                  </a:lnTo>
                  <a:close/>
                </a:path>
                <a:path w="6372225" h="2397125">
                  <a:moveTo>
                    <a:pt x="4419619" y="28574"/>
                  </a:moveTo>
                  <a:lnTo>
                    <a:pt x="4391044" y="28574"/>
                  </a:lnTo>
                  <a:lnTo>
                    <a:pt x="4391044" y="0"/>
                  </a:lnTo>
                  <a:lnTo>
                    <a:pt x="4419619" y="0"/>
                  </a:lnTo>
                  <a:lnTo>
                    <a:pt x="4419619" y="28574"/>
                  </a:lnTo>
                  <a:close/>
                </a:path>
                <a:path w="6372225" h="2397125">
                  <a:moveTo>
                    <a:pt x="4476769" y="28574"/>
                  </a:moveTo>
                  <a:lnTo>
                    <a:pt x="4448194" y="28574"/>
                  </a:lnTo>
                  <a:lnTo>
                    <a:pt x="4448194" y="0"/>
                  </a:lnTo>
                  <a:lnTo>
                    <a:pt x="4476769" y="0"/>
                  </a:lnTo>
                  <a:lnTo>
                    <a:pt x="4476769" y="28574"/>
                  </a:lnTo>
                  <a:close/>
                </a:path>
                <a:path w="6372225" h="2397125">
                  <a:moveTo>
                    <a:pt x="4533919" y="28574"/>
                  </a:moveTo>
                  <a:lnTo>
                    <a:pt x="4505344" y="28574"/>
                  </a:lnTo>
                  <a:lnTo>
                    <a:pt x="4505344" y="0"/>
                  </a:lnTo>
                  <a:lnTo>
                    <a:pt x="4533919" y="0"/>
                  </a:lnTo>
                  <a:lnTo>
                    <a:pt x="4533919" y="28574"/>
                  </a:lnTo>
                  <a:close/>
                </a:path>
                <a:path w="6372225" h="2397125">
                  <a:moveTo>
                    <a:pt x="4591068" y="28574"/>
                  </a:moveTo>
                  <a:lnTo>
                    <a:pt x="4562494" y="28574"/>
                  </a:lnTo>
                  <a:lnTo>
                    <a:pt x="4562494" y="0"/>
                  </a:lnTo>
                  <a:lnTo>
                    <a:pt x="4591068" y="0"/>
                  </a:lnTo>
                  <a:lnTo>
                    <a:pt x="4591068" y="28574"/>
                  </a:lnTo>
                  <a:close/>
                </a:path>
                <a:path w="6372225" h="2397125">
                  <a:moveTo>
                    <a:pt x="4648219" y="28574"/>
                  </a:moveTo>
                  <a:lnTo>
                    <a:pt x="4619644" y="28574"/>
                  </a:lnTo>
                  <a:lnTo>
                    <a:pt x="4619644" y="0"/>
                  </a:lnTo>
                  <a:lnTo>
                    <a:pt x="4648219" y="0"/>
                  </a:lnTo>
                  <a:lnTo>
                    <a:pt x="4648219" y="28574"/>
                  </a:lnTo>
                  <a:close/>
                </a:path>
                <a:path w="6372225" h="2397125">
                  <a:moveTo>
                    <a:pt x="4705369" y="28574"/>
                  </a:moveTo>
                  <a:lnTo>
                    <a:pt x="4676793" y="28574"/>
                  </a:lnTo>
                  <a:lnTo>
                    <a:pt x="4676793" y="0"/>
                  </a:lnTo>
                  <a:lnTo>
                    <a:pt x="4705369" y="0"/>
                  </a:lnTo>
                  <a:lnTo>
                    <a:pt x="4705369" y="28574"/>
                  </a:lnTo>
                  <a:close/>
                </a:path>
                <a:path w="6372225" h="2397125">
                  <a:moveTo>
                    <a:pt x="4762518" y="28574"/>
                  </a:moveTo>
                  <a:lnTo>
                    <a:pt x="4733944" y="28574"/>
                  </a:lnTo>
                  <a:lnTo>
                    <a:pt x="4733944" y="0"/>
                  </a:lnTo>
                  <a:lnTo>
                    <a:pt x="4762518" y="0"/>
                  </a:lnTo>
                  <a:lnTo>
                    <a:pt x="4762518" y="28574"/>
                  </a:lnTo>
                  <a:close/>
                </a:path>
                <a:path w="6372225" h="2397125">
                  <a:moveTo>
                    <a:pt x="4819669" y="28574"/>
                  </a:moveTo>
                  <a:lnTo>
                    <a:pt x="4791094" y="28574"/>
                  </a:lnTo>
                  <a:lnTo>
                    <a:pt x="4791094" y="0"/>
                  </a:lnTo>
                  <a:lnTo>
                    <a:pt x="4819669" y="0"/>
                  </a:lnTo>
                  <a:lnTo>
                    <a:pt x="4819669" y="28574"/>
                  </a:lnTo>
                  <a:close/>
                </a:path>
                <a:path w="6372225" h="2397125">
                  <a:moveTo>
                    <a:pt x="4876819" y="28574"/>
                  </a:moveTo>
                  <a:lnTo>
                    <a:pt x="4848243" y="28574"/>
                  </a:lnTo>
                  <a:lnTo>
                    <a:pt x="4848243" y="0"/>
                  </a:lnTo>
                  <a:lnTo>
                    <a:pt x="4876819" y="0"/>
                  </a:lnTo>
                  <a:lnTo>
                    <a:pt x="4876819" y="28574"/>
                  </a:lnTo>
                  <a:close/>
                </a:path>
                <a:path w="6372225" h="2397125">
                  <a:moveTo>
                    <a:pt x="4933969" y="28574"/>
                  </a:moveTo>
                  <a:lnTo>
                    <a:pt x="4905394" y="28574"/>
                  </a:lnTo>
                  <a:lnTo>
                    <a:pt x="4905394" y="0"/>
                  </a:lnTo>
                  <a:lnTo>
                    <a:pt x="4933969" y="0"/>
                  </a:lnTo>
                  <a:lnTo>
                    <a:pt x="4933969" y="28574"/>
                  </a:lnTo>
                  <a:close/>
                </a:path>
                <a:path w="6372225" h="2397125">
                  <a:moveTo>
                    <a:pt x="4991119" y="28574"/>
                  </a:moveTo>
                  <a:lnTo>
                    <a:pt x="4962544" y="28574"/>
                  </a:lnTo>
                  <a:lnTo>
                    <a:pt x="4962544" y="0"/>
                  </a:lnTo>
                  <a:lnTo>
                    <a:pt x="4991119" y="0"/>
                  </a:lnTo>
                  <a:lnTo>
                    <a:pt x="4991119" y="28574"/>
                  </a:lnTo>
                  <a:close/>
                </a:path>
                <a:path w="6372225" h="2397125">
                  <a:moveTo>
                    <a:pt x="5048269" y="28574"/>
                  </a:moveTo>
                  <a:lnTo>
                    <a:pt x="5019694" y="28574"/>
                  </a:lnTo>
                  <a:lnTo>
                    <a:pt x="5019694" y="0"/>
                  </a:lnTo>
                  <a:lnTo>
                    <a:pt x="5048269" y="0"/>
                  </a:lnTo>
                  <a:lnTo>
                    <a:pt x="5048269" y="28574"/>
                  </a:lnTo>
                  <a:close/>
                </a:path>
                <a:path w="6372225" h="2397125">
                  <a:moveTo>
                    <a:pt x="5105419" y="28574"/>
                  </a:moveTo>
                  <a:lnTo>
                    <a:pt x="5076844" y="28574"/>
                  </a:lnTo>
                  <a:lnTo>
                    <a:pt x="5076844" y="0"/>
                  </a:lnTo>
                  <a:lnTo>
                    <a:pt x="5105419" y="0"/>
                  </a:lnTo>
                  <a:lnTo>
                    <a:pt x="5105419" y="28574"/>
                  </a:lnTo>
                  <a:close/>
                </a:path>
                <a:path w="6372225" h="2397125">
                  <a:moveTo>
                    <a:pt x="5162569" y="28574"/>
                  </a:moveTo>
                  <a:lnTo>
                    <a:pt x="5133994" y="28574"/>
                  </a:lnTo>
                  <a:lnTo>
                    <a:pt x="5133994" y="0"/>
                  </a:lnTo>
                  <a:lnTo>
                    <a:pt x="5162569" y="0"/>
                  </a:lnTo>
                  <a:lnTo>
                    <a:pt x="5162569" y="28574"/>
                  </a:lnTo>
                  <a:close/>
                </a:path>
                <a:path w="6372225" h="2397125">
                  <a:moveTo>
                    <a:pt x="5219719" y="28574"/>
                  </a:moveTo>
                  <a:lnTo>
                    <a:pt x="5191144" y="28574"/>
                  </a:lnTo>
                  <a:lnTo>
                    <a:pt x="5191144" y="0"/>
                  </a:lnTo>
                  <a:lnTo>
                    <a:pt x="5219719" y="0"/>
                  </a:lnTo>
                  <a:lnTo>
                    <a:pt x="5219719" y="28574"/>
                  </a:lnTo>
                  <a:close/>
                </a:path>
                <a:path w="6372225" h="2397125">
                  <a:moveTo>
                    <a:pt x="5276869" y="28574"/>
                  </a:moveTo>
                  <a:lnTo>
                    <a:pt x="5248294" y="28574"/>
                  </a:lnTo>
                  <a:lnTo>
                    <a:pt x="5248294" y="0"/>
                  </a:lnTo>
                  <a:lnTo>
                    <a:pt x="5276869" y="0"/>
                  </a:lnTo>
                  <a:lnTo>
                    <a:pt x="5276869" y="28574"/>
                  </a:lnTo>
                  <a:close/>
                </a:path>
                <a:path w="6372225" h="2397125">
                  <a:moveTo>
                    <a:pt x="5334019" y="28574"/>
                  </a:moveTo>
                  <a:lnTo>
                    <a:pt x="5305444" y="28574"/>
                  </a:lnTo>
                  <a:lnTo>
                    <a:pt x="5305444" y="0"/>
                  </a:lnTo>
                  <a:lnTo>
                    <a:pt x="5334019" y="0"/>
                  </a:lnTo>
                  <a:lnTo>
                    <a:pt x="5334019" y="28574"/>
                  </a:lnTo>
                  <a:close/>
                </a:path>
                <a:path w="6372225" h="2397125">
                  <a:moveTo>
                    <a:pt x="5391169" y="28574"/>
                  </a:moveTo>
                  <a:lnTo>
                    <a:pt x="5362594" y="28574"/>
                  </a:lnTo>
                  <a:lnTo>
                    <a:pt x="5362594" y="0"/>
                  </a:lnTo>
                  <a:lnTo>
                    <a:pt x="5391169" y="0"/>
                  </a:lnTo>
                  <a:lnTo>
                    <a:pt x="5391169" y="28574"/>
                  </a:lnTo>
                  <a:close/>
                </a:path>
                <a:path w="6372225" h="2397125">
                  <a:moveTo>
                    <a:pt x="5448319" y="28574"/>
                  </a:moveTo>
                  <a:lnTo>
                    <a:pt x="5419744" y="28574"/>
                  </a:lnTo>
                  <a:lnTo>
                    <a:pt x="5419744" y="0"/>
                  </a:lnTo>
                  <a:lnTo>
                    <a:pt x="5448319" y="0"/>
                  </a:lnTo>
                  <a:lnTo>
                    <a:pt x="5448319" y="28574"/>
                  </a:lnTo>
                  <a:close/>
                </a:path>
                <a:path w="6372225" h="2397125">
                  <a:moveTo>
                    <a:pt x="5505469" y="28574"/>
                  </a:moveTo>
                  <a:lnTo>
                    <a:pt x="5476894" y="28574"/>
                  </a:lnTo>
                  <a:lnTo>
                    <a:pt x="5476894" y="0"/>
                  </a:lnTo>
                  <a:lnTo>
                    <a:pt x="5505469" y="0"/>
                  </a:lnTo>
                  <a:lnTo>
                    <a:pt x="5505469" y="28574"/>
                  </a:lnTo>
                  <a:close/>
                </a:path>
                <a:path w="6372225" h="2397125">
                  <a:moveTo>
                    <a:pt x="5562619" y="28574"/>
                  </a:moveTo>
                  <a:lnTo>
                    <a:pt x="5534044" y="28574"/>
                  </a:lnTo>
                  <a:lnTo>
                    <a:pt x="5534044" y="0"/>
                  </a:lnTo>
                  <a:lnTo>
                    <a:pt x="5562619" y="0"/>
                  </a:lnTo>
                  <a:lnTo>
                    <a:pt x="5562619" y="28574"/>
                  </a:lnTo>
                  <a:close/>
                </a:path>
                <a:path w="6372225" h="2397125">
                  <a:moveTo>
                    <a:pt x="5619768" y="28574"/>
                  </a:moveTo>
                  <a:lnTo>
                    <a:pt x="5591193" y="28574"/>
                  </a:lnTo>
                  <a:lnTo>
                    <a:pt x="5591193" y="0"/>
                  </a:lnTo>
                  <a:lnTo>
                    <a:pt x="5619768" y="0"/>
                  </a:lnTo>
                  <a:lnTo>
                    <a:pt x="5619768" y="28574"/>
                  </a:lnTo>
                  <a:close/>
                </a:path>
                <a:path w="6372225" h="2397125">
                  <a:moveTo>
                    <a:pt x="5676918" y="28574"/>
                  </a:moveTo>
                  <a:lnTo>
                    <a:pt x="5648343" y="28574"/>
                  </a:lnTo>
                  <a:lnTo>
                    <a:pt x="5648343" y="0"/>
                  </a:lnTo>
                  <a:lnTo>
                    <a:pt x="5676918" y="0"/>
                  </a:lnTo>
                  <a:lnTo>
                    <a:pt x="5676918" y="28574"/>
                  </a:lnTo>
                  <a:close/>
                </a:path>
                <a:path w="6372225" h="2397125">
                  <a:moveTo>
                    <a:pt x="5734068" y="28574"/>
                  </a:moveTo>
                  <a:lnTo>
                    <a:pt x="5705493" y="28574"/>
                  </a:lnTo>
                  <a:lnTo>
                    <a:pt x="5705493" y="0"/>
                  </a:lnTo>
                  <a:lnTo>
                    <a:pt x="5734068" y="0"/>
                  </a:lnTo>
                  <a:lnTo>
                    <a:pt x="5734068" y="28574"/>
                  </a:lnTo>
                  <a:close/>
                </a:path>
                <a:path w="6372225" h="2397125">
                  <a:moveTo>
                    <a:pt x="5791218" y="28574"/>
                  </a:moveTo>
                  <a:lnTo>
                    <a:pt x="5762643" y="28574"/>
                  </a:lnTo>
                  <a:lnTo>
                    <a:pt x="5762643" y="0"/>
                  </a:lnTo>
                  <a:lnTo>
                    <a:pt x="5791218" y="0"/>
                  </a:lnTo>
                  <a:lnTo>
                    <a:pt x="5791218" y="28574"/>
                  </a:lnTo>
                  <a:close/>
                </a:path>
                <a:path w="6372225" h="2397125">
                  <a:moveTo>
                    <a:pt x="5848368" y="28574"/>
                  </a:moveTo>
                  <a:lnTo>
                    <a:pt x="5819793" y="28574"/>
                  </a:lnTo>
                  <a:lnTo>
                    <a:pt x="5819793" y="0"/>
                  </a:lnTo>
                  <a:lnTo>
                    <a:pt x="5848368" y="0"/>
                  </a:lnTo>
                  <a:lnTo>
                    <a:pt x="5848368" y="28574"/>
                  </a:lnTo>
                  <a:close/>
                </a:path>
                <a:path w="6372225" h="2397125">
                  <a:moveTo>
                    <a:pt x="5905518" y="28574"/>
                  </a:moveTo>
                  <a:lnTo>
                    <a:pt x="5876943" y="28574"/>
                  </a:lnTo>
                  <a:lnTo>
                    <a:pt x="5876943" y="0"/>
                  </a:lnTo>
                  <a:lnTo>
                    <a:pt x="5905518" y="0"/>
                  </a:lnTo>
                  <a:lnTo>
                    <a:pt x="5905518" y="28574"/>
                  </a:lnTo>
                  <a:close/>
                </a:path>
                <a:path w="6372225" h="2397125">
                  <a:moveTo>
                    <a:pt x="5962668" y="28574"/>
                  </a:moveTo>
                  <a:lnTo>
                    <a:pt x="5934093" y="28574"/>
                  </a:lnTo>
                  <a:lnTo>
                    <a:pt x="5934093" y="0"/>
                  </a:lnTo>
                  <a:lnTo>
                    <a:pt x="5962668" y="0"/>
                  </a:lnTo>
                  <a:lnTo>
                    <a:pt x="5962668" y="28574"/>
                  </a:lnTo>
                  <a:close/>
                </a:path>
                <a:path w="6372225" h="2397125">
                  <a:moveTo>
                    <a:pt x="6019818" y="28574"/>
                  </a:moveTo>
                  <a:lnTo>
                    <a:pt x="5991243" y="28574"/>
                  </a:lnTo>
                  <a:lnTo>
                    <a:pt x="5991243" y="0"/>
                  </a:lnTo>
                  <a:lnTo>
                    <a:pt x="6019818" y="0"/>
                  </a:lnTo>
                  <a:lnTo>
                    <a:pt x="6019818" y="28574"/>
                  </a:lnTo>
                  <a:close/>
                </a:path>
                <a:path w="6372225" h="2397125">
                  <a:moveTo>
                    <a:pt x="6076968" y="28574"/>
                  </a:moveTo>
                  <a:lnTo>
                    <a:pt x="6048393" y="28574"/>
                  </a:lnTo>
                  <a:lnTo>
                    <a:pt x="6048393" y="0"/>
                  </a:lnTo>
                  <a:lnTo>
                    <a:pt x="6076968" y="0"/>
                  </a:lnTo>
                  <a:lnTo>
                    <a:pt x="6076968" y="28574"/>
                  </a:lnTo>
                  <a:close/>
                </a:path>
                <a:path w="6372225" h="2397125">
                  <a:moveTo>
                    <a:pt x="6134118" y="28574"/>
                  </a:moveTo>
                  <a:lnTo>
                    <a:pt x="6105543" y="28574"/>
                  </a:lnTo>
                  <a:lnTo>
                    <a:pt x="6105543" y="0"/>
                  </a:lnTo>
                  <a:lnTo>
                    <a:pt x="6134118" y="0"/>
                  </a:lnTo>
                  <a:lnTo>
                    <a:pt x="6134118" y="28574"/>
                  </a:lnTo>
                  <a:close/>
                </a:path>
                <a:path w="6372225" h="2397125">
                  <a:moveTo>
                    <a:pt x="6191268" y="28574"/>
                  </a:moveTo>
                  <a:lnTo>
                    <a:pt x="6162693" y="28574"/>
                  </a:lnTo>
                  <a:lnTo>
                    <a:pt x="6162693" y="0"/>
                  </a:lnTo>
                  <a:lnTo>
                    <a:pt x="6191268" y="0"/>
                  </a:lnTo>
                  <a:lnTo>
                    <a:pt x="6191268" y="28574"/>
                  </a:lnTo>
                  <a:close/>
                </a:path>
                <a:path w="6372225" h="2397125">
                  <a:moveTo>
                    <a:pt x="6242483" y="31587"/>
                  </a:moveTo>
                  <a:lnTo>
                    <a:pt x="6234726" y="29909"/>
                  </a:lnTo>
                  <a:lnTo>
                    <a:pt x="6226880" y="28932"/>
                  </a:lnTo>
                  <a:lnTo>
                    <a:pt x="6218946" y="28655"/>
                  </a:lnTo>
                  <a:lnTo>
                    <a:pt x="6219809" y="3881"/>
                  </a:lnTo>
                  <a:lnTo>
                    <a:pt x="6219925" y="556"/>
                  </a:lnTo>
                  <a:lnTo>
                    <a:pt x="6246035" y="3139"/>
                  </a:lnTo>
                  <a:lnTo>
                    <a:pt x="6248475" y="3881"/>
                  </a:lnTo>
                  <a:lnTo>
                    <a:pt x="6242483" y="31587"/>
                  </a:lnTo>
                  <a:close/>
                </a:path>
                <a:path w="6372225" h="2397125">
                  <a:moveTo>
                    <a:pt x="6285856" y="49401"/>
                  </a:moveTo>
                  <a:lnTo>
                    <a:pt x="6279211" y="45175"/>
                  </a:lnTo>
                  <a:lnTo>
                    <a:pt x="6272246" y="41566"/>
                  </a:lnTo>
                  <a:lnTo>
                    <a:pt x="6264959" y="38574"/>
                  </a:lnTo>
                  <a:lnTo>
                    <a:pt x="6275740" y="12325"/>
                  </a:lnTo>
                  <a:lnTo>
                    <a:pt x="6275798" y="12184"/>
                  </a:lnTo>
                  <a:lnTo>
                    <a:pt x="6276262" y="12325"/>
                  </a:lnTo>
                  <a:lnTo>
                    <a:pt x="6301025" y="25545"/>
                  </a:lnTo>
                  <a:lnTo>
                    <a:pt x="6285856" y="49401"/>
                  </a:lnTo>
                  <a:close/>
                </a:path>
                <a:path w="6372225" h="2397125">
                  <a:moveTo>
                    <a:pt x="6320669" y="81507"/>
                  </a:moveTo>
                  <a:lnTo>
                    <a:pt x="6304651" y="63852"/>
                  </a:lnTo>
                  <a:lnTo>
                    <a:pt x="6323663" y="43218"/>
                  </a:lnTo>
                  <a:lnTo>
                    <a:pt x="6328793" y="47425"/>
                  </a:lnTo>
                  <a:lnTo>
                    <a:pt x="6342935" y="64673"/>
                  </a:lnTo>
                  <a:lnTo>
                    <a:pt x="6320669" y="81507"/>
                  </a:lnTo>
                  <a:close/>
                </a:path>
                <a:path w="6372225" h="2397125">
                  <a:moveTo>
                    <a:pt x="6341938" y="123330"/>
                  </a:moveTo>
                  <a:lnTo>
                    <a:pt x="6339659" y="115797"/>
                  </a:lnTo>
                  <a:lnTo>
                    <a:pt x="6336738" y="108523"/>
                  </a:lnTo>
                  <a:lnTo>
                    <a:pt x="6333174" y="101509"/>
                  </a:lnTo>
                  <a:lnTo>
                    <a:pt x="6357989" y="88898"/>
                  </a:lnTo>
                  <a:lnTo>
                    <a:pt x="6363893" y="99956"/>
                  </a:lnTo>
                  <a:lnTo>
                    <a:pt x="6368550" y="115283"/>
                  </a:lnTo>
                  <a:lnTo>
                    <a:pt x="6341938" y="123330"/>
                  </a:lnTo>
                  <a:close/>
                </a:path>
                <a:path w="6372225" h="2397125">
                  <a:moveTo>
                    <a:pt x="6372224" y="171928"/>
                  </a:moveTo>
                  <a:lnTo>
                    <a:pt x="6347643" y="171928"/>
                  </a:lnTo>
                  <a:lnTo>
                    <a:pt x="6347643" y="156746"/>
                  </a:lnTo>
                  <a:lnTo>
                    <a:pt x="6347343" y="151588"/>
                  </a:lnTo>
                  <a:lnTo>
                    <a:pt x="6346743" y="146445"/>
                  </a:lnTo>
                  <a:lnTo>
                    <a:pt x="6372224" y="143470"/>
                  </a:lnTo>
                  <a:lnTo>
                    <a:pt x="6372224" y="171928"/>
                  </a:lnTo>
                  <a:close/>
                </a:path>
                <a:path w="6372225" h="2397125">
                  <a:moveTo>
                    <a:pt x="6372224" y="229078"/>
                  </a:moveTo>
                  <a:lnTo>
                    <a:pt x="6347643" y="229078"/>
                  </a:lnTo>
                  <a:lnTo>
                    <a:pt x="6347643" y="200503"/>
                  </a:lnTo>
                  <a:lnTo>
                    <a:pt x="6372224" y="200503"/>
                  </a:lnTo>
                  <a:lnTo>
                    <a:pt x="6372224" y="229078"/>
                  </a:lnTo>
                  <a:close/>
                </a:path>
                <a:path w="6372225" h="2397125">
                  <a:moveTo>
                    <a:pt x="6372224" y="286228"/>
                  </a:moveTo>
                  <a:lnTo>
                    <a:pt x="6347643" y="286228"/>
                  </a:lnTo>
                  <a:lnTo>
                    <a:pt x="6347643" y="257653"/>
                  </a:lnTo>
                  <a:lnTo>
                    <a:pt x="6372224" y="257653"/>
                  </a:lnTo>
                  <a:lnTo>
                    <a:pt x="6372224" y="286228"/>
                  </a:lnTo>
                  <a:close/>
                </a:path>
                <a:path w="6372225" h="2397125">
                  <a:moveTo>
                    <a:pt x="6372224" y="343378"/>
                  </a:moveTo>
                  <a:lnTo>
                    <a:pt x="6347643" y="343378"/>
                  </a:lnTo>
                  <a:lnTo>
                    <a:pt x="6347643" y="314803"/>
                  </a:lnTo>
                  <a:lnTo>
                    <a:pt x="6372224" y="314803"/>
                  </a:lnTo>
                  <a:lnTo>
                    <a:pt x="6372224" y="343378"/>
                  </a:lnTo>
                  <a:close/>
                </a:path>
                <a:path w="6372225" h="2397125">
                  <a:moveTo>
                    <a:pt x="6372224" y="400528"/>
                  </a:moveTo>
                  <a:lnTo>
                    <a:pt x="6347643" y="400528"/>
                  </a:lnTo>
                  <a:lnTo>
                    <a:pt x="6347643" y="371953"/>
                  </a:lnTo>
                  <a:lnTo>
                    <a:pt x="6372224" y="371953"/>
                  </a:lnTo>
                  <a:lnTo>
                    <a:pt x="6372224" y="400528"/>
                  </a:lnTo>
                  <a:close/>
                </a:path>
                <a:path w="6372225" h="2397125">
                  <a:moveTo>
                    <a:pt x="6372224" y="457678"/>
                  </a:moveTo>
                  <a:lnTo>
                    <a:pt x="6347643" y="457678"/>
                  </a:lnTo>
                  <a:lnTo>
                    <a:pt x="6347643" y="429103"/>
                  </a:lnTo>
                  <a:lnTo>
                    <a:pt x="6372224" y="429103"/>
                  </a:lnTo>
                  <a:lnTo>
                    <a:pt x="6372224" y="457678"/>
                  </a:lnTo>
                  <a:close/>
                </a:path>
                <a:path w="6372225" h="2397125">
                  <a:moveTo>
                    <a:pt x="6372224" y="514828"/>
                  </a:moveTo>
                  <a:lnTo>
                    <a:pt x="6347643" y="514828"/>
                  </a:lnTo>
                  <a:lnTo>
                    <a:pt x="6347643" y="486253"/>
                  </a:lnTo>
                  <a:lnTo>
                    <a:pt x="6372224" y="486253"/>
                  </a:lnTo>
                  <a:lnTo>
                    <a:pt x="6372224" y="514828"/>
                  </a:lnTo>
                  <a:close/>
                </a:path>
                <a:path w="6372225" h="2397125">
                  <a:moveTo>
                    <a:pt x="6372224" y="571978"/>
                  </a:moveTo>
                  <a:lnTo>
                    <a:pt x="6347643" y="571978"/>
                  </a:lnTo>
                  <a:lnTo>
                    <a:pt x="6347643" y="543403"/>
                  </a:lnTo>
                  <a:lnTo>
                    <a:pt x="6372224" y="543403"/>
                  </a:lnTo>
                  <a:lnTo>
                    <a:pt x="6372224" y="571978"/>
                  </a:lnTo>
                  <a:close/>
                </a:path>
                <a:path w="6372225" h="2397125">
                  <a:moveTo>
                    <a:pt x="6372224" y="629128"/>
                  </a:moveTo>
                  <a:lnTo>
                    <a:pt x="6347643" y="629128"/>
                  </a:lnTo>
                  <a:lnTo>
                    <a:pt x="6347643" y="600553"/>
                  </a:lnTo>
                  <a:lnTo>
                    <a:pt x="6372224" y="600553"/>
                  </a:lnTo>
                  <a:lnTo>
                    <a:pt x="6372224" y="629128"/>
                  </a:lnTo>
                  <a:close/>
                </a:path>
                <a:path w="6372225" h="2397125">
                  <a:moveTo>
                    <a:pt x="6372224" y="686278"/>
                  </a:moveTo>
                  <a:lnTo>
                    <a:pt x="6347643" y="686278"/>
                  </a:lnTo>
                  <a:lnTo>
                    <a:pt x="6347643" y="657703"/>
                  </a:lnTo>
                  <a:lnTo>
                    <a:pt x="6372224" y="657703"/>
                  </a:lnTo>
                  <a:lnTo>
                    <a:pt x="6372224" y="686278"/>
                  </a:lnTo>
                  <a:close/>
                </a:path>
                <a:path w="6372225" h="2397125">
                  <a:moveTo>
                    <a:pt x="6372224" y="743428"/>
                  </a:moveTo>
                  <a:lnTo>
                    <a:pt x="6347643" y="743428"/>
                  </a:lnTo>
                  <a:lnTo>
                    <a:pt x="6347643" y="714853"/>
                  </a:lnTo>
                  <a:lnTo>
                    <a:pt x="6372224" y="714853"/>
                  </a:lnTo>
                  <a:lnTo>
                    <a:pt x="6372224" y="743428"/>
                  </a:lnTo>
                  <a:close/>
                </a:path>
                <a:path w="6372225" h="2397125">
                  <a:moveTo>
                    <a:pt x="6372224" y="800578"/>
                  </a:moveTo>
                  <a:lnTo>
                    <a:pt x="6347643" y="800578"/>
                  </a:lnTo>
                  <a:lnTo>
                    <a:pt x="6347643" y="772003"/>
                  </a:lnTo>
                  <a:lnTo>
                    <a:pt x="6372224" y="772003"/>
                  </a:lnTo>
                  <a:lnTo>
                    <a:pt x="6372224" y="800578"/>
                  </a:lnTo>
                  <a:close/>
                </a:path>
                <a:path w="6372225" h="2397125">
                  <a:moveTo>
                    <a:pt x="6372224" y="857728"/>
                  </a:moveTo>
                  <a:lnTo>
                    <a:pt x="6347643" y="857728"/>
                  </a:lnTo>
                  <a:lnTo>
                    <a:pt x="6347643" y="829153"/>
                  </a:lnTo>
                  <a:lnTo>
                    <a:pt x="6372224" y="829153"/>
                  </a:lnTo>
                  <a:lnTo>
                    <a:pt x="6372224" y="857728"/>
                  </a:lnTo>
                  <a:close/>
                </a:path>
                <a:path w="6372225" h="2397125">
                  <a:moveTo>
                    <a:pt x="6372224" y="914878"/>
                  </a:moveTo>
                  <a:lnTo>
                    <a:pt x="6347643" y="914878"/>
                  </a:lnTo>
                  <a:lnTo>
                    <a:pt x="6347643" y="886303"/>
                  </a:lnTo>
                  <a:lnTo>
                    <a:pt x="6372224" y="886303"/>
                  </a:lnTo>
                  <a:lnTo>
                    <a:pt x="6372224" y="914878"/>
                  </a:lnTo>
                  <a:close/>
                </a:path>
                <a:path w="6372225" h="2397125">
                  <a:moveTo>
                    <a:pt x="6372224" y="972028"/>
                  </a:moveTo>
                  <a:lnTo>
                    <a:pt x="6347643" y="972028"/>
                  </a:lnTo>
                  <a:lnTo>
                    <a:pt x="6347643" y="943453"/>
                  </a:lnTo>
                  <a:lnTo>
                    <a:pt x="6372224" y="943453"/>
                  </a:lnTo>
                  <a:lnTo>
                    <a:pt x="6372224" y="972028"/>
                  </a:lnTo>
                  <a:close/>
                </a:path>
                <a:path w="6372225" h="2397125">
                  <a:moveTo>
                    <a:pt x="6372224" y="1029178"/>
                  </a:moveTo>
                  <a:lnTo>
                    <a:pt x="6347643" y="1029178"/>
                  </a:lnTo>
                  <a:lnTo>
                    <a:pt x="6347643" y="1000603"/>
                  </a:lnTo>
                  <a:lnTo>
                    <a:pt x="6372224" y="1000603"/>
                  </a:lnTo>
                  <a:lnTo>
                    <a:pt x="6372224" y="1029178"/>
                  </a:lnTo>
                  <a:close/>
                </a:path>
                <a:path w="6372225" h="2397125">
                  <a:moveTo>
                    <a:pt x="6372224" y="1086328"/>
                  </a:moveTo>
                  <a:lnTo>
                    <a:pt x="6347643" y="1086328"/>
                  </a:lnTo>
                  <a:lnTo>
                    <a:pt x="6347643" y="1057753"/>
                  </a:lnTo>
                  <a:lnTo>
                    <a:pt x="6372224" y="1057753"/>
                  </a:lnTo>
                  <a:lnTo>
                    <a:pt x="6372224" y="1086328"/>
                  </a:lnTo>
                  <a:close/>
                </a:path>
                <a:path w="6372225" h="2397125">
                  <a:moveTo>
                    <a:pt x="6372224" y="1143478"/>
                  </a:moveTo>
                  <a:lnTo>
                    <a:pt x="6347643" y="1143478"/>
                  </a:lnTo>
                  <a:lnTo>
                    <a:pt x="6347643" y="1114903"/>
                  </a:lnTo>
                  <a:lnTo>
                    <a:pt x="6372224" y="1114903"/>
                  </a:lnTo>
                  <a:lnTo>
                    <a:pt x="6372224" y="1143478"/>
                  </a:lnTo>
                  <a:close/>
                </a:path>
                <a:path w="6372225" h="2397125">
                  <a:moveTo>
                    <a:pt x="6372224" y="1200628"/>
                  </a:moveTo>
                  <a:lnTo>
                    <a:pt x="6347643" y="1200628"/>
                  </a:lnTo>
                  <a:lnTo>
                    <a:pt x="6347643" y="1172053"/>
                  </a:lnTo>
                  <a:lnTo>
                    <a:pt x="6372224" y="1172053"/>
                  </a:lnTo>
                  <a:lnTo>
                    <a:pt x="6372224" y="1200628"/>
                  </a:lnTo>
                  <a:close/>
                </a:path>
                <a:path w="6372225" h="2397125">
                  <a:moveTo>
                    <a:pt x="6372224" y="1257778"/>
                  </a:moveTo>
                  <a:lnTo>
                    <a:pt x="6347643" y="1257778"/>
                  </a:lnTo>
                  <a:lnTo>
                    <a:pt x="6347643" y="1229203"/>
                  </a:lnTo>
                  <a:lnTo>
                    <a:pt x="6372224" y="1229203"/>
                  </a:lnTo>
                  <a:lnTo>
                    <a:pt x="6372224" y="1257778"/>
                  </a:lnTo>
                  <a:close/>
                </a:path>
                <a:path w="6372225" h="2397125">
                  <a:moveTo>
                    <a:pt x="6372224" y="1314928"/>
                  </a:moveTo>
                  <a:lnTo>
                    <a:pt x="6347643" y="1314928"/>
                  </a:lnTo>
                  <a:lnTo>
                    <a:pt x="6347643" y="1286353"/>
                  </a:lnTo>
                  <a:lnTo>
                    <a:pt x="6372224" y="1286353"/>
                  </a:lnTo>
                  <a:lnTo>
                    <a:pt x="6372224" y="1314928"/>
                  </a:lnTo>
                  <a:close/>
                </a:path>
                <a:path w="6372225" h="2397125">
                  <a:moveTo>
                    <a:pt x="6372224" y="1372078"/>
                  </a:moveTo>
                  <a:lnTo>
                    <a:pt x="6347643" y="1372078"/>
                  </a:lnTo>
                  <a:lnTo>
                    <a:pt x="6347643" y="1343503"/>
                  </a:lnTo>
                  <a:lnTo>
                    <a:pt x="6372224" y="1343503"/>
                  </a:lnTo>
                  <a:lnTo>
                    <a:pt x="6372224" y="1372078"/>
                  </a:lnTo>
                  <a:close/>
                </a:path>
                <a:path w="6372225" h="2397125">
                  <a:moveTo>
                    <a:pt x="6372224" y="1429228"/>
                  </a:moveTo>
                  <a:lnTo>
                    <a:pt x="6347643" y="1429228"/>
                  </a:lnTo>
                  <a:lnTo>
                    <a:pt x="6347643" y="1400653"/>
                  </a:lnTo>
                  <a:lnTo>
                    <a:pt x="6372224" y="1400653"/>
                  </a:lnTo>
                  <a:lnTo>
                    <a:pt x="6372224" y="1429228"/>
                  </a:lnTo>
                  <a:close/>
                </a:path>
                <a:path w="6372225" h="2397125">
                  <a:moveTo>
                    <a:pt x="6372224" y="1486378"/>
                  </a:moveTo>
                  <a:lnTo>
                    <a:pt x="6347643" y="1486378"/>
                  </a:lnTo>
                  <a:lnTo>
                    <a:pt x="6347643" y="1457803"/>
                  </a:lnTo>
                  <a:lnTo>
                    <a:pt x="6372224" y="1457803"/>
                  </a:lnTo>
                  <a:lnTo>
                    <a:pt x="6372224" y="1486378"/>
                  </a:lnTo>
                  <a:close/>
                </a:path>
                <a:path w="6372225" h="2397125">
                  <a:moveTo>
                    <a:pt x="6372224" y="1543528"/>
                  </a:moveTo>
                  <a:lnTo>
                    <a:pt x="6347643" y="1543528"/>
                  </a:lnTo>
                  <a:lnTo>
                    <a:pt x="6347643" y="1514953"/>
                  </a:lnTo>
                  <a:lnTo>
                    <a:pt x="6372224" y="1514953"/>
                  </a:lnTo>
                  <a:lnTo>
                    <a:pt x="6372224" y="1543528"/>
                  </a:lnTo>
                  <a:close/>
                </a:path>
                <a:path w="6372225" h="2397125">
                  <a:moveTo>
                    <a:pt x="6372224" y="1600678"/>
                  </a:moveTo>
                  <a:lnTo>
                    <a:pt x="6347643" y="1600678"/>
                  </a:lnTo>
                  <a:lnTo>
                    <a:pt x="6347643" y="1572103"/>
                  </a:lnTo>
                  <a:lnTo>
                    <a:pt x="6372224" y="1572103"/>
                  </a:lnTo>
                  <a:lnTo>
                    <a:pt x="6372224" y="1600678"/>
                  </a:lnTo>
                  <a:close/>
                </a:path>
                <a:path w="6372225" h="2397125">
                  <a:moveTo>
                    <a:pt x="6372224" y="1657828"/>
                  </a:moveTo>
                  <a:lnTo>
                    <a:pt x="6347643" y="1657828"/>
                  </a:lnTo>
                  <a:lnTo>
                    <a:pt x="6347643" y="1629253"/>
                  </a:lnTo>
                  <a:lnTo>
                    <a:pt x="6372224" y="1629253"/>
                  </a:lnTo>
                  <a:lnTo>
                    <a:pt x="6372224" y="1657828"/>
                  </a:lnTo>
                  <a:close/>
                </a:path>
                <a:path w="6372225" h="2397125">
                  <a:moveTo>
                    <a:pt x="6372224" y="1714978"/>
                  </a:moveTo>
                  <a:lnTo>
                    <a:pt x="6347643" y="1714978"/>
                  </a:lnTo>
                  <a:lnTo>
                    <a:pt x="6347643" y="1686403"/>
                  </a:lnTo>
                  <a:lnTo>
                    <a:pt x="6372224" y="1686403"/>
                  </a:lnTo>
                  <a:lnTo>
                    <a:pt x="6372224" y="1714978"/>
                  </a:lnTo>
                  <a:close/>
                </a:path>
                <a:path w="6372225" h="2397125">
                  <a:moveTo>
                    <a:pt x="6372224" y="1772128"/>
                  </a:moveTo>
                  <a:lnTo>
                    <a:pt x="6347643" y="1772128"/>
                  </a:lnTo>
                  <a:lnTo>
                    <a:pt x="6347643" y="1743553"/>
                  </a:lnTo>
                  <a:lnTo>
                    <a:pt x="6372224" y="1743553"/>
                  </a:lnTo>
                  <a:lnTo>
                    <a:pt x="6372224" y="1772128"/>
                  </a:lnTo>
                  <a:close/>
                </a:path>
                <a:path w="6372225" h="2397125">
                  <a:moveTo>
                    <a:pt x="6372224" y="1829278"/>
                  </a:moveTo>
                  <a:lnTo>
                    <a:pt x="6347643" y="1829278"/>
                  </a:lnTo>
                  <a:lnTo>
                    <a:pt x="6347643" y="1800703"/>
                  </a:lnTo>
                  <a:lnTo>
                    <a:pt x="6372224" y="1800703"/>
                  </a:lnTo>
                  <a:lnTo>
                    <a:pt x="6372224" y="1829278"/>
                  </a:lnTo>
                  <a:close/>
                </a:path>
                <a:path w="6372225" h="2397125">
                  <a:moveTo>
                    <a:pt x="6372224" y="1886428"/>
                  </a:moveTo>
                  <a:lnTo>
                    <a:pt x="6347643" y="1886428"/>
                  </a:lnTo>
                  <a:lnTo>
                    <a:pt x="6347643" y="1857853"/>
                  </a:lnTo>
                  <a:lnTo>
                    <a:pt x="6372224" y="1857853"/>
                  </a:lnTo>
                  <a:lnTo>
                    <a:pt x="6372224" y="1886428"/>
                  </a:lnTo>
                  <a:close/>
                </a:path>
                <a:path w="6372225" h="2397125">
                  <a:moveTo>
                    <a:pt x="6372224" y="1943578"/>
                  </a:moveTo>
                  <a:lnTo>
                    <a:pt x="6347643" y="1943578"/>
                  </a:lnTo>
                  <a:lnTo>
                    <a:pt x="6347643" y="1915003"/>
                  </a:lnTo>
                  <a:lnTo>
                    <a:pt x="6372224" y="1915003"/>
                  </a:lnTo>
                  <a:lnTo>
                    <a:pt x="6372224" y="1943578"/>
                  </a:lnTo>
                  <a:close/>
                </a:path>
                <a:path w="6372225" h="2397125">
                  <a:moveTo>
                    <a:pt x="6372224" y="2000728"/>
                  </a:moveTo>
                  <a:lnTo>
                    <a:pt x="6347643" y="2000728"/>
                  </a:lnTo>
                  <a:lnTo>
                    <a:pt x="6347643" y="1972153"/>
                  </a:lnTo>
                  <a:lnTo>
                    <a:pt x="6372224" y="1972153"/>
                  </a:lnTo>
                  <a:lnTo>
                    <a:pt x="6372224" y="2000728"/>
                  </a:lnTo>
                  <a:close/>
                </a:path>
                <a:path w="6372225" h="2397125">
                  <a:moveTo>
                    <a:pt x="6372224" y="2057878"/>
                  </a:moveTo>
                  <a:lnTo>
                    <a:pt x="6347643" y="2057878"/>
                  </a:lnTo>
                  <a:lnTo>
                    <a:pt x="6347643" y="2029303"/>
                  </a:lnTo>
                  <a:lnTo>
                    <a:pt x="6372224" y="2029303"/>
                  </a:lnTo>
                  <a:lnTo>
                    <a:pt x="6372224" y="2057878"/>
                  </a:lnTo>
                  <a:close/>
                </a:path>
                <a:path w="6372225" h="2397125">
                  <a:moveTo>
                    <a:pt x="6372224" y="2115028"/>
                  </a:moveTo>
                  <a:lnTo>
                    <a:pt x="6347643" y="2115028"/>
                  </a:lnTo>
                  <a:lnTo>
                    <a:pt x="6347643" y="2086453"/>
                  </a:lnTo>
                  <a:lnTo>
                    <a:pt x="6372224" y="2086453"/>
                  </a:lnTo>
                  <a:lnTo>
                    <a:pt x="6372224" y="2115028"/>
                  </a:lnTo>
                  <a:close/>
                </a:path>
                <a:path w="6372225" h="2397125">
                  <a:moveTo>
                    <a:pt x="6372224" y="2172178"/>
                  </a:moveTo>
                  <a:lnTo>
                    <a:pt x="6347643" y="2172178"/>
                  </a:lnTo>
                  <a:lnTo>
                    <a:pt x="6347643" y="2143603"/>
                  </a:lnTo>
                  <a:lnTo>
                    <a:pt x="6372224" y="2143603"/>
                  </a:lnTo>
                  <a:lnTo>
                    <a:pt x="6372224" y="2172178"/>
                  </a:lnTo>
                  <a:close/>
                </a:path>
                <a:path w="6372225" h="2397125">
                  <a:moveTo>
                    <a:pt x="6372224" y="2229328"/>
                  </a:moveTo>
                  <a:lnTo>
                    <a:pt x="6347643" y="2229328"/>
                  </a:lnTo>
                  <a:lnTo>
                    <a:pt x="6347643" y="2200753"/>
                  </a:lnTo>
                  <a:lnTo>
                    <a:pt x="6372224" y="2200753"/>
                  </a:lnTo>
                  <a:lnTo>
                    <a:pt x="6372224" y="2229328"/>
                  </a:lnTo>
                  <a:close/>
                </a:path>
                <a:path w="6372225" h="2397125">
                  <a:moveTo>
                    <a:pt x="6367325" y="2285776"/>
                  </a:moveTo>
                  <a:lnTo>
                    <a:pt x="6340884" y="2277019"/>
                  </a:lnTo>
                  <a:lnTo>
                    <a:pt x="6343323" y="2269652"/>
                  </a:lnTo>
                  <a:lnTo>
                    <a:pt x="6345168" y="2261872"/>
                  </a:lnTo>
                  <a:lnTo>
                    <a:pt x="6346289" y="2254062"/>
                  </a:lnTo>
                  <a:lnTo>
                    <a:pt x="6372224" y="2257787"/>
                  </a:lnTo>
                  <a:lnTo>
                    <a:pt x="6372224" y="2269652"/>
                  </a:lnTo>
                  <a:lnTo>
                    <a:pt x="6367325" y="2285776"/>
                  </a:lnTo>
                  <a:close/>
                </a:path>
                <a:path w="6372225" h="2397125">
                  <a:moveTo>
                    <a:pt x="6340328" y="2335532"/>
                  </a:moveTo>
                  <a:lnTo>
                    <a:pt x="6340106" y="2335532"/>
                  </a:lnTo>
                  <a:lnTo>
                    <a:pt x="6318512" y="2318293"/>
                  </a:lnTo>
                  <a:lnTo>
                    <a:pt x="6323442" y="2312118"/>
                  </a:lnTo>
                  <a:lnTo>
                    <a:pt x="6327789" y="2305555"/>
                  </a:lnTo>
                  <a:lnTo>
                    <a:pt x="6331553" y="2298604"/>
                  </a:lnTo>
                  <a:lnTo>
                    <a:pt x="6356004" y="2311845"/>
                  </a:lnTo>
                  <a:lnTo>
                    <a:pt x="6349014" y="2324938"/>
                  </a:lnTo>
                  <a:lnTo>
                    <a:pt x="6340328" y="2335532"/>
                  </a:lnTo>
                  <a:close/>
                </a:path>
                <a:path w="6372225" h="2397125">
                  <a:moveTo>
                    <a:pt x="6297284" y="2373477"/>
                  </a:moveTo>
                  <a:lnTo>
                    <a:pt x="6282882" y="2349461"/>
                  </a:lnTo>
                  <a:lnTo>
                    <a:pt x="6289673" y="2345388"/>
                  </a:lnTo>
                  <a:lnTo>
                    <a:pt x="6296053" y="2340745"/>
                  </a:lnTo>
                  <a:lnTo>
                    <a:pt x="6302021" y="2335532"/>
                  </a:lnTo>
                  <a:lnTo>
                    <a:pt x="6320354" y="2356519"/>
                  </a:lnTo>
                  <a:lnTo>
                    <a:pt x="6304132" y="2369821"/>
                  </a:lnTo>
                  <a:lnTo>
                    <a:pt x="6297284" y="2373477"/>
                  </a:lnTo>
                  <a:close/>
                </a:path>
                <a:path w="6372225" h="2397125">
                  <a:moveTo>
                    <a:pt x="6244329" y="2394054"/>
                  </a:moveTo>
                  <a:lnTo>
                    <a:pt x="6239053" y="2366132"/>
                  </a:lnTo>
                  <a:lnTo>
                    <a:pt x="6246796" y="2364669"/>
                  </a:lnTo>
                  <a:lnTo>
                    <a:pt x="6254351" y="2362536"/>
                  </a:lnTo>
                  <a:lnTo>
                    <a:pt x="6261718" y="2359733"/>
                  </a:lnTo>
                  <a:lnTo>
                    <a:pt x="6271742" y="2386073"/>
                  </a:lnTo>
                  <a:lnTo>
                    <a:pt x="6246035" y="2393885"/>
                  </a:lnTo>
                  <a:lnTo>
                    <a:pt x="6244329" y="2394054"/>
                  </a:lnTo>
                  <a:close/>
                </a:path>
                <a:path w="6372225" h="2397125">
                  <a:moveTo>
                    <a:pt x="6214298" y="2397025"/>
                  </a:moveTo>
                  <a:lnTo>
                    <a:pt x="6187038" y="2397025"/>
                  </a:lnTo>
                  <a:lnTo>
                    <a:pt x="6187038" y="2368445"/>
                  </a:lnTo>
                  <a:lnTo>
                    <a:pt x="6215521" y="2368445"/>
                  </a:lnTo>
                  <a:lnTo>
                    <a:pt x="6215637" y="2396893"/>
                  </a:lnTo>
                  <a:lnTo>
                    <a:pt x="6214298" y="2397025"/>
                  </a:lnTo>
                  <a:close/>
                </a:path>
                <a:path w="6372225" h="2397125">
                  <a:moveTo>
                    <a:pt x="6158463" y="2397025"/>
                  </a:moveTo>
                  <a:lnTo>
                    <a:pt x="6129888" y="2397025"/>
                  </a:lnTo>
                  <a:lnTo>
                    <a:pt x="6129888" y="2368450"/>
                  </a:lnTo>
                  <a:lnTo>
                    <a:pt x="6158463" y="2368450"/>
                  </a:lnTo>
                  <a:lnTo>
                    <a:pt x="6158463" y="2397025"/>
                  </a:lnTo>
                  <a:close/>
                </a:path>
                <a:path w="6372225" h="2397125">
                  <a:moveTo>
                    <a:pt x="6101313" y="2397025"/>
                  </a:moveTo>
                  <a:lnTo>
                    <a:pt x="6072738" y="2397025"/>
                  </a:lnTo>
                  <a:lnTo>
                    <a:pt x="6072738" y="2368450"/>
                  </a:lnTo>
                  <a:lnTo>
                    <a:pt x="6101313" y="2368450"/>
                  </a:lnTo>
                  <a:lnTo>
                    <a:pt x="6101313" y="2397025"/>
                  </a:lnTo>
                  <a:close/>
                </a:path>
                <a:path w="6372225" h="2397125">
                  <a:moveTo>
                    <a:pt x="6044163" y="2397025"/>
                  </a:moveTo>
                  <a:lnTo>
                    <a:pt x="6015588" y="2397025"/>
                  </a:lnTo>
                  <a:lnTo>
                    <a:pt x="6015588" y="2368450"/>
                  </a:lnTo>
                  <a:lnTo>
                    <a:pt x="6044163" y="2368450"/>
                  </a:lnTo>
                  <a:lnTo>
                    <a:pt x="6044163" y="2397025"/>
                  </a:lnTo>
                  <a:close/>
                </a:path>
                <a:path w="6372225" h="2397125">
                  <a:moveTo>
                    <a:pt x="5987013" y="2397025"/>
                  </a:moveTo>
                  <a:lnTo>
                    <a:pt x="5958438" y="2397025"/>
                  </a:lnTo>
                  <a:lnTo>
                    <a:pt x="5958438" y="2368450"/>
                  </a:lnTo>
                  <a:lnTo>
                    <a:pt x="5987013" y="2368450"/>
                  </a:lnTo>
                  <a:lnTo>
                    <a:pt x="5987013" y="2397025"/>
                  </a:lnTo>
                  <a:close/>
                </a:path>
                <a:path w="6372225" h="2397125">
                  <a:moveTo>
                    <a:pt x="5929863" y="2397025"/>
                  </a:moveTo>
                  <a:lnTo>
                    <a:pt x="5901288" y="2397025"/>
                  </a:lnTo>
                  <a:lnTo>
                    <a:pt x="5901288" y="2368450"/>
                  </a:lnTo>
                  <a:lnTo>
                    <a:pt x="5929863" y="2368450"/>
                  </a:lnTo>
                  <a:lnTo>
                    <a:pt x="5929863" y="2397025"/>
                  </a:lnTo>
                  <a:close/>
                </a:path>
                <a:path w="6372225" h="2397125">
                  <a:moveTo>
                    <a:pt x="5872713" y="2397025"/>
                  </a:moveTo>
                  <a:lnTo>
                    <a:pt x="5844138" y="2397025"/>
                  </a:lnTo>
                  <a:lnTo>
                    <a:pt x="5844138" y="2368450"/>
                  </a:lnTo>
                  <a:lnTo>
                    <a:pt x="5872713" y="2368450"/>
                  </a:lnTo>
                  <a:lnTo>
                    <a:pt x="5872713" y="2397025"/>
                  </a:lnTo>
                  <a:close/>
                </a:path>
                <a:path w="6372225" h="2397125">
                  <a:moveTo>
                    <a:pt x="5815563" y="2397025"/>
                  </a:moveTo>
                  <a:lnTo>
                    <a:pt x="5786988" y="2397025"/>
                  </a:lnTo>
                  <a:lnTo>
                    <a:pt x="5786988" y="2368450"/>
                  </a:lnTo>
                  <a:lnTo>
                    <a:pt x="5815563" y="2368450"/>
                  </a:lnTo>
                  <a:lnTo>
                    <a:pt x="5815563" y="2397025"/>
                  </a:lnTo>
                  <a:close/>
                </a:path>
                <a:path w="6372225" h="2397125">
                  <a:moveTo>
                    <a:pt x="5758413" y="2397025"/>
                  </a:moveTo>
                  <a:lnTo>
                    <a:pt x="5729838" y="2397025"/>
                  </a:lnTo>
                  <a:lnTo>
                    <a:pt x="5729838" y="2368450"/>
                  </a:lnTo>
                  <a:lnTo>
                    <a:pt x="5758413" y="2368450"/>
                  </a:lnTo>
                  <a:lnTo>
                    <a:pt x="5758413" y="2397025"/>
                  </a:lnTo>
                  <a:close/>
                </a:path>
                <a:path w="6372225" h="2397125">
                  <a:moveTo>
                    <a:pt x="5701263" y="2397025"/>
                  </a:moveTo>
                  <a:lnTo>
                    <a:pt x="5672688" y="2397025"/>
                  </a:lnTo>
                  <a:lnTo>
                    <a:pt x="5672688" y="2368450"/>
                  </a:lnTo>
                  <a:lnTo>
                    <a:pt x="5701263" y="2368450"/>
                  </a:lnTo>
                  <a:lnTo>
                    <a:pt x="5701263" y="2397025"/>
                  </a:lnTo>
                  <a:close/>
                </a:path>
                <a:path w="6372225" h="2397125">
                  <a:moveTo>
                    <a:pt x="5644113" y="2397025"/>
                  </a:moveTo>
                  <a:lnTo>
                    <a:pt x="5615538" y="2397025"/>
                  </a:lnTo>
                  <a:lnTo>
                    <a:pt x="5615538" y="2368450"/>
                  </a:lnTo>
                  <a:lnTo>
                    <a:pt x="5644113" y="2368450"/>
                  </a:lnTo>
                  <a:lnTo>
                    <a:pt x="5644113" y="2397025"/>
                  </a:lnTo>
                  <a:close/>
                </a:path>
                <a:path w="6372225" h="2397125">
                  <a:moveTo>
                    <a:pt x="5586963" y="2397025"/>
                  </a:moveTo>
                  <a:lnTo>
                    <a:pt x="5558388" y="2397025"/>
                  </a:lnTo>
                  <a:lnTo>
                    <a:pt x="5558388" y="2368450"/>
                  </a:lnTo>
                  <a:lnTo>
                    <a:pt x="5586963" y="2368450"/>
                  </a:lnTo>
                  <a:lnTo>
                    <a:pt x="5586963" y="2397025"/>
                  </a:lnTo>
                  <a:close/>
                </a:path>
                <a:path w="6372225" h="2397125">
                  <a:moveTo>
                    <a:pt x="5529813" y="2397025"/>
                  </a:moveTo>
                  <a:lnTo>
                    <a:pt x="5501238" y="2397025"/>
                  </a:lnTo>
                  <a:lnTo>
                    <a:pt x="5501238" y="2368450"/>
                  </a:lnTo>
                  <a:lnTo>
                    <a:pt x="5529813" y="2368450"/>
                  </a:lnTo>
                  <a:lnTo>
                    <a:pt x="5529813" y="2397025"/>
                  </a:lnTo>
                  <a:close/>
                </a:path>
                <a:path w="6372225" h="2397125">
                  <a:moveTo>
                    <a:pt x="5472663" y="2397025"/>
                  </a:moveTo>
                  <a:lnTo>
                    <a:pt x="5444088" y="2397025"/>
                  </a:lnTo>
                  <a:lnTo>
                    <a:pt x="5444088" y="2368450"/>
                  </a:lnTo>
                  <a:lnTo>
                    <a:pt x="5472663" y="2368450"/>
                  </a:lnTo>
                  <a:lnTo>
                    <a:pt x="5472663" y="2397025"/>
                  </a:lnTo>
                  <a:close/>
                </a:path>
                <a:path w="6372225" h="2397125">
                  <a:moveTo>
                    <a:pt x="5415513" y="2397025"/>
                  </a:moveTo>
                  <a:lnTo>
                    <a:pt x="5386938" y="2397025"/>
                  </a:lnTo>
                  <a:lnTo>
                    <a:pt x="5386938" y="2368450"/>
                  </a:lnTo>
                  <a:lnTo>
                    <a:pt x="5415513" y="2368450"/>
                  </a:lnTo>
                  <a:lnTo>
                    <a:pt x="5415513" y="2397025"/>
                  </a:lnTo>
                  <a:close/>
                </a:path>
                <a:path w="6372225" h="2397125">
                  <a:moveTo>
                    <a:pt x="5358363" y="2397025"/>
                  </a:moveTo>
                  <a:lnTo>
                    <a:pt x="5329788" y="2397025"/>
                  </a:lnTo>
                  <a:lnTo>
                    <a:pt x="5329788" y="2368450"/>
                  </a:lnTo>
                  <a:lnTo>
                    <a:pt x="5358363" y="2368450"/>
                  </a:lnTo>
                  <a:lnTo>
                    <a:pt x="5358363" y="2397025"/>
                  </a:lnTo>
                  <a:close/>
                </a:path>
                <a:path w="6372225" h="2397125">
                  <a:moveTo>
                    <a:pt x="5301213" y="2397025"/>
                  </a:moveTo>
                  <a:lnTo>
                    <a:pt x="5272638" y="2397025"/>
                  </a:lnTo>
                  <a:lnTo>
                    <a:pt x="5272638" y="2368450"/>
                  </a:lnTo>
                  <a:lnTo>
                    <a:pt x="5301213" y="2368450"/>
                  </a:lnTo>
                  <a:lnTo>
                    <a:pt x="5301213" y="2397025"/>
                  </a:lnTo>
                  <a:close/>
                </a:path>
                <a:path w="6372225" h="2397125">
                  <a:moveTo>
                    <a:pt x="5244063" y="2397025"/>
                  </a:moveTo>
                  <a:lnTo>
                    <a:pt x="5215488" y="2397025"/>
                  </a:lnTo>
                  <a:lnTo>
                    <a:pt x="5215488" y="2368450"/>
                  </a:lnTo>
                  <a:lnTo>
                    <a:pt x="5244063" y="2368450"/>
                  </a:lnTo>
                  <a:lnTo>
                    <a:pt x="5244063" y="2397025"/>
                  </a:lnTo>
                  <a:close/>
                </a:path>
                <a:path w="6372225" h="2397125">
                  <a:moveTo>
                    <a:pt x="5186913" y="2397025"/>
                  </a:moveTo>
                  <a:lnTo>
                    <a:pt x="5158338" y="2397025"/>
                  </a:lnTo>
                  <a:lnTo>
                    <a:pt x="5158338" y="2368450"/>
                  </a:lnTo>
                  <a:lnTo>
                    <a:pt x="5186913" y="2368450"/>
                  </a:lnTo>
                  <a:lnTo>
                    <a:pt x="5186913" y="2397025"/>
                  </a:lnTo>
                  <a:close/>
                </a:path>
                <a:path w="6372225" h="2397125">
                  <a:moveTo>
                    <a:pt x="5129763" y="2397025"/>
                  </a:moveTo>
                  <a:lnTo>
                    <a:pt x="5101188" y="2397025"/>
                  </a:lnTo>
                  <a:lnTo>
                    <a:pt x="5101188" y="2368450"/>
                  </a:lnTo>
                  <a:lnTo>
                    <a:pt x="5129763" y="2368450"/>
                  </a:lnTo>
                  <a:lnTo>
                    <a:pt x="5129763" y="2397025"/>
                  </a:lnTo>
                  <a:close/>
                </a:path>
                <a:path w="6372225" h="2397125">
                  <a:moveTo>
                    <a:pt x="5072613" y="2397025"/>
                  </a:moveTo>
                  <a:lnTo>
                    <a:pt x="5044038" y="2397025"/>
                  </a:lnTo>
                  <a:lnTo>
                    <a:pt x="5044038" y="2368450"/>
                  </a:lnTo>
                  <a:lnTo>
                    <a:pt x="5072613" y="2368450"/>
                  </a:lnTo>
                  <a:lnTo>
                    <a:pt x="5072613" y="2397025"/>
                  </a:lnTo>
                  <a:close/>
                </a:path>
                <a:path w="6372225" h="2397125">
                  <a:moveTo>
                    <a:pt x="5015463" y="2397025"/>
                  </a:moveTo>
                  <a:lnTo>
                    <a:pt x="4986888" y="2397025"/>
                  </a:lnTo>
                  <a:lnTo>
                    <a:pt x="4986888" y="2368450"/>
                  </a:lnTo>
                  <a:lnTo>
                    <a:pt x="5015463" y="2368450"/>
                  </a:lnTo>
                  <a:lnTo>
                    <a:pt x="5015463" y="2397025"/>
                  </a:lnTo>
                  <a:close/>
                </a:path>
                <a:path w="6372225" h="2397125">
                  <a:moveTo>
                    <a:pt x="4958313" y="2397025"/>
                  </a:moveTo>
                  <a:lnTo>
                    <a:pt x="4929738" y="2397025"/>
                  </a:lnTo>
                  <a:lnTo>
                    <a:pt x="4929738" y="2368450"/>
                  </a:lnTo>
                  <a:lnTo>
                    <a:pt x="4958313" y="2368450"/>
                  </a:lnTo>
                  <a:lnTo>
                    <a:pt x="4958313" y="2397025"/>
                  </a:lnTo>
                  <a:close/>
                </a:path>
                <a:path w="6372225" h="2397125">
                  <a:moveTo>
                    <a:pt x="4901163" y="2397025"/>
                  </a:moveTo>
                  <a:lnTo>
                    <a:pt x="4872588" y="2397025"/>
                  </a:lnTo>
                  <a:lnTo>
                    <a:pt x="4872588" y="2368450"/>
                  </a:lnTo>
                  <a:lnTo>
                    <a:pt x="4901163" y="2368450"/>
                  </a:lnTo>
                  <a:lnTo>
                    <a:pt x="4901163" y="2397025"/>
                  </a:lnTo>
                  <a:close/>
                </a:path>
                <a:path w="6372225" h="2397125">
                  <a:moveTo>
                    <a:pt x="4844013" y="2397025"/>
                  </a:moveTo>
                  <a:lnTo>
                    <a:pt x="4815438" y="2397025"/>
                  </a:lnTo>
                  <a:lnTo>
                    <a:pt x="4815438" y="2368450"/>
                  </a:lnTo>
                  <a:lnTo>
                    <a:pt x="4844013" y="2368450"/>
                  </a:lnTo>
                  <a:lnTo>
                    <a:pt x="4844013" y="2397025"/>
                  </a:lnTo>
                  <a:close/>
                </a:path>
                <a:path w="6372225" h="2397125">
                  <a:moveTo>
                    <a:pt x="4786863" y="2397025"/>
                  </a:moveTo>
                  <a:lnTo>
                    <a:pt x="4758288" y="2397025"/>
                  </a:lnTo>
                  <a:lnTo>
                    <a:pt x="4758288" y="2368450"/>
                  </a:lnTo>
                  <a:lnTo>
                    <a:pt x="4786863" y="2368450"/>
                  </a:lnTo>
                  <a:lnTo>
                    <a:pt x="4786863" y="2397025"/>
                  </a:lnTo>
                  <a:close/>
                </a:path>
                <a:path w="6372225" h="2397125">
                  <a:moveTo>
                    <a:pt x="4729713" y="2397025"/>
                  </a:moveTo>
                  <a:lnTo>
                    <a:pt x="4701138" y="2397025"/>
                  </a:lnTo>
                  <a:lnTo>
                    <a:pt x="4701138" y="2368450"/>
                  </a:lnTo>
                  <a:lnTo>
                    <a:pt x="4729713" y="2368450"/>
                  </a:lnTo>
                  <a:lnTo>
                    <a:pt x="4729713" y="2397025"/>
                  </a:lnTo>
                  <a:close/>
                </a:path>
                <a:path w="6372225" h="2397125">
                  <a:moveTo>
                    <a:pt x="4672563" y="2397025"/>
                  </a:moveTo>
                  <a:lnTo>
                    <a:pt x="4643988" y="2397025"/>
                  </a:lnTo>
                  <a:lnTo>
                    <a:pt x="4643988" y="2368450"/>
                  </a:lnTo>
                  <a:lnTo>
                    <a:pt x="4672563" y="2368450"/>
                  </a:lnTo>
                  <a:lnTo>
                    <a:pt x="4672563" y="2397025"/>
                  </a:lnTo>
                  <a:close/>
                </a:path>
                <a:path w="6372225" h="2397125">
                  <a:moveTo>
                    <a:pt x="4615413" y="2397025"/>
                  </a:moveTo>
                  <a:lnTo>
                    <a:pt x="4586838" y="2397025"/>
                  </a:lnTo>
                  <a:lnTo>
                    <a:pt x="4586838" y="2368450"/>
                  </a:lnTo>
                  <a:lnTo>
                    <a:pt x="4615413" y="2368450"/>
                  </a:lnTo>
                  <a:lnTo>
                    <a:pt x="4615413" y="2397025"/>
                  </a:lnTo>
                  <a:close/>
                </a:path>
                <a:path w="6372225" h="2397125">
                  <a:moveTo>
                    <a:pt x="4558263" y="2397025"/>
                  </a:moveTo>
                  <a:lnTo>
                    <a:pt x="4529688" y="2397025"/>
                  </a:lnTo>
                  <a:lnTo>
                    <a:pt x="4529688" y="2368450"/>
                  </a:lnTo>
                  <a:lnTo>
                    <a:pt x="4558263" y="2368450"/>
                  </a:lnTo>
                  <a:lnTo>
                    <a:pt x="4558263" y="2397025"/>
                  </a:lnTo>
                  <a:close/>
                </a:path>
                <a:path w="6372225" h="2397125">
                  <a:moveTo>
                    <a:pt x="4501113" y="2397025"/>
                  </a:moveTo>
                  <a:lnTo>
                    <a:pt x="4472538" y="2397025"/>
                  </a:lnTo>
                  <a:lnTo>
                    <a:pt x="4472538" y="2368450"/>
                  </a:lnTo>
                  <a:lnTo>
                    <a:pt x="4501113" y="2368450"/>
                  </a:lnTo>
                  <a:lnTo>
                    <a:pt x="4501113" y="2397025"/>
                  </a:lnTo>
                  <a:close/>
                </a:path>
                <a:path w="6372225" h="2397125">
                  <a:moveTo>
                    <a:pt x="4443963" y="2397025"/>
                  </a:moveTo>
                  <a:lnTo>
                    <a:pt x="4415388" y="2397025"/>
                  </a:lnTo>
                  <a:lnTo>
                    <a:pt x="4415388" y="2368450"/>
                  </a:lnTo>
                  <a:lnTo>
                    <a:pt x="4443963" y="2368450"/>
                  </a:lnTo>
                  <a:lnTo>
                    <a:pt x="4443963" y="2397025"/>
                  </a:lnTo>
                  <a:close/>
                </a:path>
                <a:path w="6372225" h="2397125">
                  <a:moveTo>
                    <a:pt x="4386813" y="2397025"/>
                  </a:moveTo>
                  <a:lnTo>
                    <a:pt x="4358238" y="2397025"/>
                  </a:lnTo>
                  <a:lnTo>
                    <a:pt x="4358238" y="2368450"/>
                  </a:lnTo>
                  <a:lnTo>
                    <a:pt x="4386813" y="2368450"/>
                  </a:lnTo>
                  <a:lnTo>
                    <a:pt x="4386813" y="2397025"/>
                  </a:lnTo>
                  <a:close/>
                </a:path>
                <a:path w="6372225" h="2397125">
                  <a:moveTo>
                    <a:pt x="4329663" y="2397025"/>
                  </a:moveTo>
                  <a:lnTo>
                    <a:pt x="4301088" y="2397025"/>
                  </a:lnTo>
                  <a:lnTo>
                    <a:pt x="4301088" y="2368450"/>
                  </a:lnTo>
                  <a:lnTo>
                    <a:pt x="4329663" y="2368450"/>
                  </a:lnTo>
                  <a:lnTo>
                    <a:pt x="4329663" y="2397025"/>
                  </a:lnTo>
                  <a:close/>
                </a:path>
                <a:path w="6372225" h="2397125">
                  <a:moveTo>
                    <a:pt x="4272513" y="2397025"/>
                  </a:moveTo>
                  <a:lnTo>
                    <a:pt x="4243938" y="2397025"/>
                  </a:lnTo>
                  <a:lnTo>
                    <a:pt x="4243938" y="2368450"/>
                  </a:lnTo>
                  <a:lnTo>
                    <a:pt x="4272513" y="2368450"/>
                  </a:lnTo>
                  <a:lnTo>
                    <a:pt x="4272513" y="2397025"/>
                  </a:lnTo>
                  <a:close/>
                </a:path>
                <a:path w="6372225" h="2397125">
                  <a:moveTo>
                    <a:pt x="4215363" y="2397025"/>
                  </a:moveTo>
                  <a:lnTo>
                    <a:pt x="4186788" y="2397025"/>
                  </a:lnTo>
                  <a:lnTo>
                    <a:pt x="4186788" y="2368450"/>
                  </a:lnTo>
                  <a:lnTo>
                    <a:pt x="4215363" y="2368450"/>
                  </a:lnTo>
                  <a:lnTo>
                    <a:pt x="4215363" y="2397025"/>
                  </a:lnTo>
                  <a:close/>
                </a:path>
                <a:path w="6372225" h="2397125">
                  <a:moveTo>
                    <a:pt x="4158213" y="2397025"/>
                  </a:moveTo>
                  <a:lnTo>
                    <a:pt x="4129638" y="2397025"/>
                  </a:lnTo>
                  <a:lnTo>
                    <a:pt x="4129638" y="2368450"/>
                  </a:lnTo>
                  <a:lnTo>
                    <a:pt x="4158213" y="2368450"/>
                  </a:lnTo>
                  <a:lnTo>
                    <a:pt x="4158213" y="2397025"/>
                  </a:lnTo>
                  <a:close/>
                </a:path>
                <a:path w="6372225" h="2397125">
                  <a:moveTo>
                    <a:pt x="4101063" y="2397025"/>
                  </a:moveTo>
                  <a:lnTo>
                    <a:pt x="4072488" y="2397025"/>
                  </a:lnTo>
                  <a:lnTo>
                    <a:pt x="4072488" y="2368450"/>
                  </a:lnTo>
                  <a:lnTo>
                    <a:pt x="4101063" y="2368450"/>
                  </a:lnTo>
                  <a:lnTo>
                    <a:pt x="4101063" y="2397025"/>
                  </a:lnTo>
                  <a:close/>
                </a:path>
                <a:path w="6372225" h="2397125">
                  <a:moveTo>
                    <a:pt x="4043913" y="2397025"/>
                  </a:moveTo>
                  <a:lnTo>
                    <a:pt x="4015338" y="2397025"/>
                  </a:lnTo>
                  <a:lnTo>
                    <a:pt x="4015338" y="2368450"/>
                  </a:lnTo>
                  <a:lnTo>
                    <a:pt x="4043913" y="2368450"/>
                  </a:lnTo>
                  <a:lnTo>
                    <a:pt x="4043913" y="2397025"/>
                  </a:lnTo>
                  <a:close/>
                </a:path>
                <a:path w="6372225" h="2397125">
                  <a:moveTo>
                    <a:pt x="3986763" y="2397025"/>
                  </a:moveTo>
                  <a:lnTo>
                    <a:pt x="3958188" y="2397025"/>
                  </a:lnTo>
                  <a:lnTo>
                    <a:pt x="3958188" y="2368450"/>
                  </a:lnTo>
                  <a:lnTo>
                    <a:pt x="3986763" y="2368450"/>
                  </a:lnTo>
                  <a:lnTo>
                    <a:pt x="3986763" y="2397025"/>
                  </a:lnTo>
                  <a:close/>
                </a:path>
                <a:path w="6372225" h="2397125">
                  <a:moveTo>
                    <a:pt x="3929613" y="2397025"/>
                  </a:moveTo>
                  <a:lnTo>
                    <a:pt x="3901038" y="2397025"/>
                  </a:lnTo>
                  <a:lnTo>
                    <a:pt x="3901038" y="2368450"/>
                  </a:lnTo>
                  <a:lnTo>
                    <a:pt x="3929613" y="2368450"/>
                  </a:lnTo>
                  <a:lnTo>
                    <a:pt x="3929613" y="2397025"/>
                  </a:lnTo>
                  <a:close/>
                </a:path>
                <a:path w="6372225" h="2397125">
                  <a:moveTo>
                    <a:pt x="3872463" y="2397025"/>
                  </a:moveTo>
                  <a:lnTo>
                    <a:pt x="3843888" y="2397025"/>
                  </a:lnTo>
                  <a:lnTo>
                    <a:pt x="3843888" y="2368450"/>
                  </a:lnTo>
                  <a:lnTo>
                    <a:pt x="3872463" y="2368450"/>
                  </a:lnTo>
                  <a:lnTo>
                    <a:pt x="3872463" y="2397025"/>
                  </a:lnTo>
                  <a:close/>
                </a:path>
                <a:path w="6372225" h="2397125">
                  <a:moveTo>
                    <a:pt x="3815313" y="2397025"/>
                  </a:moveTo>
                  <a:lnTo>
                    <a:pt x="3786738" y="2397025"/>
                  </a:lnTo>
                  <a:lnTo>
                    <a:pt x="3786738" y="2368450"/>
                  </a:lnTo>
                  <a:lnTo>
                    <a:pt x="3815313" y="2368450"/>
                  </a:lnTo>
                  <a:lnTo>
                    <a:pt x="3815313" y="2397025"/>
                  </a:lnTo>
                  <a:close/>
                </a:path>
                <a:path w="6372225" h="2397125">
                  <a:moveTo>
                    <a:pt x="3758163" y="2397025"/>
                  </a:moveTo>
                  <a:lnTo>
                    <a:pt x="3729588" y="2397025"/>
                  </a:lnTo>
                  <a:lnTo>
                    <a:pt x="3729588" y="2368450"/>
                  </a:lnTo>
                  <a:lnTo>
                    <a:pt x="3758163" y="2368450"/>
                  </a:lnTo>
                  <a:lnTo>
                    <a:pt x="3758163" y="2397025"/>
                  </a:lnTo>
                  <a:close/>
                </a:path>
                <a:path w="6372225" h="2397125">
                  <a:moveTo>
                    <a:pt x="3701013" y="2397025"/>
                  </a:moveTo>
                  <a:lnTo>
                    <a:pt x="3672438" y="2397025"/>
                  </a:lnTo>
                  <a:lnTo>
                    <a:pt x="3672438" y="2368450"/>
                  </a:lnTo>
                  <a:lnTo>
                    <a:pt x="3701013" y="2368450"/>
                  </a:lnTo>
                  <a:lnTo>
                    <a:pt x="3701013" y="2397025"/>
                  </a:lnTo>
                  <a:close/>
                </a:path>
                <a:path w="6372225" h="2397125">
                  <a:moveTo>
                    <a:pt x="3643863" y="2397025"/>
                  </a:moveTo>
                  <a:lnTo>
                    <a:pt x="3615288" y="2397025"/>
                  </a:lnTo>
                  <a:lnTo>
                    <a:pt x="3615288" y="2368450"/>
                  </a:lnTo>
                  <a:lnTo>
                    <a:pt x="3643863" y="2368450"/>
                  </a:lnTo>
                  <a:lnTo>
                    <a:pt x="3643863" y="2397025"/>
                  </a:lnTo>
                  <a:close/>
                </a:path>
                <a:path w="6372225" h="2397125">
                  <a:moveTo>
                    <a:pt x="3586713" y="2397025"/>
                  </a:moveTo>
                  <a:lnTo>
                    <a:pt x="3558138" y="2397025"/>
                  </a:lnTo>
                  <a:lnTo>
                    <a:pt x="3558138" y="2368450"/>
                  </a:lnTo>
                  <a:lnTo>
                    <a:pt x="3586713" y="2368450"/>
                  </a:lnTo>
                  <a:lnTo>
                    <a:pt x="3586713" y="2397025"/>
                  </a:lnTo>
                  <a:close/>
                </a:path>
                <a:path w="6372225" h="2397125">
                  <a:moveTo>
                    <a:pt x="3529563" y="2397025"/>
                  </a:moveTo>
                  <a:lnTo>
                    <a:pt x="3500988" y="2397025"/>
                  </a:lnTo>
                  <a:lnTo>
                    <a:pt x="3500988" y="2368450"/>
                  </a:lnTo>
                  <a:lnTo>
                    <a:pt x="3529563" y="2368450"/>
                  </a:lnTo>
                  <a:lnTo>
                    <a:pt x="3529563" y="2397025"/>
                  </a:lnTo>
                  <a:close/>
                </a:path>
                <a:path w="6372225" h="2397125">
                  <a:moveTo>
                    <a:pt x="3472413" y="2397025"/>
                  </a:moveTo>
                  <a:lnTo>
                    <a:pt x="3443838" y="2397025"/>
                  </a:lnTo>
                  <a:lnTo>
                    <a:pt x="3443838" y="2368450"/>
                  </a:lnTo>
                  <a:lnTo>
                    <a:pt x="3472413" y="2368450"/>
                  </a:lnTo>
                  <a:lnTo>
                    <a:pt x="3472413" y="2397025"/>
                  </a:lnTo>
                  <a:close/>
                </a:path>
                <a:path w="6372225" h="2397125">
                  <a:moveTo>
                    <a:pt x="3415263" y="2397025"/>
                  </a:moveTo>
                  <a:lnTo>
                    <a:pt x="3386688" y="2397025"/>
                  </a:lnTo>
                  <a:lnTo>
                    <a:pt x="3386688" y="2368450"/>
                  </a:lnTo>
                  <a:lnTo>
                    <a:pt x="3415263" y="2368450"/>
                  </a:lnTo>
                  <a:lnTo>
                    <a:pt x="3415263" y="2397025"/>
                  </a:lnTo>
                  <a:close/>
                </a:path>
                <a:path w="6372225" h="2397125">
                  <a:moveTo>
                    <a:pt x="3358113" y="2397025"/>
                  </a:moveTo>
                  <a:lnTo>
                    <a:pt x="3329538" y="2397025"/>
                  </a:lnTo>
                  <a:lnTo>
                    <a:pt x="3329538" y="2368450"/>
                  </a:lnTo>
                  <a:lnTo>
                    <a:pt x="3358113" y="2368450"/>
                  </a:lnTo>
                  <a:lnTo>
                    <a:pt x="3358113" y="2397025"/>
                  </a:lnTo>
                  <a:close/>
                </a:path>
                <a:path w="6372225" h="2397125">
                  <a:moveTo>
                    <a:pt x="3300963" y="2397025"/>
                  </a:moveTo>
                  <a:lnTo>
                    <a:pt x="3272388" y="2397025"/>
                  </a:lnTo>
                  <a:lnTo>
                    <a:pt x="3272388" y="2368450"/>
                  </a:lnTo>
                  <a:lnTo>
                    <a:pt x="3300963" y="2368450"/>
                  </a:lnTo>
                  <a:lnTo>
                    <a:pt x="3300963" y="2397025"/>
                  </a:lnTo>
                  <a:close/>
                </a:path>
                <a:path w="6372225" h="2397125">
                  <a:moveTo>
                    <a:pt x="3243813" y="2397025"/>
                  </a:moveTo>
                  <a:lnTo>
                    <a:pt x="3215238" y="2397025"/>
                  </a:lnTo>
                  <a:lnTo>
                    <a:pt x="3215238" y="2368450"/>
                  </a:lnTo>
                  <a:lnTo>
                    <a:pt x="3243813" y="2368450"/>
                  </a:lnTo>
                  <a:lnTo>
                    <a:pt x="3243813" y="2397025"/>
                  </a:lnTo>
                  <a:close/>
                </a:path>
                <a:path w="6372225" h="2397125">
                  <a:moveTo>
                    <a:pt x="3186663" y="2397025"/>
                  </a:moveTo>
                  <a:lnTo>
                    <a:pt x="3158088" y="2397025"/>
                  </a:lnTo>
                  <a:lnTo>
                    <a:pt x="3158088" y="2368450"/>
                  </a:lnTo>
                  <a:lnTo>
                    <a:pt x="3186663" y="2368450"/>
                  </a:lnTo>
                  <a:lnTo>
                    <a:pt x="3186663" y="2397025"/>
                  </a:lnTo>
                  <a:close/>
                </a:path>
                <a:path w="6372225" h="2397125">
                  <a:moveTo>
                    <a:pt x="3129513" y="2397025"/>
                  </a:moveTo>
                  <a:lnTo>
                    <a:pt x="3100938" y="2397025"/>
                  </a:lnTo>
                  <a:lnTo>
                    <a:pt x="3100938" y="2368450"/>
                  </a:lnTo>
                  <a:lnTo>
                    <a:pt x="3129513" y="2368450"/>
                  </a:lnTo>
                  <a:lnTo>
                    <a:pt x="3129513" y="2397025"/>
                  </a:lnTo>
                  <a:close/>
                </a:path>
                <a:path w="6372225" h="2397125">
                  <a:moveTo>
                    <a:pt x="3072363" y="2397025"/>
                  </a:moveTo>
                  <a:lnTo>
                    <a:pt x="3043788" y="2397025"/>
                  </a:lnTo>
                  <a:lnTo>
                    <a:pt x="3043788" y="2368450"/>
                  </a:lnTo>
                  <a:lnTo>
                    <a:pt x="3072363" y="2368450"/>
                  </a:lnTo>
                  <a:lnTo>
                    <a:pt x="3072363" y="2397025"/>
                  </a:lnTo>
                  <a:close/>
                </a:path>
                <a:path w="6372225" h="2397125">
                  <a:moveTo>
                    <a:pt x="3015214" y="2397025"/>
                  </a:moveTo>
                  <a:lnTo>
                    <a:pt x="2986638" y="2397025"/>
                  </a:lnTo>
                  <a:lnTo>
                    <a:pt x="2986638" y="2368450"/>
                  </a:lnTo>
                  <a:lnTo>
                    <a:pt x="3015214" y="2368450"/>
                  </a:lnTo>
                  <a:lnTo>
                    <a:pt x="3015214" y="2397025"/>
                  </a:lnTo>
                  <a:close/>
                </a:path>
                <a:path w="6372225" h="2397125">
                  <a:moveTo>
                    <a:pt x="2958063" y="2397025"/>
                  </a:moveTo>
                  <a:lnTo>
                    <a:pt x="2929489" y="2397025"/>
                  </a:lnTo>
                  <a:lnTo>
                    <a:pt x="2929489" y="2368450"/>
                  </a:lnTo>
                  <a:lnTo>
                    <a:pt x="2958063" y="2368450"/>
                  </a:lnTo>
                  <a:lnTo>
                    <a:pt x="2958063" y="2397025"/>
                  </a:lnTo>
                  <a:close/>
                </a:path>
                <a:path w="6372225" h="2397125">
                  <a:moveTo>
                    <a:pt x="2900913" y="2397025"/>
                  </a:moveTo>
                  <a:lnTo>
                    <a:pt x="2872338" y="2397025"/>
                  </a:lnTo>
                  <a:lnTo>
                    <a:pt x="2872338" y="2368450"/>
                  </a:lnTo>
                  <a:lnTo>
                    <a:pt x="2900913" y="2368450"/>
                  </a:lnTo>
                  <a:lnTo>
                    <a:pt x="2900913" y="2397025"/>
                  </a:lnTo>
                  <a:close/>
                </a:path>
                <a:path w="6372225" h="2397125">
                  <a:moveTo>
                    <a:pt x="2843764" y="2397025"/>
                  </a:moveTo>
                  <a:lnTo>
                    <a:pt x="2815189" y="2397025"/>
                  </a:lnTo>
                  <a:lnTo>
                    <a:pt x="2815189" y="2368450"/>
                  </a:lnTo>
                  <a:lnTo>
                    <a:pt x="2843764" y="2368450"/>
                  </a:lnTo>
                  <a:lnTo>
                    <a:pt x="2843764" y="2397025"/>
                  </a:lnTo>
                  <a:close/>
                </a:path>
                <a:path w="6372225" h="2397125">
                  <a:moveTo>
                    <a:pt x="2786614" y="2397025"/>
                  </a:moveTo>
                  <a:lnTo>
                    <a:pt x="2758039" y="2397025"/>
                  </a:lnTo>
                  <a:lnTo>
                    <a:pt x="2758039" y="2368450"/>
                  </a:lnTo>
                  <a:lnTo>
                    <a:pt x="2786614" y="2368450"/>
                  </a:lnTo>
                  <a:lnTo>
                    <a:pt x="2786614" y="2397025"/>
                  </a:lnTo>
                  <a:close/>
                </a:path>
                <a:path w="6372225" h="2397125">
                  <a:moveTo>
                    <a:pt x="2729464" y="2397025"/>
                  </a:moveTo>
                  <a:lnTo>
                    <a:pt x="2700889" y="2397025"/>
                  </a:lnTo>
                  <a:lnTo>
                    <a:pt x="2700889" y="2368450"/>
                  </a:lnTo>
                  <a:lnTo>
                    <a:pt x="2729464" y="2368450"/>
                  </a:lnTo>
                  <a:lnTo>
                    <a:pt x="2729464" y="2397025"/>
                  </a:lnTo>
                  <a:close/>
                </a:path>
                <a:path w="6372225" h="2397125">
                  <a:moveTo>
                    <a:pt x="2672314" y="2397025"/>
                  </a:moveTo>
                  <a:lnTo>
                    <a:pt x="2643739" y="2397025"/>
                  </a:lnTo>
                  <a:lnTo>
                    <a:pt x="2643739" y="2368450"/>
                  </a:lnTo>
                  <a:lnTo>
                    <a:pt x="2672314" y="2368450"/>
                  </a:lnTo>
                  <a:lnTo>
                    <a:pt x="2672314" y="2397025"/>
                  </a:lnTo>
                  <a:close/>
                </a:path>
                <a:path w="6372225" h="2397125">
                  <a:moveTo>
                    <a:pt x="2615164" y="2397025"/>
                  </a:moveTo>
                  <a:lnTo>
                    <a:pt x="2586589" y="2397025"/>
                  </a:lnTo>
                  <a:lnTo>
                    <a:pt x="2586589" y="2368450"/>
                  </a:lnTo>
                  <a:lnTo>
                    <a:pt x="2615164" y="2368450"/>
                  </a:lnTo>
                  <a:lnTo>
                    <a:pt x="2615164" y="2397025"/>
                  </a:lnTo>
                  <a:close/>
                </a:path>
                <a:path w="6372225" h="2397125">
                  <a:moveTo>
                    <a:pt x="2558014" y="2397025"/>
                  </a:moveTo>
                  <a:lnTo>
                    <a:pt x="2529439" y="2397025"/>
                  </a:lnTo>
                  <a:lnTo>
                    <a:pt x="2529439" y="2368450"/>
                  </a:lnTo>
                  <a:lnTo>
                    <a:pt x="2558014" y="2368450"/>
                  </a:lnTo>
                  <a:lnTo>
                    <a:pt x="2558014" y="2397025"/>
                  </a:lnTo>
                  <a:close/>
                </a:path>
                <a:path w="6372225" h="2397125">
                  <a:moveTo>
                    <a:pt x="2500864" y="2397025"/>
                  </a:moveTo>
                  <a:lnTo>
                    <a:pt x="2472289" y="2397025"/>
                  </a:lnTo>
                  <a:lnTo>
                    <a:pt x="2472289" y="2368450"/>
                  </a:lnTo>
                  <a:lnTo>
                    <a:pt x="2500864" y="2368450"/>
                  </a:lnTo>
                  <a:lnTo>
                    <a:pt x="2500864" y="2397025"/>
                  </a:lnTo>
                  <a:close/>
                </a:path>
                <a:path w="6372225" h="2397125">
                  <a:moveTo>
                    <a:pt x="2443714" y="2397025"/>
                  </a:moveTo>
                  <a:lnTo>
                    <a:pt x="2415139" y="2397025"/>
                  </a:lnTo>
                  <a:lnTo>
                    <a:pt x="2415139" y="2368450"/>
                  </a:lnTo>
                  <a:lnTo>
                    <a:pt x="2443714" y="2368450"/>
                  </a:lnTo>
                  <a:lnTo>
                    <a:pt x="2443714" y="2397025"/>
                  </a:lnTo>
                  <a:close/>
                </a:path>
                <a:path w="6372225" h="2397125">
                  <a:moveTo>
                    <a:pt x="2386564" y="2397025"/>
                  </a:moveTo>
                  <a:lnTo>
                    <a:pt x="2357989" y="2397025"/>
                  </a:lnTo>
                  <a:lnTo>
                    <a:pt x="2357989" y="2368450"/>
                  </a:lnTo>
                  <a:lnTo>
                    <a:pt x="2386564" y="2368450"/>
                  </a:lnTo>
                  <a:lnTo>
                    <a:pt x="2386564" y="2397025"/>
                  </a:lnTo>
                  <a:close/>
                </a:path>
                <a:path w="6372225" h="2397125">
                  <a:moveTo>
                    <a:pt x="2329414" y="2397025"/>
                  </a:moveTo>
                  <a:lnTo>
                    <a:pt x="2300839" y="2397025"/>
                  </a:lnTo>
                  <a:lnTo>
                    <a:pt x="2300839" y="2368450"/>
                  </a:lnTo>
                  <a:lnTo>
                    <a:pt x="2329414" y="2368450"/>
                  </a:lnTo>
                  <a:lnTo>
                    <a:pt x="2329414" y="2397025"/>
                  </a:lnTo>
                  <a:close/>
                </a:path>
                <a:path w="6372225" h="2397125">
                  <a:moveTo>
                    <a:pt x="2272264" y="2397025"/>
                  </a:moveTo>
                  <a:lnTo>
                    <a:pt x="2243689" y="2397025"/>
                  </a:lnTo>
                  <a:lnTo>
                    <a:pt x="2243689" y="2368450"/>
                  </a:lnTo>
                  <a:lnTo>
                    <a:pt x="2272264" y="2368450"/>
                  </a:lnTo>
                  <a:lnTo>
                    <a:pt x="2272264" y="2397025"/>
                  </a:lnTo>
                  <a:close/>
                </a:path>
                <a:path w="6372225" h="2397125">
                  <a:moveTo>
                    <a:pt x="2215114" y="2397025"/>
                  </a:moveTo>
                  <a:lnTo>
                    <a:pt x="2186539" y="2397025"/>
                  </a:lnTo>
                  <a:lnTo>
                    <a:pt x="2186539" y="2368450"/>
                  </a:lnTo>
                  <a:lnTo>
                    <a:pt x="2215114" y="2368450"/>
                  </a:lnTo>
                  <a:lnTo>
                    <a:pt x="2215114" y="2397025"/>
                  </a:lnTo>
                  <a:close/>
                </a:path>
                <a:path w="6372225" h="2397125">
                  <a:moveTo>
                    <a:pt x="2157964" y="2397025"/>
                  </a:moveTo>
                  <a:lnTo>
                    <a:pt x="2129389" y="2397025"/>
                  </a:lnTo>
                  <a:lnTo>
                    <a:pt x="2129389" y="2368450"/>
                  </a:lnTo>
                  <a:lnTo>
                    <a:pt x="2157964" y="2368450"/>
                  </a:lnTo>
                  <a:lnTo>
                    <a:pt x="2157964" y="2397025"/>
                  </a:lnTo>
                  <a:close/>
                </a:path>
                <a:path w="6372225" h="2397125">
                  <a:moveTo>
                    <a:pt x="2100814" y="2397025"/>
                  </a:moveTo>
                  <a:lnTo>
                    <a:pt x="2072239" y="2397025"/>
                  </a:lnTo>
                  <a:lnTo>
                    <a:pt x="2072239" y="2368450"/>
                  </a:lnTo>
                  <a:lnTo>
                    <a:pt x="2100814" y="2368450"/>
                  </a:lnTo>
                  <a:lnTo>
                    <a:pt x="2100814" y="2397025"/>
                  </a:lnTo>
                  <a:close/>
                </a:path>
                <a:path w="6372225" h="2397125">
                  <a:moveTo>
                    <a:pt x="2043664" y="2397025"/>
                  </a:moveTo>
                  <a:lnTo>
                    <a:pt x="2015089" y="2397025"/>
                  </a:lnTo>
                  <a:lnTo>
                    <a:pt x="2015089" y="2368450"/>
                  </a:lnTo>
                  <a:lnTo>
                    <a:pt x="2043664" y="2368450"/>
                  </a:lnTo>
                  <a:lnTo>
                    <a:pt x="2043664" y="2397025"/>
                  </a:lnTo>
                  <a:close/>
                </a:path>
                <a:path w="6372225" h="2397125">
                  <a:moveTo>
                    <a:pt x="1986514" y="2397025"/>
                  </a:moveTo>
                  <a:lnTo>
                    <a:pt x="1957939" y="2397025"/>
                  </a:lnTo>
                  <a:lnTo>
                    <a:pt x="1957939" y="2368450"/>
                  </a:lnTo>
                  <a:lnTo>
                    <a:pt x="1986514" y="2368450"/>
                  </a:lnTo>
                  <a:lnTo>
                    <a:pt x="1986514" y="2397025"/>
                  </a:lnTo>
                  <a:close/>
                </a:path>
                <a:path w="6372225" h="2397125">
                  <a:moveTo>
                    <a:pt x="1929364" y="2397025"/>
                  </a:moveTo>
                  <a:lnTo>
                    <a:pt x="1900789" y="2397025"/>
                  </a:lnTo>
                  <a:lnTo>
                    <a:pt x="1900789" y="2368450"/>
                  </a:lnTo>
                  <a:lnTo>
                    <a:pt x="1929364" y="2368450"/>
                  </a:lnTo>
                  <a:lnTo>
                    <a:pt x="1929364" y="2397025"/>
                  </a:lnTo>
                  <a:close/>
                </a:path>
                <a:path w="6372225" h="2397125">
                  <a:moveTo>
                    <a:pt x="1872214" y="2397025"/>
                  </a:moveTo>
                  <a:lnTo>
                    <a:pt x="1843639" y="2397025"/>
                  </a:lnTo>
                  <a:lnTo>
                    <a:pt x="1843639" y="2368450"/>
                  </a:lnTo>
                  <a:lnTo>
                    <a:pt x="1872214" y="2368450"/>
                  </a:lnTo>
                  <a:lnTo>
                    <a:pt x="1872214" y="2397025"/>
                  </a:lnTo>
                  <a:close/>
                </a:path>
                <a:path w="6372225" h="2397125">
                  <a:moveTo>
                    <a:pt x="1815064" y="2397025"/>
                  </a:moveTo>
                  <a:lnTo>
                    <a:pt x="1786489" y="2397025"/>
                  </a:lnTo>
                  <a:lnTo>
                    <a:pt x="1786489" y="2368450"/>
                  </a:lnTo>
                  <a:lnTo>
                    <a:pt x="1815064" y="2368450"/>
                  </a:lnTo>
                  <a:lnTo>
                    <a:pt x="1815064" y="2397025"/>
                  </a:lnTo>
                  <a:close/>
                </a:path>
                <a:path w="6372225" h="2397125">
                  <a:moveTo>
                    <a:pt x="1757914" y="2397025"/>
                  </a:moveTo>
                  <a:lnTo>
                    <a:pt x="1729339" y="2397025"/>
                  </a:lnTo>
                  <a:lnTo>
                    <a:pt x="1729339" y="2368450"/>
                  </a:lnTo>
                  <a:lnTo>
                    <a:pt x="1757914" y="2368450"/>
                  </a:lnTo>
                  <a:lnTo>
                    <a:pt x="1757914" y="2397025"/>
                  </a:lnTo>
                  <a:close/>
                </a:path>
                <a:path w="6372225" h="2397125">
                  <a:moveTo>
                    <a:pt x="1700764" y="2397025"/>
                  </a:moveTo>
                  <a:lnTo>
                    <a:pt x="1672189" y="2397025"/>
                  </a:lnTo>
                  <a:lnTo>
                    <a:pt x="1672189" y="2368450"/>
                  </a:lnTo>
                  <a:lnTo>
                    <a:pt x="1700764" y="2368450"/>
                  </a:lnTo>
                  <a:lnTo>
                    <a:pt x="1700764" y="2397025"/>
                  </a:lnTo>
                  <a:close/>
                </a:path>
                <a:path w="6372225" h="2397125">
                  <a:moveTo>
                    <a:pt x="1643614" y="2397025"/>
                  </a:moveTo>
                  <a:lnTo>
                    <a:pt x="1615039" y="2397025"/>
                  </a:lnTo>
                  <a:lnTo>
                    <a:pt x="1615039" y="2368450"/>
                  </a:lnTo>
                  <a:lnTo>
                    <a:pt x="1643614" y="2368450"/>
                  </a:lnTo>
                  <a:lnTo>
                    <a:pt x="1643614" y="2397025"/>
                  </a:lnTo>
                  <a:close/>
                </a:path>
                <a:path w="6372225" h="2397125">
                  <a:moveTo>
                    <a:pt x="1586464" y="2397025"/>
                  </a:moveTo>
                  <a:lnTo>
                    <a:pt x="1557889" y="2397025"/>
                  </a:lnTo>
                  <a:lnTo>
                    <a:pt x="1557889" y="2368450"/>
                  </a:lnTo>
                  <a:lnTo>
                    <a:pt x="1586464" y="2368450"/>
                  </a:lnTo>
                  <a:lnTo>
                    <a:pt x="1586464" y="2397025"/>
                  </a:lnTo>
                  <a:close/>
                </a:path>
                <a:path w="6372225" h="2397125">
                  <a:moveTo>
                    <a:pt x="1529314" y="2397025"/>
                  </a:moveTo>
                  <a:lnTo>
                    <a:pt x="1500739" y="2397025"/>
                  </a:lnTo>
                  <a:lnTo>
                    <a:pt x="1500739" y="2368450"/>
                  </a:lnTo>
                  <a:lnTo>
                    <a:pt x="1529314" y="2368450"/>
                  </a:lnTo>
                  <a:lnTo>
                    <a:pt x="1529314" y="2397025"/>
                  </a:lnTo>
                  <a:close/>
                </a:path>
                <a:path w="6372225" h="2397125">
                  <a:moveTo>
                    <a:pt x="1472164" y="2397025"/>
                  </a:moveTo>
                  <a:lnTo>
                    <a:pt x="1443589" y="2397025"/>
                  </a:lnTo>
                  <a:lnTo>
                    <a:pt x="1443589" y="2368450"/>
                  </a:lnTo>
                  <a:lnTo>
                    <a:pt x="1472164" y="2368450"/>
                  </a:lnTo>
                  <a:lnTo>
                    <a:pt x="1472164" y="2397025"/>
                  </a:lnTo>
                  <a:close/>
                </a:path>
                <a:path w="6372225" h="2397125">
                  <a:moveTo>
                    <a:pt x="1415014" y="2397025"/>
                  </a:moveTo>
                  <a:lnTo>
                    <a:pt x="1386439" y="2397025"/>
                  </a:lnTo>
                  <a:lnTo>
                    <a:pt x="1386439" y="2368450"/>
                  </a:lnTo>
                  <a:lnTo>
                    <a:pt x="1415014" y="2368450"/>
                  </a:lnTo>
                  <a:lnTo>
                    <a:pt x="1415014" y="2397025"/>
                  </a:lnTo>
                  <a:close/>
                </a:path>
                <a:path w="6372225" h="2397125">
                  <a:moveTo>
                    <a:pt x="1357864" y="2397025"/>
                  </a:moveTo>
                  <a:lnTo>
                    <a:pt x="1329289" y="2397025"/>
                  </a:lnTo>
                  <a:lnTo>
                    <a:pt x="1329289" y="2368450"/>
                  </a:lnTo>
                  <a:lnTo>
                    <a:pt x="1357864" y="2368450"/>
                  </a:lnTo>
                  <a:lnTo>
                    <a:pt x="1357864" y="2397025"/>
                  </a:lnTo>
                  <a:close/>
                </a:path>
                <a:path w="6372225" h="2397125">
                  <a:moveTo>
                    <a:pt x="1300714" y="2397025"/>
                  </a:moveTo>
                  <a:lnTo>
                    <a:pt x="1272139" y="2397025"/>
                  </a:lnTo>
                  <a:lnTo>
                    <a:pt x="1272139" y="2368450"/>
                  </a:lnTo>
                  <a:lnTo>
                    <a:pt x="1300714" y="2368450"/>
                  </a:lnTo>
                  <a:lnTo>
                    <a:pt x="1300714" y="2397025"/>
                  </a:lnTo>
                  <a:close/>
                </a:path>
                <a:path w="6372225" h="2397125">
                  <a:moveTo>
                    <a:pt x="1243564" y="2397025"/>
                  </a:moveTo>
                  <a:lnTo>
                    <a:pt x="1214989" y="2397025"/>
                  </a:lnTo>
                  <a:lnTo>
                    <a:pt x="1214989" y="2368450"/>
                  </a:lnTo>
                  <a:lnTo>
                    <a:pt x="1243564" y="2368450"/>
                  </a:lnTo>
                  <a:lnTo>
                    <a:pt x="1243564" y="2397025"/>
                  </a:lnTo>
                  <a:close/>
                </a:path>
                <a:path w="6372225" h="2397125">
                  <a:moveTo>
                    <a:pt x="1186414" y="2397025"/>
                  </a:moveTo>
                  <a:lnTo>
                    <a:pt x="1157839" y="2397025"/>
                  </a:lnTo>
                  <a:lnTo>
                    <a:pt x="1157839" y="2368450"/>
                  </a:lnTo>
                  <a:lnTo>
                    <a:pt x="1186414" y="2368450"/>
                  </a:lnTo>
                  <a:lnTo>
                    <a:pt x="1186414" y="2397025"/>
                  </a:lnTo>
                  <a:close/>
                </a:path>
                <a:path w="6372225" h="2397125">
                  <a:moveTo>
                    <a:pt x="1129264" y="2397025"/>
                  </a:moveTo>
                  <a:lnTo>
                    <a:pt x="1100689" y="2397025"/>
                  </a:lnTo>
                  <a:lnTo>
                    <a:pt x="1100689" y="2368450"/>
                  </a:lnTo>
                  <a:lnTo>
                    <a:pt x="1129264" y="2368450"/>
                  </a:lnTo>
                  <a:lnTo>
                    <a:pt x="1129264" y="2397025"/>
                  </a:lnTo>
                  <a:close/>
                </a:path>
                <a:path w="6372225" h="2397125">
                  <a:moveTo>
                    <a:pt x="1072114" y="2397025"/>
                  </a:moveTo>
                  <a:lnTo>
                    <a:pt x="1043539" y="2397025"/>
                  </a:lnTo>
                  <a:lnTo>
                    <a:pt x="1043539" y="2368450"/>
                  </a:lnTo>
                  <a:lnTo>
                    <a:pt x="1072114" y="2368450"/>
                  </a:lnTo>
                  <a:lnTo>
                    <a:pt x="1072114" y="2397025"/>
                  </a:lnTo>
                  <a:close/>
                </a:path>
                <a:path w="6372225" h="2397125">
                  <a:moveTo>
                    <a:pt x="1014964" y="2397025"/>
                  </a:moveTo>
                  <a:lnTo>
                    <a:pt x="986389" y="2397025"/>
                  </a:lnTo>
                  <a:lnTo>
                    <a:pt x="986389" y="2368450"/>
                  </a:lnTo>
                  <a:lnTo>
                    <a:pt x="1014964" y="2368450"/>
                  </a:lnTo>
                  <a:lnTo>
                    <a:pt x="1014964" y="2397025"/>
                  </a:lnTo>
                  <a:close/>
                </a:path>
                <a:path w="6372225" h="2397125">
                  <a:moveTo>
                    <a:pt x="957814" y="2397025"/>
                  </a:moveTo>
                  <a:lnTo>
                    <a:pt x="929239" y="2397025"/>
                  </a:lnTo>
                  <a:lnTo>
                    <a:pt x="929239" y="2368450"/>
                  </a:lnTo>
                  <a:lnTo>
                    <a:pt x="957814" y="2368450"/>
                  </a:lnTo>
                  <a:lnTo>
                    <a:pt x="957814" y="2397025"/>
                  </a:lnTo>
                  <a:close/>
                </a:path>
                <a:path w="6372225" h="2397125">
                  <a:moveTo>
                    <a:pt x="900664" y="2397025"/>
                  </a:moveTo>
                  <a:lnTo>
                    <a:pt x="872089" y="2397025"/>
                  </a:lnTo>
                  <a:lnTo>
                    <a:pt x="872089" y="2368450"/>
                  </a:lnTo>
                  <a:lnTo>
                    <a:pt x="900664" y="2368450"/>
                  </a:lnTo>
                  <a:lnTo>
                    <a:pt x="900664" y="2397025"/>
                  </a:lnTo>
                  <a:close/>
                </a:path>
                <a:path w="6372225" h="2397125">
                  <a:moveTo>
                    <a:pt x="843514" y="2397025"/>
                  </a:moveTo>
                  <a:lnTo>
                    <a:pt x="814939" y="2397025"/>
                  </a:lnTo>
                  <a:lnTo>
                    <a:pt x="814939" y="2368450"/>
                  </a:lnTo>
                  <a:lnTo>
                    <a:pt x="843514" y="2368450"/>
                  </a:lnTo>
                  <a:lnTo>
                    <a:pt x="843514" y="2397025"/>
                  </a:lnTo>
                  <a:close/>
                </a:path>
                <a:path w="6372225" h="2397125">
                  <a:moveTo>
                    <a:pt x="786364" y="2397025"/>
                  </a:moveTo>
                  <a:lnTo>
                    <a:pt x="757789" y="2397025"/>
                  </a:lnTo>
                  <a:lnTo>
                    <a:pt x="757789" y="2368450"/>
                  </a:lnTo>
                  <a:lnTo>
                    <a:pt x="786364" y="2368450"/>
                  </a:lnTo>
                  <a:lnTo>
                    <a:pt x="786364" y="2397025"/>
                  </a:lnTo>
                  <a:close/>
                </a:path>
                <a:path w="6372225" h="2397125">
                  <a:moveTo>
                    <a:pt x="729214" y="2397025"/>
                  </a:moveTo>
                  <a:lnTo>
                    <a:pt x="700639" y="2397025"/>
                  </a:lnTo>
                  <a:lnTo>
                    <a:pt x="700639" y="2368450"/>
                  </a:lnTo>
                  <a:lnTo>
                    <a:pt x="729214" y="2368450"/>
                  </a:lnTo>
                  <a:lnTo>
                    <a:pt x="729214" y="2397025"/>
                  </a:lnTo>
                  <a:close/>
                </a:path>
                <a:path w="6372225" h="2397125">
                  <a:moveTo>
                    <a:pt x="672064" y="2397025"/>
                  </a:moveTo>
                  <a:lnTo>
                    <a:pt x="643489" y="2397025"/>
                  </a:lnTo>
                  <a:lnTo>
                    <a:pt x="643489" y="2368450"/>
                  </a:lnTo>
                  <a:lnTo>
                    <a:pt x="672064" y="2368450"/>
                  </a:lnTo>
                  <a:lnTo>
                    <a:pt x="672064" y="2397025"/>
                  </a:lnTo>
                  <a:close/>
                </a:path>
                <a:path w="6372225" h="2397125">
                  <a:moveTo>
                    <a:pt x="614914" y="2397025"/>
                  </a:moveTo>
                  <a:lnTo>
                    <a:pt x="586339" y="2397025"/>
                  </a:lnTo>
                  <a:lnTo>
                    <a:pt x="586339" y="2368450"/>
                  </a:lnTo>
                  <a:lnTo>
                    <a:pt x="614914" y="2368450"/>
                  </a:lnTo>
                  <a:lnTo>
                    <a:pt x="614914" y="2397025"/>
                  </a:lnTo>
                  <a:close/>
                </a:path>
                <a:path w="6372225" h="2397125">
                  <a:moveTo>
                    <a:pt x="557764" y="2397025"/>
                  </a:moveTo>
                  <a:lnTo>
                    <a:pt x="529189" y="2397025"/>
                  </a:lnTo>
                  <a:lnTo>
                    <a:pt x="529189" y="2368450"/>
                  </a:lnTo>
                  <a:lnTo>
                    <a:pt x="557764" y="2368450"/>
                  </a:lnTo>
                  <a:lnTo>
                    <a:pt x="557764" y="2397025"/>
                  </a:lnTo>
                  <a:close/>
                </a:path>
                <a:path w="6372225" h="2397125">
                  <a:moveTo>
                    <a:pt x="500614" y="2397025"/>
                  </a:moveTo>
                  <a:lnTo>
                    <a:pt x="472039" y="2397025"/>
                  </a:lnTo>
                  <a:lnTo>
                    <a:pt x="472039" y="2368450"/>
                  </a:lnTo>
                  <a:lnTo>
                    <a:pt x="500614" y="2368450"/>
                  </a:lnTo>
                  <a:lnTo>
                    <a:pt x="500614" y="2397025"/>
                  </a:lnTo>
                  <a:close/>
                </a:path>
                <a:path w="6372225" h="2397125">
                  <a:moveTo>
                    <a:pt x="443464" y="2397025"/>
                  </a:moveTo>
                  <a:lnTo>
                    <a:pt x="414889" y="2397025"/>
                  </a:lnTo>
                  <a:lnTo>
                    <a:pt x="414889" y="2368450"/>
                  </a:lnTo>
                  <a:lnTo>
                    <a:pt x="443464" y="2368450"/>
                  </a:lnTo>
                  <a:lnTo>
                    <a:pt x="443464" y="2397025"/>
                  </a:lnTo>
                  <a:close/>
                </a:path>
                <a:path w="6372225" h="2397125">
                  <a:moveTo>
                    <a:pt x="386314" y="2397025"/>
                  </a:moveTo>
                  <a:lnTo>
                    <a:pt x="357739" y="2397025"/>
                  </a:lnTo>
                  <a:lnTo>
                    <a:pt x="357739" y="2368450"/>
                  </a:lnTo>
                  <a:lnTo>
                    <a:pt x="386314" y="2368450"/>
                  </a:lnTo>
                  <a:lnTo>
                    <a:pt x="386314" y="2397025"/>
                  </a:lnTo>
                  <a:close/>
                </a:path>
                <a:path w="6372225" h="2397125">
                  <a:moveTo>
                    <a:pt x="329164" y="2397025"/>
                  </a:moveTo>
                  <a:lnTo>
                    <a:pt x="300589" y="2397025"/>
                  </a:lnTo>
                  <a:lnTo>
                    <a:pt x="300589" y="2368450"/>
                  </a:lnTo>
                  <a:lnTo>
                    <a:pt x="329164" y="2368450"/>
                  </a:lnTo>
                  <a:lnTo>
                    <a:pt x="329164" y="2397025"/>
                  </a:lnTo>
                  <a:close/>
                </a:path>
                <a:path w="6372225" h="2397125">
                  <a:moveTo>
                    <a:pt x="272014" y="2397025"/>
                  </a:moveTo>
                  <a:lnTo>
                    <a:pt x="243439" y="2397025"/>
                  </a:lnTo>
                  <a:lnTo>
                    <a:pt x="243439" y="2368450"/>
                  </a:lnTo>
                  <a:lnTo>
                    <a:pt x="272014" y="2368450"/>
                  </a:lnTo>
                  <a:lnTo>
                    <a:pt x="272014" y="2397025"/>
                  </a:lnTo>
                  <a:close/>
                </a:path>
                <a:path w="6372225" h="2397125">
                  <a:moveTo>
                    <a:pt x="214864" y="2397025"/>
                  </a:moveTo>
                  <a:lnTo>
                    <a:pt x="186289" y="2397025"/>
                  </a:lnTo>
                  <a:lnTo>
                    <a:pt x="186289" y="2368450"/>
                  </a:lnTo>
                  <a:lnTo>
                    <a:pt x="214864" y="2368450"/>
                  </a:lnTo>
                  <a:lnTo>
                    <a:pt x="214864" y="2397025"/>
                  </a:lnTo>
                  <a:close/>
                </a:path>
                <a:path w="6372225" h="2397125">
                  <a:moveTo>
                    <a:pt x="157647" y="2396600"/>
                  </a:moveTo>
                  <a:lnTo>
                    <a:pt x="130208" y="2393885"/>
                  </a:lnTo>
                  <a:lnTo>
                    <a:pt x="129034" y="2393529"/>
                  </a:lnTo>
                  <a:lnTo>
                    <a:pt x="134823" y="2365663"/>
                  </a:lnTo>
                  <a:lnTo>
                    <a:pt x="142598" y="2367278"/>
                  </a:lnTo>
                  <a:lnTo>
                    <a:pt x="150455" y="2368192"/>
                  </a:lnTo>
                  <a:lnTo>
                    <a:pt x="158397" y="2368403"/>
                  </a:lnTo>
                  <a:lnTo>
                    <a:pt x="157729" y="2393529"/>
                  </a:lnTo>
                  <a:lnTo>
                    <a:pt x="157647" y="2396600"/>
                  </a:lnTo>
                  <a:close/>
                </a:path>
                <a:path w="6372225" h="2397125">
                  <a:moveTo>
                    <a:pt x="101707" y="2385225"/>
                  </a:moveTo>
                  <a:lnTo>
                    <a:pt x="99980" y="2384700"/>
                  </a:lnTo>
                  <a:lnTo>
                    <a:pt x="76383" y="2372101"/>
                  </a:lnTo>
                  <a:lnTo>
                    <a:pt x="91307" y="2348204"/>
                  </a:lnTo>
                  <a:lnTo>
                    <a:pt x="97984" y="2352375"/>
                  </a:lnTo>
                  <a:lnTo>
                    <a:pt x="104978" y="2355926"/>
                  </a:lnTo>
                  <a:lnTo>
                    <a:pt x="112287" y="2358859"/>
                  </a:lnTo>
                  <a:lnTo>
                    <a:pt x="101707" y="2385225"/>
                  </a:lnTo>
                  <a:close/>
                </a:path>
                <a:path w="6372225" h="2397125">
                  <a:moveTo>
                    <a:pt x="53610" y="2354652"/>
                  </a:moveTo>
                  <a:lnTo>
                    <a:pt x="47449" y="2349600"/>
                  </a:lnTo>
                  <a:lnTo>
                    <a:pt x="34145" y="2333374"/>
                  </a:lnTo>
                  <a:lnTo>
                    <a:pt x="56235" y="2316388"/>
                  </a:lnTo>
                  <a:lnTo>
                    <a:pt x="59758" y="2320969"/>
                  </a:lnTo>
                  <a:lnTo>
                    <a:pt x="63565" y="2325304"/>
                  </a:lnTo>
                  <a:lnTo>
                    <a:pt x="69201" y="2330940"/>
                  </a:lnTo>
                  <a:lnTo>
                    <a:pt x="70784" y="2332447"/>
                  </a:lnTo>
                  <a:lnTo>
                    <a:pt x="72403" y="2333915"/>
                  </a:lnTo>
                  <a:lnTo>
                    <a:pt x="53610" y="2354652"/>
                  </a:lnTo>
                  <a:close/>
                </a:path>
                <a:path w="6372225" h="2397125">
                  <a:moveTo>
                    <a:pt x="18870" y="2309283"/>
                  </a:moveTo>
                  <a:lnTo>
                    <a:pt x="12349" y="2297069"/>
                  </a:lnTo>
                  <a:lnTo>
                    <a:pt x="8073" y="2282997"/>
                  </a:lnTo>
                  <a:lnTo>
                    <a:pt x="34623" y="2274733"/>
                  </a:lnTo>
                  <a:lnTo>
                    <a:pt x="36961" y="2282246"/>
                  </a:lnTo>
                  <a:lnTo>
                    <a:pt x="39942" y="2289496"/>
                  </a:lnTo>
                  <a:lnTo>
                    <a:pt x="43563" y="2296482"/>
                  </a:lnTo>
                  <a:lnTo>
                    <a:pt x="18870" y="2309283"/>
                  </a:lnTo>
                  <a:close/>
                </a:path>
                <a:path w="6372225" h="2397125">
                  <a:moveTo>
                    <a:pt x="1995" y="2255122"/>
                  </a:moveTo>
                  <a:lnTo>
                    <a:pt x="0" y="2235105"/>
                  </a:lnTo>
                  <a:lnTo>
                    <a:pt x="0" y="2226414"/>
                  </a:lnTo>
                  <a:lnTo>
                    <a:pt x="28598" y="2226414"/>
                  </a:lnTo>
                  <a:lnTo>
                    <a:pt x="28598" y="2240648"/>
                  </a:lnTo>
                  <a:lnTo>
                    <a:pt x="28942" y="2246168"/>
                  </a:lnTo>
                  <a:lnTo>
                    <a:pt x="29630" y="2251664"/>
                  </a:lnTo>
                  <a:lnTo>
                    <a:pt x="1995" y="2255122"/>
                  </a:lnTo>
                  <a:close/>
                </a:path>
                <a:path w="6372225" h="2397125">
                  <a:moveTo>
                    <a:pt x="28598" y="2197839"/>
                  </a:moveTo>
                  <a:lnTo>
                    <a:pt x="0" y="2197839"/>
                  </a:lnTo>
                  <a:lnTo>
                    <a:pt x="0" y="2169264"/>
                  </a:lnTo>
                  <a:lnTo>
                    <a:pt x="28598" y="2169264"/>
                  </a:lnTo>
                  <a:lnTo>
                    <a:pt x="28598" y="2197839"/>
                  </a:lnTo>
                  <a:close/>
                </a:path>
                <a:path w="6372225" h="2397125">
                  <a:moveTo>
                    <a:pt x="28598" y="2140689"/>
                  </a:moveTo>
                  <a:lnTo>
                    <a:pt x="0" y="2140689"/>
                  </a:lnTo>
                  <a:lnTo>
                    <a:pt x="0" y="2112114"/>
                  </a:lnTo>
                  <a:lnTo>
                    <a:pt x="28598" y="2112114"/>
                  </a:lnTo>
                  <a:lnTo>
                    <a:pt x="28598" y="2140689"/>
                  </a:lnTo>
                  <a:close/>
                </a:path>
                <a:path w="6372225" h="2397125">
                  <a:moveTo>
                    <a:pt x="28598" y="2083539"/>
                  </a:moveTo>
                  <a:lnTo>
                    <a:pt x="0" y="2083539"/>
                  </a:lnTo>
                  <a:lnTo>
                    <a:pt x="0" y="2054964"/>
                  </a:lnTo>
                  <a:lnTo>
                    <a:pt x="28598" y="2054964"/>
                  </a:lnTo>
                  <a:lnTo>
                    <a:pt x="28598" y="2083539"/>
                  </a:lnTo>
                  <a:close/>
                </a:path>
                <a:path w="6372225" h="2397125">
                  <a:moveTo>
                    <a:pt x="28598" y="2026389"/>
                  </a:moveTo>
                  <a:lnTo>
                    <a:pt x="0" y="2026389"/>
                  </a:lnTo>
                  <a:lnTo>
                    <a:pt x="0" y="1997814"/>
                  </a:lnTo>
                  <a:lnTo>
                    <a:pt x="28598" y="1997814"/>
                  </a:lnTo>
                  <a:lnTo>
                    <a:pt x="28598" y="2026389"/>
                  </a:lnTo>
                  <a:close/>
                </a:path>
                <a:path w="6372225" h="2397125">
                  <a:moveTo>
                    <a:pt x="28598" y="1969239"/>
                  </a:moveTo>
                  <a:lnTo>
                    <a:pt x="0" y="1969239"/>
                  </a:lnTo>
                  <a:lnTo>
                    <a:pt x="0" y="1940664"/>
                  </a:lnTo>
                  <a:lnTo>
                    <a:pt x="28598" y="1940664"/>
                  </a:lnTo>
                  <a:lnTo>
                    <a:pt x="28598" y="1969239"/>
                  </a:lnTo>
                  <a:close/>
                </a:path>
                <a:path w="6372225" h="2397125">
                  <a:moveTo>
                    <a:pt x="28598" y="1912089"/>
                  </a:moveTo>
                  <a:lnTo>
                    <a:pt x="0" y="1912089"/>
                  </a:lnTo>
                  <a:lnTo>
                    <a:pt x="0" y="1883514"/>
                  </a:lnTo>
                  <a:lnTo>
                    <a:pt x="28598" y="1883514"/>
                  </a:lnTo>
                  <a:lnTo>
                    <a:pt x="28598" y="1912089"/>
                  </a:lnTo>
                  <a:close/>
                </a:path>
                <a:path w="6372225" h="2397125">
                  <a:moveTo>
                    <a:pt x="28598" y="1854939"/>
                  </a:moveTo>
                  <a:lnTo>
                    <a:pt x="0" y="1854939"/>
                  </a:lnTo>
                  <a:lnTo>
                    <a:pt x="0" y="1826364"/>
                  </a:lnTo>
                  <a:lnTo>
                    <a:pt x="28598" y="1826364"/>
                  </a:lnTo>
                  <a:lnTo>
                    <a:pt x="28598" y="1854939"/>
                  </a:lnTo>
                  <a:close/>
                </a:path>
                <a:path w="6372225" h="2397125">
                  <a:moveTo>
                    <a:pt x="28598" y="1797789"/>
                  </a:moveTo>
                  <a:lnTo>
                    <a:pt x="0" y="1797789"/>
                  </a:lnTo>
                  <a:lnTo>
                    <a:pt x="0" y="1769214"/>
                  </a:lnTo>
                  <a:lnTo>
                    <a:pt x="28598" y="1769214"/>
                  </a:lnTo>
                  <a:lnTo>
                    <a:pt x="28598" y="1797789"/>
                  </a:lnTo>
                  <a:close/>
                </a:path>
                <a:path w="6372225" h="2397125">
                  <a:moveTo>
                    <a:pt x="28598" y="1740639"/>
                  </a:moveTo>
                  <a:lnTo>
                    <a:pt x="0" y="1740639"/>
                  </a:lnTo>
                  <a:lnTo>
                    <a:pt x="0" y="1712064"/>
                  </a:lnTo>
                  <a:lnTo>
                    <a:pt x="28598" y="1712064"/>
                  </a:lnTo>
                  <a:lnTo>
                    <a:pt x="28598" y="1740639"/>
                  </a:lnTo>
                  <a:close/>
                </a:path>
                <a:path w="6372225" h="2397125">
                  <a:moveTo>
                    <a:pt x="28598" y="1683489"/>
                  </a:moveTo>
                  <a:lnTo>
                    <a:pt x="0" y="1683489"/>
                  </a:lnTo>
                  <a:lnTo>
                    <a:pt x="0" y="1654914"/>
                  </a:lnTo>
                  <a:lnTo>
                    <a:pt x="28598" y="1654914"/>
                  </a:lnTo>
                  <a:lnTo>
                    <a:pt x="28598" y="1683489"/>
                  </a:lnTo>
                  <a:close/>
                </a:path>
                <a:path w="6372225" h="2397125">
                  <a:moveTo>
                    <a:pt x="28598" y="1626339"/>
                  </a:moveTo>
                  <a:lnTo>
                    <a:pt x="0" y="1626339"/>
                  </a:lnTo>
                  <a:lnTo>
                    <a:pt x="0" y="1597764"/>
                  </a:lnTo>
                  <a:lnTo>
                    <a:pt x="28598" y="1597764"/>
                  </a:lnTo>
                  <a:lnTo>
                    <a:pt x="28598" y="1626339"/>
                  </a:lnTo>
                  <a:close/>
                </a:path>
                <a:path w="6372225" h="2397125">
                  <a:moveTo>
                    <a:pt x="28598" y="1569189"/>
                  </a:moveTo>
                  <a:lnTo>
                    <a:pt x="0" y="1569189"/>
                  </a:lnTo>
                  <a:lnTo>
                    <a:pt x="0" y="1540614"/>
                  </a:lnTo>
                  <a:lnTo>
                    <a:pt x="28598" y="1540614"/>
                  </a:lnTo>
                  <a:lnTo>
                    <a:pt x="28598" y="1569189"/>
                  </a:lnTo>
                  <a:close/>
                </a:path>
                <a:path w="6372225" h="2397125">
                  <a:moveTo>
                    <a:pt x="28598" y="1512039"/>
                  </a:moveTo>
                  <a:lnTo>
                    <a:pt x="0" y="1512039"/>
                  </a:lnTo>
                  <a:lnTo>
                    <a:pt x="0" y="1483464"/>
                  </a:lnTo>
                  <a:lnTo>
                    <a:pt x="28598" y="1483464"/>
                  </a:lnTo>
                  <a:lnTo>
                    <a:pt x="28598" y="1512039"/>
                  </a:lnTo>
                  <a:close/>
                </a:path>
                <a:path w="6372225" h="2397125">
                  <a:moveTo>
                    <a:pt x="28598" y="1454889"/>
                  </a:moveTo>
                  <a:lnTo>
                    <a:pt x="0" y="1454889"/>
                  </a:lnTo>
                  <a:lnTo>
                    <a:pt x="0" y="1426314"/>
                  </a:lnTo>
                  <a:lnTo>
                    <a:pt x="28598" y="1426314"/>
                  </a:lnTo>
                  <a:lnTo>
                    <a:pt x="28598" y="1454889"/>
                  </a:lnTo>
                  <a:close/>
                </a:path>
                <a:path w="6372225" h="2397125">
                  <a:moveTo>
                    <a:pt x="28598" y="1397739"/>
                  </a:moveTo>
                  <a:lnTo>
                    <a:pt x="0" y="1397739"/>
                  </a:lnTo>
                  <a:lnTo>
                    <a:pt x="0" y="1369164"/>
                  </a:lnTo>
                  <a:lnTo>
                    <a:pt x="28598" y="1369164"/>
                  </a:lnTo>
                  <a:lnTo>
                    <a:pt x="28598" y="1397739"/>
                  </a:lnTo>
                  <a:close/>
                </a:path>
                <a:path w="6372225" h="2397125">
                  <a:moveTo>
                    <a:pt x="28598" y="1340589"/>
                  </a:moveTo>
                  <a:lnTo>
                    <a:pt x="0" y="1340589"/>
                  </a:lnTo>
                  <a:lnTo>
                    <a:pt x="0" y="1312014"/>
                  </a:lnTo>
                  <a:lnTo>
                    <a:pt x="28598" y="1312014"/>
                  </a:lnTo>
                  <a:lnTo>
                    <a:pt x="28598" y="1340589"/>
                  </a:lnTo>
                  <a:close/>
                </a:path>
                <a:path w="6372225" h="2397125">
                  <a:moveTo>
                    <a:pt x="28598" y="1283439"/>
                  </a:moveTo>
                  <a:lnTo>
                    <a:pt x="0" y="1283439"/>
                  </a:lnTo>
                  <a:lnTo>
                    <a:pt x="0" y="1254864"/>
                  </a:lnTo>
                  <a:lnTo>
                    <a:pt x="28598" y="1254864"/>
                  </a:lnTo>
                  <a:lnTo>
                    <a:pt x="28598" y="1283439"/>
                  </a:lnTo>
                  <a:close/>
                </a:path>
                <a:path w="6372225" h="2397125">
                  <a:moveTo>
                    <a:pt x="28598" y="1226289"/>
                  </a:moveTo>
                  <a:lnTo>
                    <a:pt x="0" y="1226289"/>
                  </a:lnTo>
                  <a:lnTo>
                    <a:pt x="0" y="1197714"/>
                  </a:lnTo>
                  <a:lnTo>
                    <a:pt x="28598" y="1197714"/>
                  </a:lnTo>
                  <a:lnTo>
                    <a:pt x="28598" y="1226289"/>
                  </a:lnTo>
                  <a:close/>
                </a:path>
                <a:path w="6372225" h="2397125">
                  <a:moveTo>
                    <a:pt x="28598" y="1169139"/>
                  </a:moveTo>
                  <a:lnTo>
                    <a:pt x="0" y="1169139"/>
                  </a:lnTo>
                  <a:lnTo>
                    <a:pt x="0" y="1140564"/>
                  </a:lnTo>
                  <a:lnTo>
                    <a:pt x="28598" y="1140564"/>
                  </a:lnTo>
                  <a:lnTo>
                    <a:pt x="28598" y="1169139"/>
                  </a:lnTo>
                  <a:close/>
                </a:path>
                <a:path w="6372225" h="2397125">
                  <a:moveTo>
                    <a:pt x="28598" y="1111989"/>
                  </a:moveTo>
                  <a:lnTo>
                    <a:pt x="0" y="1111989"/>
                  </a:lnTo>
                  <a:lnTo>
                    <a:pt x="0" y="1083414"/>
                  </a:lnTo>
                  <a:lnTo>
                    <a:pt x="28598" y="1083414"/>
                  </a:lnTo>
                  <a:lnTo>
                    <a:pt x="28598" y="1111989"/>
                  </a:lnTo>
                  <a:close/>
                </a:path>
                <a:path w="6372225" h="2397125">
                  <a:moveTo>
                    <a:pt x="28598" y="1054839"/>
                  </a:moveTo>
                  <a:lnTo>
                    <a:pt x="0" y="1054839"/>
                  </a:lnTo>
                  <a:lnTo>
                    <a:pt x="0" y="1026264"/>
                  </a:lnTo>
                  <a:lnTo>
                    <a:pt x="28598" y="1026264"/>
                  </a:lnTo>
                  <a:lnTo>
                    <a:pt x="28598" y="1054839"/>
                  </a:lnTo>
                  <a:close/>
                </a:path>
                <a:path w="6372225" h="2397125">
                  <a:moveTo>
                    <a:pt x="28598" y="997689"/>
                  </a:moveTo>
                  <a:lnTo>
                    <a:pt x="0" y="997689"/>
                  </a:lnTo>
                  <a:lnTo>
                    <a:pt x="0" y="969114"/>
                  </a:lnTo>
                  <a:lnTo>
                    <a:pt x="28598" y="969114"/>
                  </a:lnTo>
                  <a:lnTo>
                    <a:pt x="28598" y="997689"/>
                  </a:lnTo>
                  <a:close/>
                </a:path>
                <a:path w="6372225" h="2397125">
                  <a:moveTo>
                    <a:pt x="28598" y="940539"/>
                  </a:moveTo>
                  <a:lnTo>
                    <a:pt x="0" y="940539"/>
                  </a:lnTo>
                  <a:lnTo>
                    <a:pt x="0" y="911964"/>
                  </a:lnTo>
                  <a:lnTo>
                    <a:pt x="28598" y="911964"/>
                  </a:lnTo>
                  <a:lnTo>
                    <a:pt x="28598" y="940539"/>
                  </a:lnTo>
                  <a:close/>
                </a:path>
                <a:path w="6372225" h="2397125">
                  <a:moveTo>
                    <a:pt x="28598" y="883389"/>
                  </a:moveTo>
                  <a:lnTo>
                    <a:pt x="0" y="883389"/>
                  </a:lnTo>
                  <a:lnTo>
                    <a:pt x="0" y="854814"/>
                  </a:lnTo>
                  <a:lnTo>
                    <a:pt x="28598" y="854814"/>
                  </a:lnTo>
                  <a:lnTo>
                    <a:pt x="28598" y="883389"/>
                  </a:lnTo>
                  <a:close/>
                </a:path>
                <a:path w="6372225" h="2397125">
                  <a:moveTo>
                    <a:pt x="28598" y="826239"/>
                  </a:moveTo>
                  <a:lnTo>
                    <a:pt x="0" y="826239"/>
                  </a:lnTo>
                  <a:lnTo>
                    <a:pt x="0" y="797664"/>
                  </a:lnTo>
                  <a:lnTo>
                    <a:pt x="28598" y="797664"/>
                  </a:lnTo>
                  <a:lnTo>
                    <a:pt x="28598" y="826239"/>
                  </a:lnTo>
                  <a:close/>
                </a:path>
                <a:path w="6372225" h="2397125">
                  <a:moveTo>
                    <a:pt x="28598" y="769089"/>
                  </a:moveTo>
                  <a:lnTo>
                    <a:pt x="0" y="769089"/>
                  </a:lnTo>
                  <a:lnTo>
                    <a:pt x="0" y="740514"/>
                  </a:lnTo>
                  <a:lnTo>
                    <a:pt x="28598" y="740514"/>
                  </a:lnTo>
                  <a:lnTo>
                    <a:pt x="28598" y="769089"/>
                  </a:lnTo>
                  <a:close/>
                </a:path>
                <a:path w="6372225" h="2397125">
                  <a:moveTo>
                    <a:pt x="28598" y="711939"/>
                  </a:moveTo>
                  <a:lnTo>
                    <a:pt x="0" y="711939"/>
                  </a:lnTo>
                  <a:lnTo>
                    <a:pt x="0" y="683364"/>
                  </a:lnTo>
                  <a:lnTo>
                    <a:pt x="28598" y="683364"/>
                  </a:lnTo>
                  <a:lnTo>
                    <a:pt x="28598" y="711939"/>
                  </a:lnTo>
                  <a:close/>
                </a:path>
                <a:path w="6372225" h="2397125">
                  <a:moveTo>
                    <a:pt x="28598" y="654789"/>
                  </a:moveTo>
                  <a:lnTo>
                    <a:pt x="0" y="654789"/>
                  </a:lnTo>
                  <a:lnTo>
                    <a:pt x="0" y="626214"/>
                  </a:lnTo>
                  <a:lnTo>
                    <a:pt x="28598" y="626214"/>
                  </a:lnTo>
                  <a:lnTo>
                    <a:pt x="28598" y="654789"/>
                  </a:lnTo>
                  <a:close/>
                </a:path>
                <a:path w="6372225" h="2397125">
                  <a:moveTo>
                    <a:pt x="28598" y="597639"/>
                  </a:moveTo>
                  <a:lnTo>
                    <a:pt x="0" y="597639"/>
                  </a:lnTo>
                  <a:lnTo>
                    <a:pt x="0" y="569064"/>
                  </a:lnTo>
                  <a:lnTo>
                    <a:pt x="28598" y="569064"/>
                  </a:lnTo>
                  <a:lnTo>
                    <a:pt x="28598" y="597639"/>
                  </a:lnTo>
                  <a:close/>
                </a:path>
                <a:path w="6372225" h="2397125">
                  <a:moveTo>
                    <a:pt x="28598" y="540489"/>
                  </a:moveTo>
                  <a:lnTo>
                    <a:pt x="0" y="540489"/>
                  </a:lnTo>
                  <a:lnTo>
                    <a:pt x="0" y="511914"/>
                  </a:lnTo>
                  <a:lnTo>
                    <a:pt x="28598" y="511914"/>
                  </a:lnTo>
                  <a:lnTo>
                    <a:pt x="28598" y="540489"/>
                  </a:lnTo>
                  <a:close/>
                </a:path>
                <a:path w="6372225" h="2397125">
                  <a:moveTo>
                    <a:pt x="28598" y="483339"/>
                  </a:moveTo>
                  <a:lnTo>
                    <a:pt x="0" y="483339"/>
                  </a:lnTo>
                  <a:lnTo>
                    <a:pt x="0" y="454764"/>
                  </a:lnTo>
                  <a:lnTo>
                    <a:pt x="28598" y="454764"/>
                  </a:lnTo>
                  <a:lnTo>
                    <a:pt x="28598" y="483339"/>
                  </a:lnTo>
                  <a:close/>
                </a:path>
                <a:path w="6372225" h="2397125">
                  <a:moveTo>
                    <a:pt x="28598" y="426189"/>
                  </a:moveTo>
                  <a:lnTo>
                    <a:pt x="0" y="426189"/>
                  </a:lnTo>
                  <a:lnTo>
                    <a:pt x="0" y="397614"/>
                  </a:lnTo>
                  <a:lnTo>
                    <a:pt x="28598" y="397614"/>
                  </a:lnTo>
                  <a:lnTo>
                    <a:pt x="28598" y="426189"/>
                  </a:lnTo>
                  <a:close/>
                </a:path>
                <a:path w="6372225" h="2397125">
                  <a:moveTo>
                    <a:pt x="28598" y="369039"/>
                  </a:moveTo>
                  <a:lnTo>
                    <a:pt x="0" y="369039"/>
                  </a:lnTo>
                  <a:lnTo>
                    <a:pt x="0" y="340464"/>
                  </a:lnTo>
                  <a:lnTo>
                    <a:pt x="28598" y="340464"/>
                  </a:lnTo>
                  <a:lnTo>
                    <a:pt x="28598" y="369039"/>
                  </a:lnTo>
                  <a:close/>
                </a:path>
                <a:path w="6372225" h="2397125">
                  <a:moveTo>
                    <a:pt x="28598" y="311889"/>
                  </a:moveTo>
                  <a:lnTo>
                    <a:pt x="0" y="311889"/>
                  </a:lnTo>
                  <a:lnTo>
                    <a:pt x="0" y="283314"/>
                  </a:lnTo>
                  <a:lnTo>
                    <a:pt x="28598" y="283314"/>
                  </a:lnTo>
                  <a:lnTo>
                    <a:pt x="28598" y="311889"/>
                  </a:lnTo>
                  <a:close/>
                </a:path>
                <a:path w="6372225" h="2397125">
                  <a:moveTo>
                    <a:pt x="28598" y="254739"/>
                  </a:moveTo>
                  <a:lnTo>
                    <a:pt x="0" y="254739"/>
                  </a:lnTo>
                  <a:lnTo>
                    <a:pt x="0" y="226164"/>
                  </a:lnTo>
                  <a:lnTo>
                    <a:pt x="28598" y="226164"/>
                  </a:lnTo>
                  <a:lnTo>
                    <a:pt x="28598" y="254739"/>
                  </a:lnTo>
                  <a:close/>
                </a:path>
                <a:path w="6372225" h="2397125">
                  <a:moveTo>
                    <a:pt x="28598" y="197589"/>
                  </a:moveTo>
                  <a:lnTo>
                    <a:pt x="0" y="197589"/>
                  </a:lnTo>
                  <a:lnTo>
                    <a:pt x="0" y="169014"/>
                  </a:lnTo>
                  <a:lnTo>
                    <a:pt x="28598" y="169014"/>
                  </a:lnTo>
                  <a:lnTo>
                    <a:pt x="28598" y="197589"/>
                  </a:lnTo>
                  <a:close/>
                </a:path>
                <a:path w="6372225" h="2397125">
                  <a:moveTo>
                    <a:pt x="29801" y="144045"/>
                  </a:moveTo>
                  <a:lnTo>
                    <a:pt x="2154" y="140306"/>
                  </a:lnTo>
                  <a:lnTo>
                    <a:pt x="3163" y="130184"/>
                  </a:lnTo>
                  <a:lnTo>
                    <a:pt x="8535" y="112505"/>
                  </a:lnTo>
                  <a:lnTo>
                    <a:pt x="35020" y="121037"/>
                  </a:lnTo>
                  <a:lnTo>
                    <a:pt x="32599" y="128553"/>
                  </a:lnTo>
                  <a:lnTo>
                    <a:pt x="30859" y="136222"/>
                  </a:lnTo>
                  <a:lnTo>
                    <a:pt x="29801" y="144045"/>
                  </a:lnTo>
                  <a:close/>
                </a:path>
                <a:path w="6372225" h="2397125">
                  <a:moveTo>
                    <a:pt x="44175" y="99377"/>
                  </a:moveTo>
                  <a:lnTo>
                    <a:pt x="19619" y="86338"/>
                  </a:lnTo>
                  <a:lnTo>
                    <a:pt x="27228" y="72087"/>
                  </a:lnTo>
                  <a:lnTo>
                    <a:pt x="35162" y="62410"/>
                  </a:lnTo>
                  <a:lnTo>
                    <a:pt x="57049" y="79590"/>
                  </a:lnTo>
                  <a:lnTo>
                    <a:pt x="52172" y="85803"/>
                  </a:lnTo>
                  <a:lnTo>
                    <a:pt x="47881" y="92399"/>
                  </a:lnTo>
                  <a:lnTo>
                    <a:pt x="44175" y="99377"/>
                  </a:lnTo>
                  <a:close/>
                </a:path>
                <a:path w="6372225" h="2397125">
                  <a:moveTo>
                    <a:pt x="73396" y="62219"/>
                  </a:moveTo>
                  <a:lnTo>
                    <a:pt x="54859" y="41349"/>
                  </a:lnTo>
                  <a:lnTo>
                    <a:pt x="72110" y="27204"/>
                  </a:lnTo>
                  <a:lnTo>
                    <a:pt x="77794" y="24170"/>
                  </a:lnTo>
                  <a:lnTo>
                    <a:pt x="92429" y="48127"/>
                  </a:lnTo>
                  <a:lnTo>
                    <a:pt x="85666" y="52258"/>
                  </a:lnTo>
                  <a:lnTo>
                    <a:pt x="79321" y="56955"/>
                  </a:lnTo>
                  <a:lnTo>
                    <a:pt x="73396" y="62219"/>
                  </a:lnTo>
                  <a:close/>
                </a:path>
                <a:path w="6372225" h="2397125">
                  <a:moveTo>
                    <a:pt x="113510" y="37682"/>
                  </a:moveTo>
                  <a:lnTo>
                    <a:pt x="103238" y="11335"/>
                  </a:lnTo>
                  <a:lnTo>
                    <a:pt x="130332" y="3102"/>
                  </a:lnTo>
                  <a:lnTo>
                    <a:pt x="130590" y="3102"/>
                  </a:lnTo>
                  <a:lnTo>
                    <a:pt x="136117" y="31099"/>
                  </a:lnTo>
                  <a:lnTo>
                    <a:pt x="128388" y="32625"/>
                  </a:lnTo>
                  <a:lnTo>
                    <a:pt x="120852" y="34819"/>
                  </a:lnTo>
                  <a:lnTo>
                    <a:pt x="113510" y="37682"/>
                  </a:lnTo>
                  <a:close/>
                </a:path>
                <a:path w="6372225" h="2397125">
                  <a:moveTo>
                    <a:pt x="190519" y="28574"/>
                  </a:moveTo>
                  <a:lnTo>
                    <a:pt x="159497" y="28574"/>
                  </a:lnTo>
                  <a:lnTo>
                    <a:pt x="159263" y="265"/>
                  </a:lnTo>
                  <a:lnTo>
                    <a:pt x="161945" y="0"/>
                  </a:lnTo>
                  <a:lnTo>
                    <a:pt x="190519" y="0"/>
                  </a:lnTo>
                  <a:lnTo>
                    <a:pt x="190519" y="28574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97666" y="7498878"/>
              <a:ext cx="66675" cy="6667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97666" y="7794153"/>
              <a:ext cx="66675" cy="6667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97666" y="8089428"/>
              <a:ext cx="66675" cy="6667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97666" y="8384703"/>
              <a:ext cx="66675" cy="6667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97666" y="8679978"/>
              <a:ext cx="66675" cy="6667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97666" y="8975253"/>
              <a:ext cx="66675" cy="66674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408052" y="1894255"/>
            <a:ext cx="7673975" cy="4210050"/>
            <a:chOff x="408052" y="1894255"/>
            <a:chExt cx="7673975" cy="4210050"/>
          </a:xfrm>
        </p:grpSpPr>
        <p:sp>
          <p:nvSpPr>
            <p:cNvPr id="17" name="object 17" descr=""/>
            <p:cNvSpPr/>
            <p:nvPr/>
          </p:nvSpPr>
          <p:spPr>
            <a:xfrm>
              <a:off x="408052" y="1894255"/>
              <a:ext cx="7673975" cy="4210050"/>
            </a:xfrm>
            <a:custGeom>
              <a:avLst/>
              <a:gdLst/>
              <a:ahLst/>
              <a:cxnLst/>
              <a:rect l="l" t="t" r="r" b="b"/>
              <a:pathLst>
                <a:path w="7673975" h="4210050">
                  <a:moveTo>
                    <a:pt x="247710" y="28574"/>
                  </a:moveTo>
                  <a:lnTo>
                    <a:pt x="219135" y="28574"/>
                  </a:lnTo>
                  <a:lnTo>
                    <a:pt x="219135" y="0"/>
                  </a:lnTo>
                  <a:lnTo>
                    <a:pt x="247710" y="0"/>
                  </a:lnTo>
                  <a:lnTo>
                    <a:pt x="247710" y="28574"/>
                  </a:lnTo>
                  <a:close/>
                </a:path>
                <a:path w="7673975" h="4210050">
                  <a:moveTo>
                    <a:pt x="304860" y="28574"/>
                  </a:moveTo>
                  <a:lnTo>
                    <a:pt x="276285" y="28574"/>
                  </a:lnTo>
                  <a:lnTo>
                    <a:pt x="276285" y="0"/>
                  </a:lnTo>
                  <a:lnTo>
                    <a:pt x="304860" y="0"/>
                  </a:lnTo>
                  <a:lnTo>
                    <a:pt x="304860" y="28574"/>
                  </a:lnTo>
                  <a:close/>
                </a:path>
                <a:path w="7673975" h="4210050">
                  <a:moveTo>
                    <a:pt x="362010" y="28574"/>
                  </a:moveTo>
                  <a:lnTo>
                    <a:pt x="333435" y="28574"/>
                  </a:lnTo>
                  <a:lnTo>
                    <a:pt x="333435" y="0"/>
                  </a:lnTo>
                  <a:lnTo>
                    <a:pt x="362010" y="0"/>
                  </a:lnTo>
                  <a:lnTo>
                    <a:pt x="362010" y="28574"/>
                  </a:lnTo>
                  <a:close/>
                </a:path>
                <a:path w="7673975" h="4210050">
                  <a:moveTo>
                    <a:pt x="419160" y="28574"/>
                  </a:moveTo>
                  <a:lnTo>
                    <a:pt x="390585" y="28574"/>
                  </a:lnTo>
                  <a:lnTo>
                    <a:pt x="390585" y="0"/>
                  </a:lnTo>
                  <a:lnTo>
                    <a:pt x="419160" y="0"/>
                  </a:lnTo>
                  <a:lnTo>
                    <a:pt x="419160" y="28574"/>
                  </a:lnTo>
                  <a:close/>
                </a:path>
                <a:path w="7673975" h="4210050">
                  <a:moveTo>
                    <a:pt x="476310" y="28574"/>
                  </a:moveTo>
                  <a:lnTo>
                    <a:pt x="447735" y="28574"/>
                  </a:lnTo>
                  <a:lnTo>
                    <a:pt x="447735" y="0"/>
                  </a:lnTo>
                  <a:lnTo>
                    <a:pt x="476310" y="0"/>
                  </a:lnTo>
                  <a:lnTo>
                    <a:pt x="476310" y="28574"/>
                  </a:lnTo>
                  <a:close/>
                </a:path>
                <a:path w="7673975" h="4210050">
                  <a:moveTo>
                    <a:pt x="533460" y="28574"/>
                  </a:moveTo>
                  <a:lnTo>
                    <a:pt x="504885" y="28574"/>
                  </a:lnTo>
                  <a:lnTo>
                    <a:pt x="504885" y="0"/>
                  </a:lnTo>
                  <a:lnTo>
                    <a:pt x="533460" y="0"/>
                  </a:lnTo>
                  <a:lnTo>
                    <a:pt x="533460" y="28574"/>
                  </a:lnTo>
                  <a:close/>
                </a:path>
                <a:path w="7673975" h="4210050">
                  <a:moveTo>
                    <a:pt x="590610" y="28574"/>
                  </a:moveTo>
                  <a:lnTo>
                    <a:pt x="562035" y="28574"/>
                  </a:lnTo>
                  <a:lnTo>
                    <a:pt x="562035" y="0"/>
                  </a:lnTo>
                  <a:lnTo>
                    <a:pt x="590610" y="0"/>
                  </a:lnTo>
                  <a:lnTo>
                    <a:pt x="590610" y="28574"/>
                  </a:lnTo>
                  <a:close/>
                </a:path>
                <a:path w="7673975" h="4210050">
                  <a:moveTo>
                    <a:pt x="647760" y="28574"/>
                  </a:moveTo>
                  <a:lnTo>
                    <a:pt x="619185" y="28574"/>
                  </a:lnTo>
                  <a:lnTo>
                    <a:pt x="619185" y="0"/>
                  </a:lnTo>
                  <a:lnTo>
                    <a:pt x="647760" y="0"/>
                  </a:lnTo>
                  <a:lnTo>
                    <a:pt x="647760" y="28574"/>
                  </a:lnTo>
                  <a:close/>
                </a:path>
                <a:path w="7673975" h="4210050">
                  <a:moveTo>
                    <a:pt x="704910" y="28574"/>
                  </a:moveTo>
                  <a:lnTo>
                    <a:pt x="676335" y="28574"/>
                  </a:lnTo>
                  <a:lnTo>
                    <a:pt x="676335" y="0"/>
                  </a:lnTo>
                  <a:lnTo>
                    <a:pt x="704910" y="0"/>
                  </a:lnTo>
                  <a:lnTo>
                    <a:pt x="704910" y="28574"/>
                  </a:lnTo>
                  <a:close/>
                </a:path>
                <a:path w="7673975" h="4210050">
                  <a:moveTo>
                    <a:pt x="762060" y="28574"/>
                  </a:moveTo>
                  <a:lnTo>
                    <a:pt x="733485" y="28574"/>
                  </a:lnTo>
                  <a:lnTo>
                    <a:pt x="733485" y="0"/>
                  </a:lnTo>
                  <a:lnTo>
                    <a:pt x="762060" y="0"/>
                  </a:lnTo>
                  <a:lnTo>
                    <a:pt x="762060" y="28574"/>
                  </a:lnTo>
                  <a:close/>
                </a:path>
                <a:path w="7673975" h="4210050">
                  <a:moveTo>
                    <a:pt x="819210" y="28574"/>
                  </a:moveTo>
                  <a:lnTo>
                    <a:pt x="790635" y="28574"/>
                  </a:lnTo>
                  <a:lnTo>
                    <a:pt x="790635" y="0"/>
                  </a:lnTo>
                  <a:lnTo>
                    <a:pt x="819210" y="0"/>
                  </a:lnTo>
                  <a:lnTo>
                    <a:pt x="819210" y="28574"/>
                  </a:lnTo>
                  <a:close/>
                </a:path>
                <a:path w="7673975" h="4210050">
                  <a:moveTo>
                    <a:pt x="876360" y="28574"/>
                  </a:moveTo>
                  <a:lnTo>
                    <a:pt x="847785" y="28574"/>
                  </a:lnTo>
                  <a:lnTo>
                    <a:pt x="847785" y="0"/>
                  </a:lnTo>
                  <a:lnTo>
                    <a:pt x="876360" y="0"/>
                  </a:lnTo>
                  <a:lnTo>
                    <a:pt x="876360" y="28574"/>
                  </a:lnTo>
                  <a:close/>
                </a:path>
                <a:path w="7673975" h="4210050">
                  <a:moveTo>
                    <a:pt x="933510" y="28574"/>
                  </a:moveTo>
                  <a:lnTo>
                    <a:pt x="904935" y="28574"/>
                  </a:lnTo>
                  <a:lnTo>
                    <a:pt x="904935" y="0"/>
                  </a:lnTo>
                  <a:lnTo>
                    <a:pt x="933510" y="0"/>
                  </a:lnTo>
                  <a:lnTo>
                    <a:pt x="933510" y="28574"/>
                  </a:lnTo>
                  <a:close/>
                </a:path>
                <a:path w="7673975" h="4210050">
                  <a:moveTo>
                    <a:pt x="990660" y="28574"/>
                  </a:moveTo>
                  <a:lnTo>
                    <a:pt x="962085" y="28574"/>
                  </a:lnTo>
                  <a:lnTo>
                    <a:pt x="962085" y="0"/>
                  </a:lnTo>
                  <a:lnTo>
                    <a:pt x="990660" y="0"/>
                  </a:lnTo>
                  <a:lnTo>
                    <a:pt x="990660" y="28574"/>
                  </a:lnTo>
                  <a:close/>
                </a:path>
                <a:path w="7673975" h="4210050">
                  <a:moveTo>
                    <a:pt x="1047810" y="28574"/>
                  </a:moveTo>
                  <a:lnTo>
                    <a:pt x="1019235" y="28574"/>
                  </a:lnTo>
                  <a:lnTo>
                    <a:pt x="1019235" y="0"/>
                  </a:lnTo>
                  <a:lnTo>
                    <a:pt x="1047810" y="0"/>
                  </a:lnTo>
                  <a:lnTo>
                    <a:pt x="1047810" y="28574"/>
                  </a:lnTo>
                  <a:close/>
                </a:path>
                <a:path w="7673975" h="4210050">
                  <a:moveTo>
                    <a:pt x="1104960" y="28574"/>
                  </a:moveTo>
                  <a:lnTo>
                    <a:pt x="1076385" y="28574"/>
                  </a:lnTo>
                  <a:lnTo>
                    <a:pt x="1076385" y="0"/>
                  </a:lnTo>
                  <a:lnTo>
                    <a:pt x="1104960" y="0"/>
                  </a:lnTo>
                  <a:lnTo>
                    <a:pt x="1104960" y="28574"/>
                  </a:lnTo>
                  <a:close/>
                </a:path>
                <a:path w="7673975" h="4210050">
                  <a:moveTo>
                    <a:pt x="1162110" y="28574"/>
                  </a:moveTo>
                  <a:lnTo>
                    <a:pt x="1133535" y="28574"/>
                  </a:lnTo>
                  <a:lnTo>
                    <a:pt x="1133535" y="0"/>
                  </a:lnTo>
                  <a:lnTo>
                    <a:pt x="1162110" y="0"/>
                  </a:lnTo>
                  <a:lnTo>
                    <a:pt x="1162110" y="28574"/>
                  </a:lnTo>
                  <a:close/>
                </a:path>
                <a:path w="7673975" h="4210050">
                  <a:moveTo>
                    <a:pt x="1219260" y="28574"/>
                  </a:moveTo>
                  <a:lnTo>
                    <a:pt x="1190685" y="28574"/>
                  </a:lnTo>
                  <a:lnTo>
                    <a:pt x="1190685" y="0"/>
                  </a:lnTo>
                  <a:lnTo>
                    <a:pt x="1219260" y="0"/>
                  </a:lnTo>
                  <a:lnTo>
                    <a:pt x="1219260" y="28574"/>
                  </a:lnTo>
                  <a:close/>
                </a:path>
                <a:path w="7673975" h="4210050">
                  <a:moveTo>
                    <a:pt x="1276410" y="28574"/>
                  </a:moveTo>
                  <a:lnTo>
                    <a:pt x="1247835" y="28574"/>
                  </a:lnTo>
                  <a:lnTo>
                    <a:pt x="1247835" y="0"/>
                  </a:lnTo>
                  <a:lnTo>
                    <a:pt x="1276410" y="0"/>
                  </a:lnTo>
                  <a:lnTo>
                    <a:pt x="1276410" y="28574"/>
                  </a:lnTo>
                  <a:close/>
                </a:path>
                <a:path w="7673975" h="4210050">
                  <a:moveTo>
                    <a:pt x="1333560" y="28574"/>
                  </a:moveTo>
                  <a:lnTo>
                    <a:pt x="1304985" y="28574"/>
                  </a:lnTo>
                  <a:lnTo>
                    <a:pt x="1304985" y="0"/>
                  </a:lnTo>
                  <a:lnTo>
                    <a:pt x="1333560" y="0"/>
                  </a:lnTo>
                  <a:lnTo>
                    <a:pt x="1333560" y="28574"/>
                  </a:lnTo>
                  <a:close/>
                </a:path>
                <a:path w="7673975" h="4210050">
                  <a:moveTo>
                    <a:pt x="1390710" y="28574"/>
                  </a:moveTo>
                  <a:lnTo>
                    <a:pt x="1362135" y="28574"/>
                  </a:lnTo>
                  <a:lnTo>
                    <a:pt x="1362135" y="0"/>
                  </a:lnTo>
                  <a:lnTo>
                    <a:pt x="1390710" y="0"/>
                  </a:lnTo>
                  <a:lnTo>
                    <a:pt x="1390710" y="28574"/>
                  </a:lnTo>
                  <a:close/>
                </a:path>
                <a:path w="7673975" h="4210050">
                  <a:moveTo>
                    <a:pt x="1447860" y="28574"/>
                  </a:moveTo>
                  <a:lnTo>
                    <a:pt x="1419285" y="28574"/>
                  </a:lnTo>
                  <a:lnTo>
                    <a:pt x="1419285" y="0"/>
                  </a:lnTo>
                  <a:lnTo>
                    <a:pt x="1447860" y="0"/>
                  </a:lnTo>
                  <a:lnTo>
                    <a:pt x="1447860" y="28574"/>
                  </a:lnTo>
                  <a:close/>
                </a:path>
                <a:path w="7673975" h="4210050">
                  <a:moveTo>
                    <a:pt x="1505010" y="28574"/>
                  </a:moveTo>
                  <a:lnTo>
                    <a:pt x="1476435" y="28574"/>
                  </a:lnTo>
                  <a:lnTo>
                    <a:pt x="1476435" y="0"/>
                  </a:lnTo>
                  <a:lnTo>
                    <a:pt x="1505010" y="0"/>
                  </a:lnTo>
                  <a:lnTo>
                    <a:pt x="1505010" y="28574"/>
                  </a:lnTo>
                  <a:close/>
                </a:path>
                <a:path w="7673975" h="4210050">
                  <a:moveTo>
                    <a:pt x="1562160" y="28574"/>
                  </a:moveTo>
                  <a:lnTo>
                    <a:pt x="1533585" y="28574"/>
                  </a:lnTo>
                  <a:lnTo>
                    <a:pt x="1533585" y="0"/>
                  </a:lnTo>
                  <a:lnTo>
                    <a:pt x="1562160" y="0"/>
                  </a:lnTo>
                  <a:lnTo>
                    <a:pt x="1562160" y="28574"/>
                  </a:lnTo>
                  <a:close/>
                </a:path>
                <a:path w="7673975" h="4210050">
                  <a:moveTo>
                    <a:pt x="1619310" y="28574"/>
                  </a:moveTo>
                  <a:lnTo>
                    <a:pt x="1590735" y="28574"/>
                  </a:lnTo>
                  <a:lnTo>
                    <a:pt x="1590735" y="0"/>
                  </a:lnTo>
                  <a:lnTo>
                    <a:pt x="1619310" y="0"/>
                  </a:lnTo>
                  <a:lnTo>
                    <a:pt x="1619310" y="28574"/>
                  </a:lnTo>
                  <a:close/>
                </a:path>
                <a:path w="7673975" h="4210050">
                  <a:moveTo>
                    <a:pt x="1676460" y="28574"/>
                  </a:moveTo>
                  <a:lnTo>
                    <a:pt x="1647885" y="28574"/>
                  </a:lnTo>
                  <a:lnTo>
                    <a:pt x="1647885" y="0"/>
                  </a:lnTo>
                  <a:lnTo>
                    <a:pt x="1676460" y="0"/>
                  </a:lnTo>
                  <a:lnTo>
                    <a:pt x="1676460" y="28574"/>
                  </a:lnTo>
                  <a:close/>
                </a:path>
                <a:path w="7673975" h="4210050">
                  <a:moveTo>
                    <a:pt x="1733610" y="28574"/>
                  </a:moveTo>
                  <a:lnTo>
                    <a:pt x="1705035" y="28574"/>
                  </a:lnTo>
                  <a:lnTo>
                    <a:pt x="1705035" y="0"/>
                  </a:lnTo>
                  <a:lnTo>
                    <a:pt x="1733610" y="0"/>
                  </a:lnTo>
                  <a:lnTo>
                    <a:pt x="1733610" y="28574"/>
                  </a:lnTo>
                  <a:close/>
                </a:path>
                <a:path w="7673975" h="4210050">
                  <a:moveTo>
                    <a:pt x="1790760" y="28574"/>
                  </a:moveTo>
                  <a:lnTo>
                    <a:pt x="1762185" y="28574"/>
                  </a:lnTo>
                  <a:lnTo>
                    <a:pt x="1762185" y="0"/>
                  </a:lnTo>
                  <a:lnTo>
                    <a:pt x="1790760" y="0"/>
                  </a:lnTo>
                  <a:lnTo>
                    <a:pt x="1790760" y="28574"/>
                  </a:lnTo>
                  <a:close/>
                </a:path>
                <a:path w="7673975" h="4210050">
                  <a:moveTo>
                    <a:pt x="1847910" y="28574"/>
                  </a:moveTo>
                  <a:lnTo>
                    <a:pt x="1819335" y="28574"/>
                  </a:lnTo>
                  <a:lnTo>
                    <a:pt x="1819335" y="0"/>
                  </a:lnTo>
                  <a:lnTo>
                    <a:pt x="1847910" y="0"/>
                  </a:lnTo>
                  <a:lnTo>
                    <a:pt x="1847910" y="28574"/>
                  </a:lnTo>
                  <a:close/>
                </a:path>
                <a:path w="7673975" h="4210050">
                  <a:moveTo>
                    <a:pt x="1905060" y="28574"/>
                  </a:moveTo>
                  <a:lnTo>
                    <a:pt x="1876485" y="28574"/>
                  </a:lnTo>
                  <a:lnTo>
                    <a:pt x="1876485" y="0"/>
                  </a:lnTo>
                  <a:lnTo>
                    <a:pt x="1905060" y="0"/>
                  </a:lnTo>
                  <a:lnTo>
                    <a:pt x="1905060" y="28574"/>
                  </a:lnTo>
                  <a:close/>
                </a:path>
                <a:path w="7673975" h="4210050">
                  <a:moveTo>
                    <a:pt x="1962210" y="28574"/>
                  </a:moveTo>
                  <a:lnTo>
                    <a:pt x="1933635" y="28574"/>
                  </a:lnTo>
                  <a:lnTo>
                    <a:pt x="1933635" y="0"/>
                  </a:lnTo>
                  <a:lnTo>
                    <a:pt x="1962210" y="0"/>
                  </a:lnTo>
                  <a:lnTo>
                    <a:pt x="1962210" y="28574"/>
                  </a:lnTo>
                  <a:close/>
                </a:path>
                <a:path w="7673975" h="4210050">
                  <a:moveTo>
                    <a:pt x="2019360" y="28574"/>
                  </a:moveTo>
                  <a:lnTo>
                    <a:pt x="1990785" y="28574"/>
                  </a:lnTo>
                  <a:lnTo>
                    <a:pt x="1990785" y="0"/>
                  </a:lnTo>
                  <a:lnTo>
                    <a:pt x="2019360" y="0"/>
                  </a:lnTo>
                  <a:lnTo>
                    <a:pt x="2019360" y="28574"/>
                  </a:lnTo>
                  <a:close/>
                </a:path>
                <a:path w="7673975" h="4210050">
                  <a:moveTo>
                    <a:pt x="2076510" y="28574"/>
                  </a:moveTo>
                  <a:lnTo>
                    <a:pt x="2047935" y="28574"/>
                  </a:lnTo>
                  <a:lnTo>
                    <a:pt x="2047935" y="0"/>
                  </a:lnTo>
                  <a:lnTo>
                    <a:pt x="2076510" y="0"/>
                  </a:lnTo>
                  <a:lnTo>
                    <a:pt x="2076510" y="28574"/>
                  </a:lnTo>
                  <a:close/>
                </a:path>
                <a:path w="7673975" h="4210050">
                  <a:moveTo>
                    <a:pt x="2133660" y="28574"/>
                  </a:moveTo>
                  <a:lnTo>
                    <a:pt x="2105085" y="28574"/>
                  </a:lnTo>
                  <a:lnTo>
                    <a:pt x="2105085" y="0"/>
                  </a:lnTo>
                  <a:lnTo>
                    <a:pt x="2133660" y="0"/>
                  </a:lnTo>
                  <a:lnTo>
                    <a:pt x="2133660" y="28574"/>
                  </a:lnTo>
                  <a:close/>
                </a:path>
                <a:path w="7673975" h="4210050">
                  <a:moveTo>
                    <a:pt x="2190810" y="28574"/>
                  </a:moveTo>
                  <a:lnTo>
                    <a:pt x="2162235" y="28574"/>
                  </a:lnTo>
                  <a:lnTo>
                    <a:pt x="2162235" y="0"/>
                  </a:lnTo>
                  <a:lnTo>
                    <a:pt x="2190810" y="0"/>
                  </a:lnTo>
                  <a:lnTo>
                    <a:pt x="2190810" y="28574"/>
                  </a:lnTo>
                  <a:close/>
                </a:path>
                <a:path w="7673975" h="4210050">
                  <a:moveTo>
                    <a:pt x="2247960" y="28574"/>
                  </a:moveTo>
                  <a:lnTo>
                    <a:pt x="2219385" y="28574"/>
                  </a:lnTo>
                  <a:lnTo>
                    <a:pt x="2219385" y="0"/>
                  </a:lnTo>
                  <a:lnTo>
                    <a:pt x="2247960" y="0"/>
                  </a:lnTo>
                  <a:lnTo>
                    <a:pt x="2247960" y="28574"/>
                  </a:lnTo>
                  <a:close/>
                </a:path>
                <a:path w="7673975" h="4210050">
                  <a:moveTo>
                    <a:pt x="2305110" y="28574"/>
                  </a:moveTo>
                  <a:lnTo>
                    <a:pt x="2276535" y="28574"/>
                  </a:lnTo>
                  <a:lnTo>
                    <a:pt x="2276535" y="0"/>
                  </a:lnTo>
                  <a:lnTo>
                    <a:pt x="2305110" y="0"/>
                  </a:lnTo>
                  <a:lnTo>
                    <a:pt x="2305110" y="28574"/>
                  </a:lnTo>
                  <a:close/>
                </a:path>
                <a:path w="7673975" h="4210050">
                  <a:moveTo>
                    <a:pt x="2362260" y="28574"/>
                  </a:moveTo>
                  <a:lnTo>
                    <a:pt x="2333685" y="28574"/>
                  </a:lnTo>
                  <a:lnTo>
                    <a:pt x="2333685" y="0"/>
                  </a:lnTo>
                  <a:lnTo>
                    <a:pt x="2362260" y="0"/>
                  </a:lnTo>
                  <a:lnTo>
                    <a:pt x="2362260" y="28574"/>
                  </a:lnTo>
                  <a:close/>
                </a:path>
                <a:path w="7673975" h="4210050">
                  <a:moveTo>
                    <a:pt x="2419410" y="28574"/>
                  </a:moveTo>
                  <a:lnTo>
                    <a:pt x="2390835" y="28574"/>
                  </a:lnTo>
                  <a:lnTo>
                    <a:pt x="2390835" y="0"/>
                  </a:lnTo>
                  <a:lnTo>
                    <a:pt x="2419410" y="0"/>
                  </a:lnTo>
                  <a:lnTo>
                    <a:pt x="2419410" y="28574"/>
                  </a:lnTo>
                  <a:close/>
                </a:path>
                <a:path w="7673975" h="4210050">
                  <a:moveTo>
                    <a:pt x="2476560" y="28574"/>
                  </a:moveTo>
                  <a:lnTo>
                    <a:pt x="2447985" y="28574"/>
                  </a:lnTo>
                  <a:lnTo>
                    <a:pt x="2447985" y="0"/>
                  </a:lnTo>
                  <a:lnTo>
                    <a:pt x="2476560" y="0"/>
                  </a:lnTo>
                  <a:lnTo>
                    <a:pt x="2476560" y="28574"/>
                  </a:lnTo>
                  <a:close/>
                </a:path>
                <a:path w="7673975" h="4210050">
                  <a:moveTo>
                    <a:pt x="2533710" y="28574"/>
                  </a:moveTo>
                  <a:lnTo>
                    <a:pt x="2505135" y="28574"/>
                  </a:lnTo>
                  <a:lnTo>
                    <a:pt x="2505135" y="0"/>
                  </a:lnTo>
                  <a:lnTo>
                    <a:pt x="2533710" y="0"/>
                  </a:lnTo>
                  <a:lnTo>
                    <a:pt x="2533710" y="28574"/>
                  </a:lnTo>
                  <a:close/>
                </a:path>
                <a:path w="7673975" h="4210050">
                  <a:moveTo>
                    <a:pt x="2590860" y="28574"/>
                  </a:moveTo>
                  <a:lnTo>
                    <a:pt x="2562285" y="28574"/>
                  </a:lnTo>
                  <a:lnTo>
                    <a:pt x="2562285" y="0"/>
                  </a:lnTo>
                  <a:lnTo>
                    <a:pt x="2590860" y="0"/>
                  </a:lnTo>
                  <a:lnTo>
                    <a:pt x="2590860" y="28574"/>
                  </a:lnTo>
                  <a:close/>
                </a:path>
                <a:path w="7673975" h="4210050">
                  <a:moveTo>
                    <a:pt x="2648010" y="28574"/>
                  </a:moveTo>
                  <a:lnTo>
                    <a:pt x="2619435" y="28574"/>
                  </a:lnTo>
                  <a:lnTo>
                    <a:pt x="2619435" y="0"/>
                  </a:lnTo>
                  <a:lnTo>
                    <a:pt x="2648010" y="0"/>
                  </a:lnTo>
                  <a:lnTo>
                    <a:pt x="2648010" y="28574"/>
                  </a:lnTo>
                  <a:close/>
                </a:path>
                <a:path w="7673975" h="4210050">
                  <a:moveTo>
                    <a:pt x="2705160" y="28574"/>
                  </a:moveTo>
                  <a:lnTo>
                    <a:pt x="2676585" y="28574"/>
                  </a:lnTo>
                  <a:lnTo>
                    <a:pt x="2676585" y="0"/>
                  </a:lnTo>
                  <a:lnTo>
                    <a:pt x="2705160" y="0"/>
                  </a:lnTo>
                  <a:lnTo>
                    <a:pt x="2705160" y="28574"/>
                  </a:lnTo>
                  <a:close/>
                </a:path>
                <a:path w="7673975" h="4210050">
                  <a:moveTo>
                    <a:pt x="2762310" y="28574"/>
                  </a:moveTo>
                  <a:lnTo>
                    <a:pt x="2733735" y="28574"/>
                  </a:lnTo>
                  <a:lnTo>
                    <a:pt x="2733735" y="0"/>
                  </a:lnTo>
                  <a:lnTo>
                    <a:pt x="2762310" y="0"/>
                  </a:lnTo>
                  <a:lnTo>
                    <a:pt x="2762310" y="28574"/>
                  </a:lnTo>
                  <a:close/>
                </a:path>
                <a:path w="7673975" h="4210050">
                  <a:moveTo>
                    <a:pt x="2819460" y="28574"/>
                  </a:moveTo>
                  <a:lnTo>
                    <a:pt x="2790885" y="28574"/>
                  </a:lnTo>
                  <a:lnTo>
                    <a:pt x="2790885" y="0"/>
                  </a:lnTo>
                  <a:lnTo>
                    <a:pt x="2819460" y="0"/>
                  </a:lnTo>
                  <a:lnTo>
                    <a:pt x="2819460" y="28574"/>
                  </a:lnTo>
                  <a:close/>
                </a:path>
                <a:path w="7673975" h="4210050">
                  <a:moveTo>
                    <a:pt x="2876610" y="28574"/>
                  </a:moveTo>
                  <a:lnTo>
                    <a:pt x="2848035" y="28574"/>
                  </a:lnTo>
                  <a:lnTo>
                    <a:pt x="2848035" y="0"/>
                  </a:lnTo>
                  <a:lnTo>
                    <a:pt x="2876610" y="0"/>
                  </a:lnTo>
                  <a:lnTo>
                    <a:pt x="2876610" y="28574"/>
                  </a:lnTo>
                  <a:close/>
                </a:path>
                <a:path w="7673975" h="4210050">
                  <a:moveTo>
                    <a:pt x="2933760" y="28574"/>
                  </a:moveTo>
                  <a:lnTo>
                    <a:pt x="2905185" y="28574"/>
                  </a:lnTo>
                  <a:lnTo>
                    <a:pt x="2905185" y="0"/>
                  </a:lnTo>
                  <a:lnTo>
                    <a:pt x="2933760" y="0"/>
                  </a:lnTo>
                  <a:lnTo>
                    <a:pt x="2933760" y="28574"/>
                  </a:lnTo>
                  <a:close/>
                </a:path>
                <a:path w="7673975" h="4210050">
                  <a:moveTo>
                    <a:pt x="2990910" y="28574"/>
                  </a:moveTo>
                  <a:lnTo>
                    <a:pt x="2962335" y="28574"/>
                  </a:lnTo>
                  <a:lnTo>
                    <a:pt x="2962335" y="0"/>
                  </a:lnTo>
                  <a:lnTo>
                    <a:pt x="2990910" y="0"/>
                  </a:lnTo>
                  <a:lnTo>
                    <a:pt x="2990910" y="28574"/>
                  </a:lnTo>
                  <a:close/>
                </a:path>
                <a:path w="7673975" h="4210050">
                  <a:moveTo>
                    <a:pt x="3048060" y="28574"/>
                  </a:moveTo>
                  <a:lnTo>
                    <a:pt x="3019485" y="28574"/>
                  </a:lnTo>
                  <a:lnTo>
                    <a:pt x="3019485" y="0"/>
                  </a:lnTo>
                  <a:lnTo>
                    <a:pt x="3048060" y="0"/>
                  </a:lnTo>
                  <a:lnTo>
                    <a:pt x="3048060" y="28574"/>
                  </a:lnTo>
                  <a:close/>
                </a:path>
                <a:path w="7673975" h="4210050">
                  <a:moveTo>
                    <a:pt x="3105210" y="28574"/>
                  </a:moveTo>
                  <a:lnTo>
                    <a:pt x="3076635" y="28574"/>
                  </a:lnTo>
                  <a:lnTo>
                    <a:pt x="3076635" y="0"/>
                  </a:lnTo>
                  <a:lnTo>
                    <a:pt x="3105210" y="0"/>
                  </a:lnTo>
                  <a:lnTo>
                    <a:pt x="3105210" y="28574"/>
                  </a:lnTo>
                  <a:close/>
                </a:path>
                <a:path w="7673975" h="4210050">
                  <a:moveTo>
                    <a:pt x="3162360" y="28574"/>
                  </a:moveTo>
                  <a:lnTo>
                    <a:pt x="3133785" y="28574"/>
                  </a:lnTo>
                  <a:lnTo>
                    <a:pt x="3133785" y="0"/>
                  </a:lnTo>
                  <a:lnTo>
                    <a:pt x="3162360" y="0"/>
                  </a:lnTo>
                  <a:lnTo>
                    <a:pt x="3162360" y="28574"/>
                  </a:lnTo>
                  <a:close/>
                </a:path>
                <a:path w="7673975" h="4210050">
                  <a:moveTo>
                    <a:pt x="3219510" y="28574"/>
                  </a:moveTo>
                  <a:lnTo>
                    <a:pt x="3190935" y="28574"/>
                  </a:lnTo>
                  <a:lnTo>
                    <a:pt x="3190935" y="0"/>
                  </a:lnTo>
                  <a:lnTo>
                    <a:pt x="3219510" y="0"/>
                  </a:lnTo>
                  <a:lnTo>
                    <a:pt x="3219510" y="28574"/>
                  </a:lnTo>
                  <a:close/>
                </a:path>
                <a:path w="7673975" h="4210050">
                  <a:moveTo>
                    <a:pt x="3276660" y="28574"/>
                  </a:moveTo>
                  <a:lnTo>
                    <a:pt x="3248085" y="28574"/>
                  </a:lnTo>
                  <a:lnTo>
                    <a:pt x="3248085" y="0"/>
                  </a:lnTo>
                  <a:lnTo>
                    <a:pt x="3276660" y="0"/>
                  </a:lnTo>
                  <a:lnTo>
                    <a:pt x="3276660" y="28574"/>
                  </a:lnTo>
                  <a:close/>
                </a:path>
                <a:path w="7673975" h="4210050">
                  <a:moveTo>
                    <a:pt x="3333810" y="28574"/>
                  </a:moveTo>
                  <a:lnTo>
                    <a:pt x="3305235" y="28574"/>
                  </a:lnTo>
                  <a:lnTo>
                    <a:pt x="3305235" y="0"/>
                  </a:lnTo>
                  <a:lnTo>
                    <a:pt x="3333810" y="0"/>
                  </a:lnTo>
                  <a:lnTo>
                    <a:pt x="3333810" y="28574"/>
                  </a:lnTo>
                  <a:close/>
                </a:path>
                <a:path w="7673975" h="4210050">
                  <a:moveTo>
                    <a:pt x="3390960" y="28574"/>
                  </a:moveTo>
                  <a:lnTo>
                    <a:pt x="3362385" y="28574"/>
                  </a:lnTo>
                  <a:lnTo>
                    <a:pt x="3362385" y="0"/>
                  </a:lnTo>
                  <a:lnTo>
                    <a:pt x="3390960" y="0"/>
                  </a:lnTo>
                  <a:lnTo>
                    <a:pt x="3390960" y="28574"/>
                  </a:lnTo>
                  <a:close/>
                </a:path>
                <a:path w="7673975" h="4210050">
                  <a:moveTo>
                    <a:pt x="3448110" y="28574"/>
                  </a:moveTo>
                  <a:lnTo>
                    <a:pt x="3419535" y="28574"/>
                  </a:lnTo>
                  <a:lnTo>
                    <a:pt x="3419535" y="0"/>
                  </a:lnTo>
                  <a:lnTo>
                    <a:pt x="3448110" y="0"/>
                  </a:lnTo>
                  <a:lnTo>
                    <a:pt x="3448110" y="28574"/>
                  </a:lnTo>
                  <a:close/>
                </a:path>
                <a:path w="7673975" h="4210050">
                  <a:moveTo>
                    <a:pt x="3505260" y="28574"/>
                  </a:moveTo>
                  <a:lnTo>
                    <a:pt x="3476685" y="28574"/>
                  </a:lnTo>
                  <a:lnTo>
                    <a:pt x="3476685" y="0"/>
                  </a:lnTo>
                  <a:lnTo>
                    <a:pt x="3505260" y="0"/>
                  </a:lnTo>
                  <a:lnTo>
                    <a:pt x="3505260" y="28574"/>
                  </a:lnTo>
                  <a:close/>
                </a:path>
                <a:path w="7673975" h="4210050">
                  <a:moveTo>
                    <a:pt x="3562410" y="28574"/>
                  </a:moveTo>
                  <a:lnTo>
                    <a:pt x="3533835" y="28574"/>
                  </a:lnTo>
                  <a:lnTo>
                    <a:pt x="3533835" y="0"/>
                  </a:lnTo>
                  <a:lnTo>
                    <a:pt x="3562410" y="0"/>
                  </a:lnTo>
                  <a:lnTo>
                    <a:pt x="3562410" y="28574"/>
                  </a:lnTo>
                  <a:close/>
                </a:path>
                <a:path w="7673975" h="4210050">
                  <a:moveTo>
                    <a:pt x="3619560" y="28574"/>
                  </a:moveTo>
                  <a:lnTo>
                    <a:pt x="3590985" y="28574"/>
                  </a:lnTo>
                  <a:lnTo>
                    <a:pt x="3590985" y="0"/>
                  </a:lnTo>
                  <a:lnTo>
                    <a:pt x="3619560" y="0"/>
                  </a:lnTo>
                  <a:lnTo>
                    <a:pt x="3619560" y="28574"/>
                  </a:lnTo>
                  <a:close/>
                </a:path>
                <a:path w="7673975" h="4210050">
                  <a:moveTo>
                    <a:pt x="3676710" y="28574"/>
                  </a:moveTo>
                  <a:lnTo>
                    <a:pt x="3648135" y="28574"/>
                  </a:lnTo>
                  <a:lnTo>
                    <a:pt x="3648135" y="0"/>
                  </a:lnTo>
                  <a:lnTo>
                    <a:pt x="3676710" y="0"/>
                  </a:lnTo>
                  <a:lnTo>
                    <a:pt x="3676710" y="28574"/>
                  </a:lnTo>
                  <a:close/>
                </a:path>
                <a:path w="7673975" h="4210050">
                  <a:moveTo>
                    <a:pt x="3733860" y="28574"/>
                  </a:moveTo>
                  <a:lnTo>
                    <a:pt x="3705285" y="28574"/>
                  </a:lnTo>
                  <a:lnTo>
                    <a:pt x="3705285" y="0"/>
                  </a:lnTo>
                  <a:lnTo>
                    <a:pt x="3733860" y="0"/>
                  </a:lnTo>
                  <a:lnTo>
                    <a:pt x="3733860" y="28574"/>
                  </a:lnTo>
                  <a:close/>
                </a:path>
                <a:path w="7673975" h="4210050">
                  <a:moveTo>
                    <a:pt x="3791010" y="28574"/>
                  </a:moveTo>
                  <a:lnTo>
                    <a:pt x="3762435" y="28574"/>
                  </a:lnTo>
                  <a:lnTo>
                    <a:pt x="3762435" y="0"/>
                  </a:lnTo>
                  <a:lnTo>
                    <a:pt x="3791010" y="0"/>
                  </a:lnTo>
                  <a:lnTo>
                    <a:pt x="3791010" y="28574"/>
                  </a:lnTo>
                  <a:close/>
                </a:path>
                <a:path w="7673975" h="4210050">
                  <a:moveTo>
                    <a:pt x="3848160" y="28574"/>
                  </a:moveTo>
                  <a:lnTo>
                    <a:pt x="3819585" y="28574"/>
                  </a:lnTo>
                  <a:lnTo>
                    <a:pt x="3819585" y="0"/>
                  </a:lnTo>
                  <a:lnTo>
                    <a:pt x="3848160" y="0"/>
                  </a:lnTo>
                  <a:lnTo>
                    <a:pt x="3848160" y="28574"/>
                  </a:lnTo>
                  <a:close/>
                </a:path>
                <a:path w="7673975" h="4210050">
                  <a:moveTo>
                    <a:pt x="3905310" y="28574"/>
                  </a:moveTo>
                  <a:lnTo>
                    <a:pt x="3876735" y="28574"/>
                  </a:lnTo>
                  <a:lnTo>
                    <a:pt x="3876735" y="0"/>
                  </a:lnTo>
                  <a:lnTo>
                    <a:pt x="3905310" y="0"/>
                  </a:lnTo>
                  <a:lnTo>
                    <a:pt x="3905310" y="28574"/>
                  </a:lnTo>
                  <a:close/>
                </a:path>
                <a:path w="7673975" h="4210050">
                  <a:moveTo>
                    <a:pt x="3962460" y="28574"/>
                  </a:moveTo>
                  <a:lnTo>
                    <a:pt x="3933885" y="28574"/>
                  </a:lnTo>
                  <a:lnTo>
                    <a:pt x="3933885" y="0"/>
                  </a:lnTo>
                  <a:lnTo>
                    <a:pt x="3962460" y="0"/>
                  </a:lnTo>
                  <a:lnTo>
                    <a:pt x="3962460" y="28574"/>
                  </a:lnTo>
                  <a:close/>
                </a:path>
                <a:path w="7673975" h="4210050">
                  <a:moveTo>
                    <a:pt x="4019610" y="28574"/>
                  </a:moveTo>
                  <a:lnTo>
                    <a:pt x="3991035" y="28574"/>
                  </a:lnTo>
                  <a:lnTo>
                    <a:pt x="3991035" y="0"/>
                  </a:lnTo>
                  <a:lnTo>
                    <a:pt x="4019610" y="0"/>
                  </a:lnTo>
                  <a:lnTo>
                    <a:pt x="4019610" y="28574"/>
                  </a:lnTo>
                  <a:close/>
                </a:path>
                <a:path w="7673975" h="4210050">
                  <a:moveTo>
                    <a:pt x="4076760" y="28574"/>
                  </a:moveTo>
                  <a:lnTo>
                    <a:pt x="4048185" y="28574"/>
                  </a:lnTo>
                  <a:lnTo>
                    <a:pt x="4048185" y="0"/>
                  </a:lnTo>
                  <a:lnTo>
                    <a:pt x="4076760" y="0"/>
                  </a:lnTo>
                  <a:lnTo>
                    <a:pt x="4076760" y="28574"/>
                  </a:lnTo>
                  <a:close/>
                </a:path>
                <a:path w="7673975" h="4210050">
                  <a:moveTo>
                    <a:pt x="4133910" y="28574"/>
                  </a:moveTo>
                  <a:lnTo>
                    <a:pt x="4105335" y="28574"/>
                  </a:lnTo>
                  <a:lnTo>
                    <a:pt x="4105335" y="0"/>
                  </a:lnTo>
                  <a:lnTo>
                    <a:pt x="4133910" y="0"/>
                  </a:lnTo>
                  <a:lnTo>
                    <a:pt x="4133910" y="28574"/>
                  </a:lnTo>
                  <a:close/>
                </a:path>
                <a:path w="7673975" h="4210050">
                  <a:moveTo>
                    <a:pt x="4191060" y="28574"/>
                  </a:moveTo>
                  <a:lnTo>
                    <a:pt x="4162485" y="28574"/>
                  </a:lnTo>
                  <a:lnTo>
                    <a:pt x="4162485" y="0"/>
                  </a:lnTo>
                  <a:lnTo>
                    <a:pt x="4191060" y="0"/>
                  </a:lnTo>
                  <a:lnTo>
                    <a:pt x="4191060" y="28574"/>
                  </a:lnTo>
                  <a:close/>
                </a:path>
                <a:path w="7673975" h="4210050">
                  <a:moveTo>
                    <a:pt x="4248210" y="28574"/>
                  </a:moveTo>
                  <a:lnTo>
                    <a:pt x="4219635" y="28574"/>
                  </a:lnTo>
                  <a:lnTo>
                    <a:pt x="4219635" y="0"/>
                  </a:lnTo>
                  <a:lnTo>
                    <a:pt x="4248210" y="0"/>
                  </a:lnTo>
                  <a:lnTo>
                    <a:pt x="4248210" y="28574"/>
                  </a:lnTo>
                  <a:close/>
                </a:path>
                <a:path w="7673975" h="4210050">
                  <a:moveTo>
                    <a:pt x="4305361" y="28574"/>
                  </a:moveTo>
                  <a:lnTo>
                    <a:pt x="4276785" y="28574"/>
                  </a:lnTo>
                  <a:lnTo>
                    <a:pt x="4276785" y="0"/>
                  </a:lnTo>
                  <a:lnTo>
                    <a:pt x="4305361" y="0"/>
                  </a:lnTo>
                  <a:lnTo>
                    <a:pt x="4305361" y="28574"/>
                  </a:lnTo>
                  <a:close/>
                </a:path>
                <a:path w="7673975" h="4210050">
                  <a:moveTo>
                    <a:pt x="4362511" y="28574"/>
                  </a:moveTo>
                  <a:lnTo>
                    <a:pt x="4333935" y="28574"/>
                  </a:lnTo>
                  <a:lnTo>
                    <a:pt x="4333935" y="0"/>
                  </a:lnTo>
                  <a:lnTo>
                    <a:pt x="4362511" y="0"/>
                  </a:lnTo>
                  <a:lnTo>
                    <a:pt x="4362511" y="28574"/>
                  </a:lnTo>
                  <a:close/>
                </a:path>
                <a:path w="7673975" h="4210050">
                  <a:moveTo>
                    <a:pt x="4419661" y="28574"/>
                  </a:moveTo>
                  <a:lnTo>
                    <a:pt x="4391085" y="28574"/>
                  </a:lnTo>
                  <a:lnTo>
                    <a:pt x="4391085" y="0"/>
                  </a:lnTo>
                  <a:lnTo>
                    <a:pt x="4419661" y="0"/>
                  </a:lnTo>
                  <a:lnTo>
                    <a:pt x="4419661" y="28574"/>
                  </a:lnTo>
                  <a:close/>
                </a:path>
                <a:path w="7673975" h="4210050">
                  <a:moveTo>
                    <a:pt x="4476811" y="28574"/>
                  </a:moveTo>
                  <a:lnTo>
                    <a:pt x="4448235" y="28574"/>
                  </a:lnTo>
                  <a:lnTo>
                    <a:pt x="4448235" y="0"/>
                  </a:lnTo>
                  <a:lnTo>
                    <a:pt x="4476811" y="0"/>
                  </a:lnTo>
                  <a:lnTo>
                    <a:pt x="4476811" y="28574"/>
                  </a:lnTo>
                  <a:close/>
                </a:path>
                <a:path w="7673975" h="4210050">
                  <a:moveTo>
                    <a:pt x="4533961" y="28574"/>
                  </a:moveTo>
                  <a:lnTo>
                    <a:pt x="4505385" y="28574"/>
                  </a:lnTo>
                  <a:lnTo>
                    <a:pt x="4505385" y="0"/>
                  </a:lnTo>
                  <a:lnTo>
                    <a:pt x="4533961" y="0"/>
                  </a:lnTo>
                  <a:lnTo>
                    <a:pt x="4533961" y="28574"/>
                  </a:lnTo>
                  <a:close/>
                </a:path>
                <a:path w="7673975" h="4210050">
                  <a:moveTo>
                    <a:pt x="4591111" y="28574"/>
                  </a:moveTo>
                  <a:lnTo>
                    <a:pt x="4562535" y="28574"/>
                  </a:lnTo>
                  <a:lnTo>
                    <a:pt x="4562535" y="0"/>
                  </a:lnTo>
                  <a:lnTo>
                    <a:pt x="4591111" y="0"/>
                  </a:lnTo>
                  <a:lnTo>
                    <a:pt x="4591111" y="28574"/>
                  </a:lnTo>
                  <a:close/>
                </a:path>
                <a:path w="7673975" h="4210050">
                  <a:moveTo>
                    <a:pt x="4648260" y="28574"/>
                  </a:moveTo>
                  <a:lnTo>
                    <a:pt x="4619685" y="28574"/>
                  </a:lnTo>
                  <a:lnTo>
                    <a:pt x="4619685" y="0"/>
                  </a:lnTo>
                  <a:lnTo>
                    <a:pt x="4648260" y="0"/>
                  </a:lnTo>
                  <a:lnTo>
                    <a:pt x="4648260" y="28574"/>
                  </a:lnTo>
                  <a:close/>
                </a:path>
                <a:path w="7673975" h="4210050">
                  <a:moveTo>
                    <a:pt x="4705410" y="28574"/>
                  </a:moveTo>
                  <a:lnTo>
                    <a:pt x="4676835" y="28574"/>
                  </a:lnTo>
                  <a:lnTo>
                    <a:pt x="4676835" y="0"/>
                  </a:lnTo>
                  <a:lnTo>
                    <a:pt x="4705410" y="0"/>
                  </a:lnTo>
                  <a:lnTo>
                    <a:pt x="4705410" y="28574"/>
                  </a:lnTo>
                  <a:close/>
                </a:path>
                <a:path w="7673975" h="4210050">
                  <a:moveTo>
                    <a:pt x="4762560" y="28574"/>
                  </a:moveTo>
                  <a:lnTo>
                    <a:pt x="4733985" y="28574"/>
                  </a:lnTo>
                  <a:lnTo>
                    <a:pt x="4733985" y="0"/>
                  </a:lnTo>
                  <a:lnTo>
                    <a:pt x="4762560" y="0"/>
                  </a:lnTo>
                  <a:lnTo>
                    <a:pt x="4762560" y="28574"/>
                  </a:lnTo>
                  <a:close/>
                </a:path>
                <a:path w="7673975" h="4210050">
                  <a:moveTo>
                    <a:pt x="4819710" y="28574"/>
                  </a:moveTo>
                  <a:lnTo>
                    <a:pt x="4791135" y="28574"/>
                  </a:lnTo>
                  <a:lnTo>
                    <a:pt x="4791135" y="0"/>
                  </a:lnTo>
                  <a:lnTo>
                    <a:pt x="4819710" y="0"/>
                  </a:lnTo>
                  <a:lnTo>
                    <a:pt x="4819710" y="28574"/>
                  </a:lnTo>
                  <a:close/>
                </a:path>
                <a:path w="7673975" h="4210050">
                  <a:moveTo>
                    <a:pt x="4876860" y="28574"/>
                  </a:moveTo>
                  <a:lnTo>
                    <a:pt x="4848285" y="28574"/>
                  </a:lnTo>
                  <a:lnTo>
                    <a:pt x="4848285" y="0"/>
                  </a:lnTo>
                  <a:lnTo>
                    <a:pt x="4876860" y="0"/>
                  </a:lnTo>
                  <a:lnTo>
                    <a:pt x="4876860" y="28574"/>
                  </a:lnTo>
                  <a:close/>
                </a:path>
                <a:path w="7673975" h="4210050">
                  <a:moveTo>
                    <a:pt x="4934010" y="28574"/>
                  </a:moveTo>
                  <a:lnTo>
                    <a:pt x="4905435" y="28574"/>
                  </a:lnTo>
                  <a:lnTo>
                    <a:pt x="4905435" y="0"/>
                  </a:lnTo>
                  <a:lnTo>
                    <a:pt x="4934010" y="0"/>
                  </a:lnTo>
                  <a:lnTo>
                    <a:pt x="4934010" y="28574"/>
                  </a:lnTo>
                  <a:close/>
                </a:path>
                <a:path w="7673975" h="4210050">
                  <a:moveTo>
                    <a:pt x="4991160" y="28574"/>
                  </a:moveTo>
                  <a:lnTo>
                    <a:pt x="4962585" y="28574"/>
                  </a:lnTo>
                  <a:lnTo>
                    <a:pt x="4962585" y="0"/>
                  </a:lnTo>
                  <a:lnTo>
                    <a:pt x="4991160" y="0"/>
                  </a:lnTo>
                  <a:lnTo>
                    <a:pt x="4991160" y="28574"/>
                  </a:lnTo>
                  <a:close/>
                </a:path>
                <a:path w="7673975" h="4210050">
                  <a:moveTo>
                    <a:pt x="5048310" y="28574"/>
                  </a:moveTo>
                  <a:lnTo>
                    <a:pt x="5019735" y="28574"/>
                  </a:lnTo>
                  <a:lnTo>
                    <a:pt x="5019735" y="0"/>
                  </a:lnTo>
                  <a:lnTo>
                    <a:pt x="5048310" y="0"/>
                  </a:lnTo>
                  <a:lnTo>
                    <a:pt x="5048310" y="28574"/>
                  </a:lnTo>
                  <a:close/>
                </a:path>
                <a:path w="7673975" h="4210050">
                  <a:moveTo>
                    <a:pt x="5105460" y="28574"/>
                  </a:moveTo>
                  <a:lnTo>
                    <a:pt x="5076885" y="28574"/>
                  </a:lnTo>
                  <a:lnTo>
                    <a:pt x="5076885" y="0"/>
                  </a:lnTo>
                  <a:lnTo>
                    <a:pt x="5105460" y="0"/>
                  </a:lnTo>
                  <a:lnTo>
                    <a:pt x="5105460" y="28574"/>
                  </a:lnTo>
                  <a:close/>
                </a:path>
                <a:path w="7673975" h="4210050">
                  <a:moveTo>
                    <a:pt x="5162610" y="28574"/>
                  </a:moveTo>
                  <a:lnTo>
                    <a:pt x="5134035" y="28574"/>
                  </a:lnTo>
                  <a:lnTo>
                    <a:pt x="5134035" y="0"/>
                  </a:lnTo>
                  <a:lnTo>
                    <a:pt x="5162610" y="0"/>
                  </a:lnTo>
                  <a:lnTo>
                    <a:pt x="5162610" y="28574"/>
                  </a:lnTo>
                  <a:close/>
                </a:path>
                <a:path w="7673975" h="4210050">
                  <a:moveTo>
                    <a:pt x="5219760" y="28574"/>
                  </a:moveTo>
                  <a:lnTo>
                    <a:pt x="5191185" y="28574"/>
                  </a:lnTo>
                  <a:lnTo>
                    <a:pt x="5191185" y="0"/>
                  </a:lnTo>
                  <a:lnTo>
                    <a:pt x="5219760" y="0"/>
                  </a:lnTo>
                  <a:lnTo>
                    <a:pt x="5219760" y="28574"/>
                  </a:lnTo>
                  <a:close/>
                </a:path>
                <a:path w="7673975" h="4210050">
                  <a:moveTo>
                    <a:pt x="5276910" y="28574"/>
                  </a:moveTo>
                  <a:lnTo>
                    <a:pt x="5248335" y="28574"/>
                  </a:lnTo>
                  <a:lnTo>
                    <a:pt x="5248335" y="0"/>
                  </a:lnTo>
                  <a:lnTo>
                    <a:pt x="5276910" y="0"/>
                  </a:lnTo>
                  <a:lnTo>
                    <a:pt x="5276910" y="28574"/>
                  </a:lnTo>
                  <a:close/>
                </a:path>
                <a:path w="7673975" h="4210050">
                  <a:moveTo>
                    <a:pt x="5334060" y="28574"/>
                  </a:moveTo>
                  <a:lnTo>
                    <a:pt x="5305485" y="28574"/>
                  </a:lnTo>
                  <a:lnTo>
                    <a:pt x="5305485" y="0"/>
                  </a:lnTo>
                  <a:lnTo>
                    <a:pt x="5334060" y="0"/>
                  </a:lnTo>
                  <a:lnTo>
                    <a:pt x="5334060" y="28574"/>
                  </a:lnTo>
                  <a:close/>
                </a:path>
                <a:path w="7673975" h="4210050">
                  <a:moveTo>
                    <a:pt x="5391210" y="28574"/>
                  </a:moveTo>
                  <a:lnTo>
                    <a:pt x="5362635" y="28574"/>
                  </a:lnTo>
                  <a:lnTo>
                    <a:pt x="5362635" y="0"/>
                  </a:lnTo>
                  <a:lnTo>
                    <a:pt x="5391210" y="0"/>
                  </a:lnTo>
                  <a:lnTo>
                    <a:pt x="5391210" y="28574"/>
                  </a:lnTo>
                  <a:close/>
                </a:path>
                <a:path w="7673975" h="4210050">
                  <a:moveTo>
                    <a:pt x="5448360" y="28574"/>
                  </a:moveTo>
                  <a:lnTo>
                    <a:pt x="5419785" y="28574"/>
                  </a:lnTo>
                  <a:lnTo>
                    <a:pt x="5419785" y="0"/>
                  </a:lnTo>
                  <a:lnTo>
                    <a:pt x="5448360" y="0"/>
                  </a:lnTo>
                  <a:lnTo>
                    <a:pt x="5448360" y="28574"/>
                  </a:lnTo>
                  <a:close/>
                </a:path>
                <a:path w="7673975" h="4210050">
                  <a:moveTo>
                    <a:pt x="5505510" y="28574"/>
                  </a:moveTo>
                  <a:lnTo>
                    <a:pt x="5476935" y="28574"/>
                  </a:lnTo>
                  <a:lnTo>
                    <a:pt x="5476935" y="0"/>
                  </a:lnTo>
                  <a:lnTo>
                    <a:pt x="5505510" y="0"/>
                  </a:lnTo>
                  <a:lnTo>
                    <a:pt x="5505510" y="28574"/>
                  </a:lnTo>
                  <a:close/>
                </a:path>
                <a:path w="7673975" h="4210050">
                  <a:moveTo>
                    <a:pt x="5562660" y="28574"/>
                  </a:moveTo>
                  <a:lnTo>
                    <a:pt x="5534085" y="28574"/>
                  </a:lnTo>
                  <a:lnTo>
                    <a:pt x="5534085" y="0"/>
                  </a:lnTo>
                  <a:lnTo>
                    <a:pt x="5562660" y="0"/>
                  </a:lnTo>
                  <a:lnTo>
                    <a:pt x="5562660" y="28574"/>
                  </a:lnTo>
                  <a:close/>
                </a:path>
                <a:path w="7673975" h="4210050">
                  <a:moveTo>
                    <a:pt x="5619810" y="28574"/>
                  </a:moveTo>
                  <a:lnTo>
                    <a:pt x="5591235" y="28574"/>
                  </a:lnTo>
                  <a:lnTo>
                    <a:pt x="5591235" y="0"/>
                  </a:lnTo>
                  <a:lnTo>
                    <a:pt x="5619810" y="0"/>
                  </a:lnTo>
                  <a:lnTo>
                    <a:pt x="5619810" y="28574"/>
                  </a:lnTo>
                  <a:close/>
                </a:path>
                <a:path w="7673975" h="4210050">
                  <a:moveTo>
                    <a:pt x="5676960" y="28574"/>
                  </a:moveTo>
                  <a:lnTo>
                    <a:pt x="5648385" y="28574"/>
                  </a:lnTo>
                  <a:lnTo>
                    <a:pt x="5648385" y="0"/>
                  </a:lnTo>
                  <a:lnTo>
                    <a:pt x="5676960" y="0"/>
                  </a:lnTo>
                  <a:lnTo>
                    <a:pt x="5676960" y="28574"/>
                  </a:lnTo>
                  <a:close/>
                </a:path>
                <a:path w="7673975" h="4210050">
                  <a:moveTo>
                    <a:pt x="5734110" y="28574"/>
                  </a:moveTo>
                  <a:lnTo>
                    <a:pt x="5705535" y="28574"/>
                  </a:lnTo>
                  <a:lnTo>
                    <a:pt x="5705535" y="0"/>
                  </a:lnTo>
                  <a:lnTo>
                    <a:pt x="5734110" y="0"/>
                  </a:lnTo>
                  <a:lnTo>
                    <a:pt x="5734110" y="28574"/>
                  </a:lnTo>
                  <a:close/>
                </a:path>
                <a:path w="7673975" h="4210050">
                  <a:moveTo>
                    <a:pt x="5791260" y="28574"/>
                  </a:moveTo>
                  <a:lnTo>
                    <a:pt x="5762685" y="28574"/>
                  </a:lnTo>
                  <a:lnTo>
                    <a:pt x="5762685" y="0"/>
                  </a:lnTo>
                  <a:lnTo>
                    <a:pt x="5791260" y="0"/>
                  </a:lnTo>
                  <a:lnTo>
                    <a:pt x="5791260" y="28574"/>
                  </a:lnTo>
                  <a:close/>
                </a:path>
                <a:path w="7673975" h="4210050">
                  <a:moveTo>
                    <a:pt x="5848410" y="28574"/>
                  </a:moveTo>
                  <a:lnTo>
                    <a:pt x="5819835" y="28574"/>
                  </a:lnTo>
                  <a:lnTo>
                    <a:pt x="5819835" y="0"/>
                  </a:lnTo>
                  <a:lnTo>
                    <a:pt x="5848410" y="0"/>
                  </a:lnTo>
                  <a:lnTo>
                    <a:pt x="5848410" y="28574"/>
                  </a:lnTo>
                  <a:close/>
                </a:path>
                <a:path w="7673975" h="4210050">
                  <a:moveTo>
                    <a:pt x="5905560" y="28574"/>
                  </a:moveTo>
                  <a:lnTo>
                    <a:pt x="5876985" y="28574"/>
                  </a:lnTo>
                  <a:lnTo>
                    <a:pt x="5876985" y="0"/>
                  </a:lnTo>
                  <a:lnTo>
                    <a:pt x="5905560" y="0"/>
                  </a:lnTo>
                  <a:lnTo>
                    <a:pt x="5905560" y="28574"/>
                  </a:lnTo>
                  <a:close/>
                </a:path>
                <a:path w="7673975" h="4210050">
                  <a:moveTo>
                    <a:pt x="5962710" y="28574"/>
                  </a:moveTo>
                  <a:lnTo>
                    <a:pt x="5934135" y="28574"/>
                  </a:lnTo>
                  <a:lnTo>
                    <a:pt x="5934135" y="0"/>
                  </a:lnTo>
                  <a:lnTo>
                    <a:pt x="5962710" y="0"/>
                  </a:lnTo>
                  <a:lnTo>
                    <a:pt x="5962710" y="28574"/>
                  </a:lnTo>
                  <a:close/>
                </a:path>
                <a:path w="7673975" h="4210050">
                  <a:moveTo>
                    <a:pt x="6019860" y="28574"/>
                  </a:moveTo>
                  <a:lnTo>
                    <a:pt x="5991285" y="28574"/>
                  </a:lnTo>
                  <a:lnTo>
                    <a:pt x="5991285" y="0"/>
                  </a:lnTo>
                  <a:lnTo>
                    <a:pt x="6019860" y="0"/>
                  </a:lnTo>
                  <a:lnTo>
                    <a:pt x="6019860" y="28574"/>
                  </a:lnTo>
                  <a:close/>
                </a:path>
                <a:path w="7673975" h="4210050">
                  <a:moveTo>
                    <a:pt x="6077010" y="28574"/>
                  </a:moveTo>
                  <a:lnTo>
                    <a:pt x="6048435" y="28574"/>
                  </a:lnTo>
                  <a:lnTo>
                    <a:pt x="6048435" y="0"/>
                  </a:lnTo>
                  <a:lnTo>
                    <a:pt x="6077010" y="0"/>
                  </a:lnTo>
                  <a:lnTo>
                    <a:pt x="6077010" y="28574"/>
                  </a:lnTo>
                  <a:close/>
                </a:path>
                <a:path w="7673975" h="4210050">
                  <a:moveTo>
                    <a:pt x="6134160" y="28574"/>
                  </a:moveTo>
                  <a:lnTo>
                    <a:pt x="6105585" y="28574"/>
                  </a:lnTo>
                  <a:lnTo>
                    <a:pt x="6105585" y="0"/>
                  </a:lnTo>
                  <a:lnTo>
                    <a:pt x="6134160" y="0"/>
                  </a:lnTo>
                  <a:lnTo>
                    <a:pt x="6134160" y="28574"/>
                  </a:lnTo>
                  <a:close/>
                </a:path>
                <a:path w="7673975" h="4210050">
                  <a:moveTo>
                    <a:pt x="6191310" y="28574"/>
                  </a:moveTo>
                  <a:lnTo>
                    <a:pt x="6162735" y="28574"/>
                  </a:lnTo>
                  <a:lnTo>
                    <a:pt x="6162735" y="0"/>
                  </a:lnTo>
                  <a:lnTo>
                    <a:pt x="6191310" y="0"/>
                  </a:lnTo>
                  <a:lnTo>
                    <a:pt x="6191310" y="28574"/>
                  </a:lnTo>
                  <a:close/>
                </a:path>
                <a:path w="7673975" h="4210050">
                  <a:moveTo>
                    <a:pt x="6248460" y="28574"/>
                  </a:moveTo>
                  <a:lnTo>
                    <a:pt x="6219885" y="28574"/>
                  </a:lnTo>
                  <a:lnTo>
                    <a:pt x="6219885" y="0"/>
                  </a:lnTo>
                  <a:lnTo>
                    <a:pt x="6248460" y="0"/>
                  </a:lnTo>
                  <a:lnTo>
                    <a:pt x="6248460" y="28574"/>
                  </a:lnTo>
                  <a:close/>
                </a:path>
                <a:path w="7673975" h="4210050">
                  <a:moveTo>
                    <a:pt x="6305610" y="28574"/>
                  </a:moveTo>
                  <a:lnTo>
                    <a:pt x="6277035" y="28574"/>
                  </a:lnTo>
                  <a:lnTo>
                    <a:pt x="6277035" y="0"/>
                  </a:lnTo>
                  <a:lnTo>
                    <a:pt x="6305610" y="0"/>
                  </a:lnTo>
                  <a:lnTo>
                    <a:pt x="6305610" y="28574"/>
                  </a:lnTo>
                  <a:close/>
                </a:path>
                <a:path w="7673975" h="4210050">
                  <a:moveTo>
                    <a:pt x="6362760" y="28574"/>
                  </a:moveTo>
                  <a:lnTo>
                    <a:pt x="6334185" y="28574"/>
                  </a:lnTo>
                  <a:lnTo>
                    <a:pt x="6334185" y="0"/>
                  </a:lnTo>
                  <a:lnTo>
                    <a:pt x="6362760" y="0"/>
                  </a:lnTo>
                  <a:lnTo>
                    <a:pt x="6362760" y="28574"/>
                  </a:lnTo>
                  <a:close/>
                </a:path>
                <a:path w="7673975" h="4210050">
                  <a:moveTo>
                    <a:pt x="6419910" y="28574"/>
                  </a:moveTo>
                  <a:lnTo>
                    <a:pt x="6391335" y="28574"/>
                  </a:lnTo>
                  <a:lnTo>
                    <a:pt x="6391335" y="0"/>
                  </a:lnTo>
                  <a:lnTo>
                    <a:pt x="6419910" y="0"/>
                  </a:lnTo>
                  <a:lnTo>
                    <a:pt x="6419910" y="28574"/>
                  </a:lnTo>
                  <a:close/>
                </a:path>
                <a:path w="7673975" h="4210050">
                  <a:moveTo>
                    <a:pt x="6477060" y="28574"/>
                  </a:moveTo>
                  <a:lnTo>
                    <a:pt x="6448485" y="28574"/>
                  </a:lnTo>
                  <a:lnTo>
                    <a:pt x="6448485" y="0"/>
                  </a:lnTo>
                  <a:lnTo>
                    <a:pt x="6477060" y="0"/>
                  </a:lnTo>
                  <a:lnTo>
                    <a:pt x="6477060" y="28574"/>
                  </a:lnTo>
                  <a:close/>
                </a:path>
                <a:path w="7673975" h="4210050">
                  <a:moveTo>
                    <a:pt x="6534210" y="28574"/>
                  </a:moveTo>
                  <a:lnTo>
                    <a:pt x="6505635" y="28574"/>
                  </a:lnTo>
                  <a:lnTo>
                    <a:pt x="6505635" y="0"/>
                  </a:lnTo>
                  <a:lnTo>
                    <a:pt x="6534210" y="0"/>
                  </a:lnTo>
                  <a:lnTo>
                    <a:pt x="6534210" y="28574"/>
                  </a:lnTo>
                  <a:close/>
                </a:path>
                <a:path w="7673975" h="4210050">
                  <a:moveTo>
                    <a:pt x="6591360" y="28574"/>
                  </a:moveTo>
                  <a:lnTo>
                    <a:pt x="6562785" y="28574"/>
                  </a:lnTo>
                  <a:lnTo>
                    <a:pt x="6562785" y="0"/>
                  </a:lnTo>
                  <a:lnTo>
                    <a:pt x="6591360" y="0"/>
                  </a:lnTo>
                  <a:lnTo>
                    <a:pt x="6591360" y="28574"/>
                  </a:lnTo>
                  <a:close/>
                </a:path>
                <a:path w="7673975" h="4210050">
                  <a:moveTo>
                    <a:pt x="6648510" y="28574"/>
                  </a:moveTo>
                  <a:lnTo>
                    <a:pt x="6619935" y="28574"/>
                  </a:lnTo>
                  <a:lnTo>
                    <a:pt x="6619935" y="0"/>
                  </a:lnTo>
                  <a:lnTo>
                    <a:pt x="6648510" y="0"/>
                  </a:lnTo>
                  <a:lnTo>
                    <a:pt x="6648510" y="28574"/>
                  </a:lnTo>
                  <a:close/>
                </a:path>
                <a:path w="7673975" h="4210050">
                  <a:moveTo>
                    <a:pt x="6705660" y="28574"/>
                  </a:moveTo>
                  <a:lnTo>
                    <a:pt x="6677085" y="28574"/>
                  </a:lnTo>
                  <a:lnTo>
                    <a:pt x="6677085" y="0"/>
                  </a:lnTo>
                  <a:lnTo>
                    <a:pt x="6705660" y="0"/>
                  </a:lnTo>
                  <a:lnTo>
                    <a:pt x="6705660" y="28574"/>
                  </a:lnTo>
                  <a:close/>
                </a:path>
                <a:path w="7673975" h="4210050">
                  <a:moveTo>
                    <a:pt x="6762810" y="28574"/>
                  </a:moveTo>
                  <a:lnTo>
                    <a:pt x="6734235" y="28574"/>
                  </a:lnTo>
                  <a:lnTo>
                    <a:pt x="6734235" y="0"/>
                  </a:lnTo>
                  <a:lnTo>
                    <a:pt x="6762810" y="0"/>
                  </a:lnTo>
                  <a:lnTo>
                    <a:pt x="6762810" y="28574"/>
                  </a:lnTo>
                  <a:close/>
                </a:path>
                <a:path w="7673975" h="4210050">
                  <a:moveTo>
                    <a:pt x="6819960" y="28574"/>
                  </a:moveTo>
                  <a:lnTo>
                    <a:pt x="6791385" y="28574"/>
                  </a:lnTo>
                  <a:lnTo>
                    <a:pt x="6791385" y="0"/>
                  </a:lnTo>
                  <a:lnTo>
                    <a:pt x="6819960" y="0"/>
                  </a:lnTo>
                  <a:lnTo>
                    <a:pt x="6819960" y="28574"/>
                  </a:lnTo>
                  <a:close/>
                </a:path>
                <a:path w="7673975" h="4210050">
                  <a:moveTo>
                    <a:pt x="6877110" y="28574"/>
                  </a:moveTo>
                  <a:lnTo>
                    <a:pt x="6848535" y="28574"/>
                  </a:lnTo>
                  <a:lnTo>
                    <a:pt x="6848535" y="0"/>
                  </a:lnTo>
                  <a:lnTo>
                    <a:pt x="6877110" y="0"/>
                  </a:lnTo>
                  <a:lnTo>
                    <a:pt x="6877110" y="28574"/>
                  </a:lnTo>
                  <a:close/>
                </a:path>
                <a:path w="7673975" h="4210050">
                  <a:moveTo>
                    <a:pt x="6934260" y="28574"/>
                  </a:moveTo>
                  <a:lnTo>
                    <a:pt x="6905685" y="28574"/>
                  </a:lnTo>
                  <a:lnTo>
                    <a:pt x="6905685" y="0"/>
                  </a:lnTo>
                  <a:lnTo>
                    <a:pt x="6934260" y="0"/>
                  </a:lnTo>
                  <a:lnTo>
                    <a:pt x="6934260" y="28574"/>
                  </a:lnTo>
                  <a:close/>
                </a:path>
                <a:path w="7673975" h="4210050">
                  <a:moveTo>
                    <a:pt x="6991410" y="28574"/>
                  </a:moveTo>
                  <a:lnTo>
                    <a:pt x="6962835" y="28574"/>
                  </a:lnTo>
                  <a:lnTo>
                    <a:pt x="6962835" y="0"/>
                  </a:lnTo>
                  <a:lnTo>
                    <a:pt x="6991410" y="0"/>
                  </a:lnTo>
                  <a:lnTo>
                    <a:pt x="6991410" y="28574"/>
                  </a:lnTo>
                  <a:close/>
                </a:path>
                <a:path w="7673975" h="4210050">
                  <a:moveTo>
                    <a:pt x="7048560" y="28574"/>
                  </a:moveTo>
                  <a:lnTo>
                    <a:pt x="7019985" y="28574"/>
                  </a:lnTo>
                  <a:lnTo>
                    <a:pt x="7019985" y="0"/>
                  </a:lnTo>
                  <a:lnTo>
                    <a:pt x="7048560" y="0"/>
                  </a:lnTo>
                  <a:lnTo>
                    <a:pt x="7048560" y="28574"/>
                  </a:lnTo>
                  <a:close/>
                </a:path>
                <a:path w="7673975" h="4210050">
                  <a:moveTo>
                    <a:pt x="7105710" y="28574"/>
                  </a:moveTo>
                  <a:lnTo>
                    <a:pt x="7077135" y="28574"/>
                  </a:lnTo>
                  <a:lnTo>
                    <a:pt x="7077135" y="0"/>
                  </a:lnTo>
                  <a:lnTo>
                    <a:pt x="7105710" y="0"/>
                  </a:lnTo>
                  <a:lnTo>
                    <a:pt x="7105710" y="28574"/>
                  </a:lnTo>
                  <a:close/>
                </a:path>
                <a:path w="7673975" h="4210050">
                  <a:moveTo>
                    <a:pt x="7162860" y="28574"/>
                  </a:moveTo>
                  <a:lnTo>
                    <a:pt x="7134285" y="28574"/>
                  </a:lnTo>
                  <a:lnTo>
                    <a:pt x="7134285" y="0"/>
                  </a:lnTo>
                  <a:lnTo>
                    <a:pt x="7162860" y="0"/>
                  </a:lnTo>
                  <a:lnTo>
                    <a:pt x="7162860" y="28574"/>
                  </a:lnTo>
                  <a:close/>
                </a:path>
                <a:path w="7673975" h="4210050">
                  <a:moveTo>
                    <a:pt x="7220010" y="28574"/>
                  </a:moveTo>
                  <a:lnTo>
                    <a:pt x="7191435" y="28574"/>
                  </a:lnTo>
                  <a:lnTo>
                    <a:pt x="7191435" y="0"/>
                  </a:lnTo>
                  <a:lnTo>
                    <a:pt x="7220010" y="0"/>
                  </a:lnTo>
                  <a:lnTo>
                    <a:pt x="7220010" y="28574"/>
                  </a:lnTo>
                  <a:close/>
                </a:path>
                <a:path w="7673975" h="4210050">
                  <a:moveTo>
                    <a:pt x="7277160" y="28574"/>
                  </a:moveTo>
                  <a:lnTo>
                    <a:pt x="7248585" y="28574"/>
                  </a:lnTo>
                  <a:lnTo>
                    <a:pt x="7248585" y="0"/>
                  </a:lnTo>
                  <a:lnTo>
                    <a:pt x="7277160" y="0"/>
                  </a:lnTo>
                  <a:lnTo>
                    <a:pt x="7277160" y="28574"/>
                  </a:lnTo>
                  <a:close/>
                </a:path>
                <a:path w="7673975" h="4210050">
                  <a:moveTo>
                    <a:pt x="7334310" y="28574"/>
                  </a:moveTo>
                  <a:lnTo>
                    <a:pt x="7305735" y="28574"/>
                  </a:lnTo>
                  <a:lnTo>
                    <a:pt x="7305735" y="0"/>
                  </a:lnTo>
                  <a:lnTo>
                    <a:pt x="7334310" y="0"/>
                  </a:lnTo>
                  <a:lnTo>
                    <a:pt x="7334310" y="28574"/>
                  </a:lnTo>
                  <a:close/>
                </a:path>
                <a:path w="7673975" h="4210050">
                  <a:moveTo>
                    <a:pt x="7391460" y="28574"/>
                  </a:moveTo>
                  <a:lnTo>
                    <a:pt x="7362885" y="28574"/>
                  </a:lnTo>
                  <a:lnTo>
                    <a:pt x="7362885" y="0"/>
                  </a:lnTo>
                  <a:lnTo>
                    <a:pt x="7391460" y="0"/>
                  </a:lnTo>
                  <a:lnTo>
                    <a:pt x="7391460" y="28574"/>
                  </a:lnTo>
                  <a:close/>
                </a:path>
                <a:path w="7673975" h="4210050">
                  <a:moveTo>
                    <a:pt x="7448610" y="28574"/>
                  </a:moveTo>
                  <a:lnTo>
                    <a:pt x="7420035" y="28574"/>
                  </a:lnTo>
                  <a:lnTo>
                    <a:pt x="7420035" y="0"/>
                  </a:lnTo>
                  <a:lnTo>
                    <a:pt x="7448610" y="0"/>
                  </a:lnTo>
                  <a:lnTo>
                    <a:pt x="7448610" y="28574"/>
                  </a:lnTo>
                  <a:close/>
                </a:path>
                <a:path w="7673975" h="4210050">
                  <a:moveTo>
                    <a:pt x="7505760" y="28574"/>
                  </a:moveTo>
                  <a:lnTo>
                    <a:pt x="7477185" y="28574"/>
                  </a:lnTo>
                  <a:lnTo>
                    <a:pt x="7477185" y="0"/>
                  </a:lnTo>
                  <a:lnTo>
                    <a:pt x="7505760" y="0"/>
                  </a:lnTo>
                  <a:lnTo>
                    <a:pt x="7505760" y="28574"/>
                  </a:lnTo>
                  <a:close/>
                </a:path>
                <a:path w="7673975" h="4210050">
                  <a:moveTo>
                    <a:pt x="7553432" y="35358"/>
                  </a:moveTo>
                  <a:lnTo>
                    <a:pt x="7545940" y="32872"/>
                  </a:lnTo>
                  <a:lnTo>
                    <a:pt x="7538288" y="31066"/>
                  </a:lnTo>
                  <a:lnTo>
                    <a:pt x="7530478" y="29939"/>
                  </a:lnTo>
                  <a:lnTo>
                    <a:pt x="7534343" y="3139"/>
                  </a:lnTo>
                  <a:lnTo>
                    <a:pt x="7534467" y="2277"/>
                  </a:lnTo>
                  <a:lnTo>
                    <a:pt x="7543180" y="3139"/>
                  </a:lnTo>
                  <a:lnTo>
                    <a:pt x="7562204" y="8920"/>
                  </a:lnTo>
                  <a:lnTo>
                    <a:pt x="7553432" y="35358"/>
                  </a:lnTo>
                  <a:close/>
                </a:path>
                <a:path w="7673975" h="4210050">
                  <a:moveTo>
                    <a:pt x="7594694" y="57754"/>
                  </a:moveTo>
                  <a:lnTo>
                    <a:pt x="7588521" y="52820"/>
                  </a:lnTo>
                  <a:lnTo>
                    <a:pt x="7581960" y="48469"/>
                  </a:lnTo>
                  <a:lnTo>
                    <a:pt x="7575012" y="44701"/>
                  </a:lnTo>
                  <a:lnTo>
                    <a:pt x="7588266" y="20258"/>
                  </a:lnTo>
                  <a:lnTo>
                    <a:pt x="7601277" y="27204"/>
                  </a:lnTo>
                  <a:lnTo>
                    <a:pt x="7612051" y="36038"/>
                  </a:lnTo>
                  <a:lnTo>
                    <a:pt x="7594694" y="57754"/>
                  </a:lnTo>
                  <a:close/>
                </a:path>
                <a:path w="7673975" h="4210050">
                  <a:moveTo>
                    <a:pt x="7625839" y="93402"/>
                  </a:moveTo>
                  <a:lnTo>
                    <a:pt x="7621770" y="86607"/>
                  </a:lnTo>
                  <a:lnTo>
                    <a:pt x="7617131" y="80225"/>
                  </a:lnTo>
                  <a:lnTo>
                    <a:pt x="7611923" y="74257"/>
                  </a:lnTo>
                  <a:lnTo>
                    <a:pt x="7632918" y="55938"/>
                  </a:lnTo>
                  <a:lnTo>
                    <a:pt x="7646159" y="72086"/>
                  </a:lnTo>
                  <a:lnTo>
                    <a:pt x="7649860" y="79017"/>
                  </a:lnTo>
                  <a:lnTo>
                    <a:pt x="7625839" y="93402"/>
                  </a:lnTo>
                  <a:close/>
                </a:path>
                <a:path w="7673975" h="4210050">
                  <a:moveTo>
                    <a:pt x="7642486" y="137240"/>
                  </a:moveTo>
                  <a:lnTo>
                    <a:pt x="7641027" y="129498"/>
                  </a:lnTo>
                  <a:lnTo>
                    <a:pt x="7638899" y="121941"/>
                  </a:lnTo>
                  <a:lnTo>
                    <a:pt x="7636099" y="114570"/>
                  </a:lnTo>
                  <a:lnTo>
                    <a:pt x="7662439" y="104566"/>
                  </a:lnTo>
                  <a:lnTo>
                    <a:pt x="7670224" y="130183"/>
                  </a:lnTo>
                  <a:lnTo>
                    <a:pt x="7670402" y="131984"/>
                  </a:lnTo>
                  <a:lnTo>
                    <a:pt x="7642486" y="137240"/>
                  </a:lnTo>
                  <a:close/>
                </a:path>
                <a:path w="7673975" h="4210050">
                  <a:moveTo>
                    <a:pt x="7673364" y="189274"/>
                  </a:moveTo>
                  <a:lnTo>
                    <a:pt x="7644788" y="189274"/>
                  </a:lnTo>
                  <a:lnTo>
                    <a:pt x="7644784" y="160676"/>
                  </a:lnTo>
                  <a:lnTo>
                    <a:pt x="7673241" y="160676"/>
                  </a:lnTo>
                  <a:lnTo>
                    <a:pt x="7673364" y="189274"/>
                  </a:lnTo>
                  <a:close/>
                </a:path>
                <a:path w="7673975" h="4210050">
                  <a:moveTo>
                    <a:pt x="7673364" y="246424"/>
                  </a:moveTo>
                  <a:lnTo>
                    <a:pt x="7644788" y="246424"/>
                  </a:lnTo>
                  <a:lnTo>
                    <a:pt x="7644788" y="217849"/>
                  </a:lnTo>
                  <a:lnTo>
                    <a:pt x="7673364" y="217849"/>
                  </a:lnTo>
                  <a:lnTo>
                    <a:pt x="7673364" y="246424"/>
                  </a:lnTo>
                  <a:close/>
                </a:path>
                <a:path w="7673975" h="4210050">
                  <a:moveTo>
                    <a:pt x="7673364" y="303574"/>
                  </a:moveTo>
                  <a:lnTo>
                    <a:pt x="7644788" y="303574"/>
                  </a:lnTo>
                  <a:lnTo>
                    <a:pt x="7644788" y="274999"/>
                  </a:lnTo>
                  <a:lnTo>
                    <a:pt x="7673364" y="274999"/>
                  </a:lnTo>
                  <a:lnTo>
                    <a:pt x="7673364" y="303574"/>
                  </a:lnTo>
                  <a:close/>
                </a:path>
                <a:path w="7673975" h="4210050">
                  <a:moveTo>
                    <a:pt x="7673364" y="360724"/>
                  </a:moveTo>
                  <a:lnTo>
                    <a:pt x="7644788" y="360724"/>
                  </a:lnTo>
                  <a:lnTo>
                    <a:pt x="7644788" y="332149"/>
                  </a:lnTo>
                  <a:lnTo>
                    <a:pt x="7673364" y="332149"/>
                  </a:lnTo>
                  <a:lnTo>
                    <a:pt x="7673364" y="360724"/>
                  </a:lnTo>
                  <a:close/>
                </a:path>
                <a:path w="7673975" h="4210050">
                  <a:moveTo>
                    <a:pt x="7673364" y="417874"/>
                  </a:moveTo>
                  <a:lnTo>
                    <a:pt x="7644788" y="417874"/>
                  </a:lnTo>
                  <a:lnTo>
                    <a:pt x="7644788" y="389299"/>
                  </a:lnTo>
                  <a:lnTo>
                    <a:pt x="7673364" y="389299"/>
                  </a:lnTo>
                  <a:lnTo>
                    <a:pt x="7673364" y="417874"/>
                  </a:lnTo>
                  <a:close/>
                </a:path>
                <a:path w="7673975" h="4210050">
                  <a:moveTo>
                    <a:pt x="7673364" y="475024"/>
                  </a:moveTo>
                  <a:lnTo>
                    <a:pt x="7644788" y="475024"/>
                  </a:lnTo>
                  <a:lnTo>
                    <a:pt x="7644788" y="446449"/>
                  </a:lnTo>
                  <a:lnTo>
                    <a:pt x="7673364" y="446449"/>
                  </a:lnTo>
                  <a:lnTo>
                    <a:pt x="7673364" y="475024"/>
                  </a:lnTo>
                  <a:close/>
                </a:path>
                <a:path w="7673975" h="4210050">
                  <a:moveTo>
                    <a:pt x="7673364" y="532174"/>
                  </a:moveTo>
                  <a:lnTo>
                    <a:pt x="7644788" y="532174"/>
                  </a:lnTo>
                  <a:lnTo>
                    <a:pt x="7644788" y="503599"/>
                  </a:lnTo>
                  <a:lnTo>
                    <a:pt x="7673364" y="503599"/>
                  </a:lnTo>
                  <a:lnTo>
                    <a:pt x="7673364" y="532174"/>
                  </a:lnTo>
                  <a:close/>
                </a:path>
                <a:path w="7673975" h="4210050">
                  <a:moveTo>
                    <a:pt x="7673364" y="589324"/>
                  </a:moveTo>
                  <a:lnTo>
                    <a:pt x="7644788" y="589324"/>
                  </a:lnTo>
                  <a:lnTo>
                    <a:pt x="7644788" y="560749"/>
                  </a:lnTo>
                  <a:lnTo>
                    <a:pt x="7673364" y="560749"/>
                  </a:lnTo>
                  <a:lnTo>
                    <a:pt x="7673364" y="589324"/>
                  </a:lnTo>
                  <a:close/>
                </a:path>
                <a:path w="7673975" h="4210050">
                  <a:moveTo>
                    <a:pt x="7673364" y="646474"/>
                  </a:moveTo>
                  <a:lnTo>
                    <a:pt x="7644788" y="646474"/>
                  </a:lnTo>
                  <a:lnTo>
                    <a:pt x="7644788" y="617899"/>
                  </a:lnTo>
                  <a:lnTo>
                    <a:pt x="7673364" y="617899"/>
                  </a:lnTo>
                  <a:lnTo>
                    <a:pt x="7673364" y="646474"/>
                  </a:lnTo>
                  <a:close/>
                </a:path>
                <a:path w="7673975" h="4210050">
                  <a:moveTo>
                    <a:pt x="7673364" y="703624"/>
                  </a:moveTo>
                  <a:lnTo>
                    <a:pt x="7644788" y="703624"/>
                  </a:lnTo>
                  <a:lnTo>
                    <a:pt x="7644788" y="675049"/>
                  </a:lnTo>
                  <a:lnTo>
                    <a:pt x="7673364" y="675049"/>
                  </a:lnTo>
                  <a:lnTo>
                    <a:pt x="7673364" y="703624"/>
                  </a:lnTo>
                  <a:close/>
                </a:path>
                <a:path w="7673975" h="4210050">
                  <a:moveTo>
                    <a:pt x="7673364" y="760774"/>
                  </a:moveTo>
                  <a:lnTo>
                    <a:pt x="7644788" y="760774"/>
                  </a:lnTo>
                  <a:lnTo>
                    <a:pt x="7644788" y="732199"/>
                  </a:lnTo>
                  <a:lnTo>
                    <a:pt x="7673364" y="732199"/>
                  </a:lnTo>
                  <a:lnTo>
                    <a:pt x="7673364" y="760774"/>
                  </a:lnTo>
                  <a:close/>
                </a:path>
                <a:path w="7673975" h="4210050">
                  <a:moveTo>
                    <a:pt x="7673364" y="817924"/>
                  </a:moveTo>
                  <a:lnTo>
                    <a:pt x="7644788" y="817924"/>
                  </a:lnTo>
                  <a:lnTo>
                    <a:pt x="7644788" y="789349"/>
                  </a:lnTo>
                  <a:lnTo>
                    <a:pt x="7673364" y="789349"/>
                  </a:lnTo>
                  <a:lnTo>
                    <a:pt x="7673364" y="817924"/>
                  </a:lnTo>
                  <a:close/>
                </a:path>
                <a:path w="7673975" h="4210050">
                  <a:moveTo>
                    <a:pt x="7673364" y="875074"/>
                  </a:moveTo>
                  <a:lnTo>
                    <a:pt x="7644788" y="875074"/>
                  </a:lnTo>
                  <a:lnTo>
                    <a:pt x="7644788" y="846499"/>
                  </a:lnTo>
                  <a:lnTo>
                    <a:pt x="7673364" y="846499"/>
                  </a:lnTo>
                  <a:lnTo>
                    <a:pt x="7673364" y="875074"/>
                  </a:lnTo>
                  <a:close/>
                </a:path>
                <a:path w="7673975" h="4210050">
                  <a:moveTo>
                    <a:pt x="7673364" y="932224"/>
                  </a:moveTo>
                  <a:lnTo>
                    <a:pt x="7644788" y="932224"/>
                  </a:lnTo>
                  <a:lnTo>
                    <a:pt x="7644788" y="903649"/>
                  </a:lnTo>
                  <a:lnTo>
                    <a:pt x="7673364" y="903649"/>
                  </a:lnTo>
                  <a:lnTo>
                    <a:pt x="7673364" y="932224"/>
                  </a:lnTo>
                  <a:close/>
                </a:path>
                <a:path w="7673975" h="4210050">
                  <a:moveTo>
                    <a:pt x="7673364" y="989374"/>
                  </a:moveTo>
                  <a:lnTo>
                    <a:pt x="7644788" y="989374"/>
                  </a:lnTo>
                  <a:lnTo>
                    <a:pt x="7644788" y="960799"/>
                  </a:lnTo>
                  <a:lnTo>
                    <a:pt x="7673364" y="960799"/>
                  </a:lnTo>
                  <a:lnTo>
                    <a:pt x="7673364" y="989374"/>
                  </a:lnTo>
                  <a:close/>
                </a:path>
                <a:path w="7673975" h="4210050">
                  <a:moveTo>
                    <a:pt x="7673364" y="1046524"/>
                  </a:moveTo>
                  <a:lnTo>
                    <a:pt x="7644788" y="1046524"/>
                  </a:lnTo>
                  <a:lnTo>
                    <a:pt x="7644788" y="1017949"/>
                  </a:lnTo>
                  <a:lnTo>
                    <a:pt x="7673364" y="1017949"/>
                  </a:lnTo>
                  <a:lnTo>
                    <a:pt x="7673364" y="1046524"/>
                  </a:lnTo>
                  <a:close/>
                </a:path>
                <a:path w="7673975" h="4210050">
                  <a:moveTo>
                    <a:pt x="7673364" y="1103674"/>
                  </a:moveTo>
                  <a:lnTo>
                    <a:pt x="7644788" y="1103674"/>
                  </a:lnTo>
                  <a:lnTo>
                    <a:pt x="7644788" y="1075099"/>
                  </a:lnTo>
                  <a:lnTo>
                    <a:pt x="7673364" y="1075099"/>
                  </a:lnTo>
                  <a:lnTo>
                    <a:pt x="7673364" y="1103674"/>
                  </a:lnTo>
                  <a:close/>
                </a:path>
                <a:path w="7673975" h="4210050">
                  <a:moveTo>
                    <a:pt x="7673364" y="1160824"/>
                  </a:moveTo>
                  <a:lnTo>
                    <a:pt x="7644788" y="1160824"/>
                  </a:lnTo>
                  <a:lnTo>
                    <a:pt x="7644788" y="1132249"/>
                  </a:lnTo>
                  <a:lnTo>
                    <a:pt x="7673364" y="1132249"/>
                  </a:lnTo>
                  <a:lnTo>
                    <a:pt x="7673364" y="1160824"/>
                  </a:lnTo>
                  <a:close/>
                </a:path>
                <a:path w="7673975" h="4210050">
                  <a:moveTo>
                    <a:pt x="7673364" y="1217974"/>
                  </a:moveTo>
                  <a:lnTo>
                    <a:pt x="7644788" y="1217974"/>
                  </a:lnTo>
                  <a:lnTo>
                    <a:pt x="7644788" y="1189399"/>
                  </a:lnTo>
                  <a:lnTo>
                    <a:pt x="7673364" y="1189399"/>
                  </a:lnTo>
                  <a:lnTo>
                    <a:pt x="7673364" y="1217974"/>
                  </a:lnTo>
                  <a:close/>
                </a:path>
                <a:path w="7673975" h="4210050">
                  <a:moveTo>
                    <a:pt x="7673364" y="1275124"/>
                  </a:moveTo>
                  <a:lnTo>
                    <a:pt x="7644788" y="1275124"/>
                  </a:lnTo>
                  <a:lnTo>
                    <a:pt x="7644788" y="1246549"/>
                  </a:lnTo>
                  <a:lnTo>
                    <a:pt x="7673364" y="1246549"/>
                  </a:lnTo>
                  <a:lnTo>
                    <a:pt x="7673364" y="1275124"/>
                  </a:lnTo>
                  <a:close/>
                </a:path>
                <a:path w="7673975" h="4210050">
                  <a:moveTo>
                    <a:pt x="7673364" y="1332274"/>
                  </a:moveTo>
                  <a:lnTo>
                    <a:pt x="7644788" y="1332274"/>
                  </a:lnTo>
                  <a:lnTo>
                    <a:pt x="7644788" y="1303699"/>
                  </a:lnTo>
                  <a:lnTo>
                    <a:pt x="7673364" y="1303699"/>
                  </a:lnTo>
                  <a:lnTo>
                    <a:pt x="7673364" y="1332274"/>
                  </a:lnTo>
                  <a:close/>
                </a:path>
                <a:path w="7673975" h="4210050">
                  <a:moveTo>
                    <a:pt x="7673364" y="1389424"/>
                  </a:moveTo>
                  <a:lnTo>
                    <a:pt x="7644788" y="1389424"/>
                  </a:lnTo>
                  <a:lnTo>
                    <a:pt x="7644788" y="1360849"/>
                  </a:lnTo>
                  <a:lnTo>
                    <a:pt x="7673364" y="1360849"/>
                  </a:lnTo>
                  <a:lnTo>
                    <a:pt x="7673364" y="1389424"/>
                  </a:lnTo>
                  <a:close/>
                </a:path>
                <a:path w="7673975" h="4210050">
                  <a:moveTo>
                    <a:pt x="7673364" y="1446574"/>
                  </a:moveTo>
                  <a:lnTo>
                    <a:pt x="7644788" y="1446574"/>
                  </a:lnTo>
                  <a:lnTo>
                    <a:pt x="7644788" y="1417999"/>
                  </a:lnTo>
                  <a:lnTo>
                    <a:pt x="7673364" y="1417999"/>
                  </a:lnTo>
                  <a:lnTo>
                    <a:pt x="7673364" y="1446574"/>
                  </a:lnTo>
                  <a:close/>
                </a:path>
                <a:path w="7673975" h="4210050">
                  <a:moveTo>
                    <a:pt x="7673364" y="1503724"/>
                  </a:moveTo>
                  <a:lnTo>
                    <a:pt x="7644788" y="1503724"/>
                  </a:lnTo>
                  <a:lnTo>
                    <a:pt x="7644788" y="1475149"/>
                  </a:lnTo>
                  <a:lnTo>
                    <a:pt x="7673364" y="1475149"/>
                  </a:lnTo>
                  <a:lnTo>
                    <a:pt x="7673364" y="1503724"/>
                  </a:lnTo>
                  <a:close/>
                </a:path>
                <a:path w="7673975" h="4210050">
                  <a:moveTo>
                    <a:pt x="7673364" y="1560874"/>
                  </a:moveTo>
                  <a:lnTo>
                    <a:pt x="7644788" y="1560874"/>
                  </a:lnTo>
                  <a:lnTo>
                    <a:pt x="7644788" y="1532299"/>
                  </a:lnTo>
                  <a:lnTo>
                    <a:pt x="7673364" y="1532299"/>
                  </a:lnTo>
                  <a:lnTo>
                    <a:pt x="7673364" y="1560874"/>
                  </a:lnTo>
                  <a:close/>
                </a:path>
                <a:path w="7673975" h="4210050">
                  <a:moveTo>
                    <a:pt x="7673364" y="1618024"/>
                  </a:moveTo>
                  <a:lnTo>
                    <a:pt x="7644788" y="1618024"/>
                  </a:lnTo>
                  <a:lnTo>
                    <a:pt x="7644788" y="1589449"/>
                  </a:lnTo>
                  <a:lnTo>
                    <a:pt x="7673364" y="1589449"/>
                  </a:lnTo>
                  <a:lnTo>
                    <a:pt x="7673364" y="1618024"/>
                  </a:lnTo>
                  <a:close/>
                </a:path>
                <a:path w="7673975" h="4210050">
                  <a:moveTo>
                    <a:pt x="7673364" y="1675174"/>
                  </a:moveTo>
                  <a:lnTo>
                    <a:pt x="7644788" y="1675174"/>
                  </a:lnTo>
                  <a:lnTo>
                    <a:pt x="7644788" y="1646599"/>
                  </a:lnTo>
                  <a:lnTo>
                    <a:pt x="7673364" y="1646599"/>
                  </a:lnTo>
                  <a:lnTo>
                    <a:pt x="7673364" y="1675174"/>
                  </a:lnTo>
                  <a:close/>
                </a:path>
                <a:path w="7673975" h="4210050">
                  <a:moveTo>
                    <a:pt x="7673364" y="1732324"/>
                  </a:moveTo>
                  <a:lnTo>
                    <a:pt x="7644788" y="1732324"/>
                  </a:lnTo>
                  <a:lnTo>
                    <a:pt x="7644788" y="1703749"/>
                  </a:lnTo>
                  <a:lnTo>
                    <a:pt x="7673364" y="1703749"/>
                  </a:lnTo>
                  <a:lnTo>
                    <a:pt x="7673364" y="1732324"/>
                  </a:lnTo>
                  <a:close/>
                </a:path>
                <a:path w="7673975" h="4210050">
                  <a:moveTo>
                    <a:pt x="7673364" y="1789474"/>
                  </a:moveTo>
                  <a:lnTo>
                    <a:pt x="7644788" y="1789474"/>
                  </a:lnTo>
                  <a:lnTo>
                    <a:pt x="7644788" y="1760899"/>
                  </a:lnTo>
                  <a:lnTo>
                    <a:pt x="7673364" y="1760899"/>
                  </a:lnTo>
                  <a:lnTo>
                    <a:pt x="7673364" y="1789474"/>
                  </a:lnTo>
                  <a:close/>
                </a:path>
                <a:path w="7673975" h="4210050">
                  <a:moveTo>
                    <a:pt x="7673364" y="1846624"/>
                  </a:moveTo>
                  <a:lnTo>
                    <a:pt x="7644788" y="1846624"/>
                  </a:lnTo>
                  <a:lnTo>
                    <a:pt x="7644788" y="1818049"/>
                  </a:lnTo>
                  <a:lnTo>
                    <a:pt x="7673364" y="1818049"/>
                  </a:lnTo>
                  <a:lnTo>
                    <a:pt x="7673364" y="1846624"/>
                  </a:lnTo>
                  <a:close/>
                </a:path>
                <a:path w="7673975" h="4210050">
                  <a:moveTo>
                    <a:pt x="7673364" y="1903774"/>
                  </a:moveTo>
                  <a:lnTo>
                    <a:pt x="7644788" y="1903774"/>
                  </a:lnTo>
                  <a:lnTo>
                    <a:pt x="7644788" y="1875199"/>
                  </a:lnTo>
                  <a:lnTo>
                    <a:pt x="7673364" y="1875199"/>
                  </a:lnTo>
                  <a:lnTo>
                    <a:pt x="7673364" y="1903774"/>
                  </a:lnTo>
                  <a:close/>
                </a:path>
                <a:path w="7673975" h="4210050">
                  <a:moveTo>
                    <a:pt x="7673364" y="1960924"/>
                  </a:moveTo>
                  <a:lnTo>
                    <a:pt x="7644788" y="1960924"/>
                  </a:lnTo>
                  <a:lnTo>
                    <a:pt x="7644788" y="1932349"/>
                  </a:lnTo>
                  <a:lnTo>
                    <a:pt x="7673364" y="1932349"/>
                  </a:lnTo>
                  <a:lnTo>
                    <a:pt x="7673364" y="1960924"/>
                  </a:lnTo>
                  <a:close/>
                </a:path>
                <a:path w="7673975" h="4210050">
                  <a:moveTo>
                    <a:pt x="7673364" y="2018074"/>
                  </a:moveTo>
                  <a:lnTo>
                    <a:pt x="7644788" y="2018074"/>
                  </a:lnTo>
                  <a:lnTo>
                    <a:pt x="7644788" y="1989499"/>
                  </a:lnTo>
                  <a:lnTo>
                    <a:pt x="7673364" y="1989499"/>
                  </a:lnTo>
                  <a:lnTo>
                    <a:pt x="7673364" y="2018074"/>
                  </a:lnTo>
                  <a:close/>
                </a:path>
                <a:path w="7673975" h="4210050">
                  <a:moveTo>
                    <a:pt x="7673364" y="2075224"/>
                  </a:moveTo>
                  <a:lnTo>
                    <a:pt x="7644788" y="2075224"/>
                  </a:lnTo>
                  <a:lnTo>
                    <a:pt x="7644788" y="2046649"/>
                  </a:lnTo>
                  <a:lnTo>
                    <a:pt x="7673364" y="2046649"/>
                  </a:lnTo>
                  <a:lnTo>
                    <a:pt x="7673364" y="2075224"/>
                  </a:lnTo>
                  <a:close/>
                </a:path>
                <a:path w="7673975" h="4210050">
                  <a:moveTo>
                    <a:pt x="7673364" y="2132374"/>
                  </a:moveTo>
                  <a:lnTo>
                    <a:pt x="7644788" y="2132374"/>
                  </a:lnTo>
                  <a:lnTo>
                    <a:pt x="7644788" y="2103799"/>
                  </a:lnTo>
                  <a:lnTo>
                    <a:pt x="7673364" y="2103799"/>
                  </a:lnTo>
                  <a:lnTo>
                    <a:pt x="7673364" y="2132374"/>
                  </a:lnTo>
                  <a:close/>
                </a:path>
                <a:path w="7673975" h="4210050">
                  <a:moveTo>
                    <a:pt x="7673364" y="2189524"/>
                  </a:moveTo>
                  <a:lnTo>
                    <a:pt x="7644788" y="2189524"/>
                  </a:lnTo>
                  <a:lnTo>
                    <a:pt x="7644788" y="2160949"/>
                  </a:lnTo>
                  <a:lnTo>
                    <a:pt x="7673364" y="2160949"/>
                  </a:lnTo>
                  <a:lnTo>
                    <a:pt x="7673364" y="2189524"/>
                  </a:lnTo>
                  <a:close/>
                </a:path>
                <a:path w="7673975" h="4210050">
                  <a:moveTo>
                    <a:pt x="7673364" y="2246674"/>
                  </a:moveTo>
                  <a:lnTo>
                    <a:pt x="7644788" y="2246674"/>
                  </a:lnTo>
                  <a:lnTo>
                    <a:pt x="7644788" y="2218099"/>
                  </a:lnTo>
                  <a:lnTo>
                    <a:pt x="7673364" y="2218099"/>
                  </a:lnTo>
                  <a:lnTo>
                    <a:pt x="7673364" y="2246674"/>
                  </a:lnTo>
                  <a:close/>
                </a:path>
                <a:path w="7673975" h="4210050">
                  <a:moveTo>
                    <a:pt x="7673364" y="2303824"/>
                  </a:moveTo>
                  <a:lnTo>
                    <a:pt x="7644788" y="2303824"/>
                  </a:lnTo>
                  <a:lnTo>
                    <a:pt x="7644788" y="2275249"/>
                  </a:lnTo>
                  <a:lnTo>
                    <a:pt x="7673364" y="2275249"/>
                  </a:lnTo>
                  <a:lnTo>
                    <a:pt x="7673364" y="2303824"/>
                  </a:lnTo>
                  <a:close/>
                </a:path>
                <a:path w="7673975" h="4210050">
                  <a:moveTo>
                    <a:pt x="7673364" y="2360974"/>
                  </a:moveTo>
                  <a:lnTo>
                    <a:pt x="7644788" y="2360974"/>
                  </a:lnTo>
                  <a:lnTo>
                    <a:pt x="7644788" y="2332399"/>
                  </a:lnTo>
                  <a:lnTo>
                    <a:pt x="7673364" y="2332399"/>
                  </a:lnTo>
                  <a:lnTo>
                    <a:pt x="7673364" y="2360974"/>
                  </a:lnTo>
                  <a:close/>
                </a:path>
                <a:path w="7673975" h="4210050">
                  <a:moveTo>
                    <a:pt x="7673364" y="2418124"/>
                  </a:moveTo>
                  <a:lnTo>
                    <a:pt x="7644788" y="2418124"/>
                  </a:lnTo>
                  <a:lnTo>
                    <a:pt x="7644788" y="2389549"/>
                  </a:lnTo>
                  <a:lnTo>
                    <a:pt x="7673364" y="2389549"/>
                  </a:lnTo>
                  <a:lnTo>
                    <a:pt x="7673364" y="2418124"/>
                  </a:lnTo>
                  <a:close/>
                </a:path>
                <a:path w="7673975" h="4210050">
                  <a:moveTo>
                    <a:pt x="7673364" y="2475274"/>
                  </a:moveTo>
                  <a:lnTo>
                    <a:pt x="7644788" y="2475274"/>
                  </a:lnTo>
                  <a:lnTo>
                    <a:pt x="7644788" y="2446699"/>
                  </a:lnTo>
                  <a:lnTo>
                    <a:pt x="7673364" y="2446699"/>
                  </a:lnTo>
                  <a:lnTo>
                    <a:pt x="7673364" y="2475274"/>
                  </a:lnTo>
                  <a:close/>
                </a:path>
                <a:path w="7673975" h="4210050">
                  <a:moveTo>
                    <a:pt x="7673364" y="2532424"/>
                  </a:moveTo>
                  <a:lnTo>
                    <a:pt x="7644788" y="2532424"/>
                  </a:lnTo>
                  <a:lnTo>
                    <a:pt x="7644788" y="2503849"/>
                  </a:lnTo>
                  <a:lnTo>
                    <a:pt x="7673364" y="2503849"/>
                  </a:lnTo>
                  <a:lnTo>
                    <a:pt x="7673364" y="2532424"/>
                  </a:lnTo>
                  <a:close/>
                </a:path>
                <a:path w="7673975" h="4210050">
                  <a:moveTo>
                    <a:pt x="7673364" y="2589574"/>
                  </a:moveTo>
                  <a:lnTo>
                    <a:pt x="7644788" y="2589574"/>
                  </a:lnTo>
                  <a:lnTo>
                    <a:pt x="7644788" y="2560999"/>
                  </a:lnTo>
                  <a:lnTo>
                    <a:pt x="7673364" y="2560999"/>
                  </a:lnTo>
                  <a:lnTo>
                    <a:pt x="7673364" y="2589574"/>
                  </a:lnTo>
                  <a:close/>
                </a:path>
                <a:path w="7673975" h="4210050">
                  <a:moveTo>
                    <a:pt x="7673364" y="2646724"/>
                  </a:moveTo>
                  <a:lnTo>
                    <a:pt x="7644788" y="2646724"/>
                  </a:lnTo>
                  <a:lnTo>
                    <a:pt x="7644788" y="2618149"/>
                  </a:lnTo>
                  <a:lnTo>
                    <a:pt x="7673364" y="2618149"/>
                  </a:lnTo>
                  <a:lnTo>
                    <a:pt x="7673364" y="2646724"/>
                  </a:lnTo>
                  <a:close/>
                </a:path>
                <a:path w="7673975" h="4210050">
                  <a:moveTo>
                    <a:pt x="7673364" y="2703874"/>
                  </a:moveTo>
                  <a:lnTo>
                    <a:pt x="7644788" y="2703874"/>
                  </a:lnTo>
                  <a:lnTo>
                    <a:pt x="7644788" y="2675299"/>
                  </a:lnTo>
                  <a:lnTo>
                    <a:pt x="7673364" y="2675299"/>
                  </a:lnTo>
                  <a:lnTo>
                    <a:pt x="7673364" y="2703874"/>
                  </a:lnTo>
                  <a:close/>
                </a:path>
                <a:path w="7673975" h="4210050">
                  <a:moveTo>
                    <a:pt x="7673364" y="2761024"/>
                  </a:moveTo>
                  <a:lnTo>
                    <a:pt x="7644788" y="2761024"/>
                  </a:lnTo>
                  <a:lnTo>
                    <a:pt x="7644788" y="2732449"/>
                  </a:lnTo>
                  <a:lnTo>
                    <a:pt x="7673364" y="2732449"/>
                  </a:lnTo>
                  <a:lnTo>
                    <a:pt x="7673364" y="2761024"/>
                  </a:lnTo>
                  <a:close/>
                </a:path>
                <a:path w="7673975" h="4210050">
                  <a:moveTo>
                    <a:pt x="7673364" y="2818174"/>
                  </a:moveTo>
                  <a:lnTo>
                    <a:pt x="7644788" y="2818174"/>
                  </a:lnTo>
                  <a:lnTo>
                    <a:pt x="7644788" y="2789599"/>
                  </a:lnTo>
                  <a:lnTo>
                    <a:pt x="7673364" y="2789599"/>
                  </a:lnTo>
                  <a:lnTo>
                    <a:pt x="7673364" y="2818174"/>
                  </a:lnTo>
                  <a:close/>
                </a:path>
                <a:path w="7673975" h="4210050">
                  <a:moveTo>
                    <a:pt x="7673364" y="2875324"/>
                  </a:moveTo>
                  <a:lnTo>
                    <a:pt x="7644788" y="2875324"/>
                  </a:lnTo>
                  <a:lnTo>
                    <a:pt x="7644788" y="2846749"/>
                  </a:lnTo>
                  <a:lnTo>
                    <a:pt x="7673364" y="2846749"/>
                  </a:lnTo>
                  <a:lnTo>
                    <a:pt x="7673364" y="2875324"/>
                  </a:lnTo>
                  <a:close/>
                </a:path>
                <a:path w="7673975" h="4210050">
                  <a:moveTo>
                    <a:pt x="7673364" y="2932474"/>
                  </a:moveTo>
                  <a:lnTo>
                    <a:pt x="7644788" y="2932474"/>
                  </a:lnTo>
                  <a:lnTo>
                    <a:pt x="7644788" y="2903899"/>
                  </a:lnTo>
                  <a:lnTo>
                    <a:pt x="7673364" y="2903899"/>
                  </a:lnTo>
                  <a:lnTo>
                    <a:pt x="7673364" y="2932474"/>
                  </a:lnTo>
                  <a:close/>
                </a:path>
                <a:path w="7673975" h="4210050">
                  <a:moveTo>
                    <a:pt x="7673364" y="2989624"/>
                  </a:moveTo>
                  <a:lnTo>
                    <a:pt x="7644788" y="2989624"/>
                  </a:lnTo>
                  <a:lnTo>
                    <a:pt x="7644788" y="2961049"/>
                  </a:lnTo>
                  <a:lnTo>
                    <a:pt x="7673364" y="2961049"/>
                  </a:lnTo>
                  <a:lnTo>
                    <a:pt x="7673364" y="2989624"/>
                  </a:lnTo>
                  <a:close/>
                </a:path>
                <a:path w="7673975" h="4210050">
                  <a:moveTo>
                    <a:pt x="7673364" y="3046774"/>
                  </a:moveTo>
                  <a:lnTo>
                    <a:pt x="7644788" y="3046774"/>
                  </a:lnTo>
                  <a:lnTo>
                    <a:pt x="7644788" y="3018199"/>
                  </a:lnTo>
                  <a:lnTo>
                    <a:pt x="7673364" y="3018199"/>
                  </a:lnTo>
                  <a:lnTo>
                    <a:pt x="7673364" y="3046774"/>
                  </a:lnTo>
                  <a:close/>
                </a:path>
                <a:path w="7673975" h="4210050">
                  <a:moveTo>
                    <a:pt x="7673364" y="3103924"/>
                  </a:moveTo>
                  <a:lnTo>
                    <a:pt x="7644788" y="3103924"/>
                  </a:lnTo>
                  <a:lnTo>
                    <a:pt x="7644788" y="3075349"/>
                  </a:lnTo>
                  <a:lnTo>
                    <a:pt x="7673364" y="3075349"/>
                  </a:lnTo>
                  <a:lnTo>
                    <a:pt x="7673364" y="3103924"/>
                  </a:lnTo>
                  <a:close/>
                </a:path>
                <a:path w="7673975" h="4210050">
                  <a:moveTo>
                    <a:pt x="7673364" y="3161074"/>
                  </a:moveTo>
                  <a:lnTo>
                    <a:pt x="7644788" y="3161074"/>
                  </a:lnTo>
                  <a:lnTo>
                    <a:pt x="7644788" y="3132499"/>
                  </a:lnTo>
                  <a:lnTo>
                    <a:pt x="7673364" y="3132499"/>
                  </a:lnTo>
                  <a:lnTo>
                    <a:pt x="7673364" y="3161074"/>
                  </a:lnTo>
                  <a:close/>
                </a:path>
                <a:path w="7673975" h="4210050">
                  <a:moveTo>
                    <a:pt x="7673364" y="3218224"/>
                  </a:moveTo>
                  <a:lnTo>
                    <a:pt x="7644788" y="3218224"/>
                  </a:lnTo>
                  <a:lnTo>
                    <a:pt x="7644788" y="3189649"/>
                  </a:lnTo>
                  <a:lnTo>
                    <a:pt x="7673364" y="3189649"/>
                  </a:lnTo>
                  <a:lnTo>
                    <a:pt x="7673364" y="3218224"/>
                  </a:lnTo>
                  <a:close/>
                </a:path>
                <a:path w="7673975" h="4210050">
                  <a:moveTo>
                    <a:pt x="7673364" y="3275374"/>
                  </a:moveTo>
                  <a:lnTo>
                    <a:pt x="7644788" y="3275374"/>
                  </a:lnTo>
                  <a:lnTo>
                    <a:pt x="7644788" y="3246799"/>
                  </a:lnTo>
                  <a:lnTo>
                    <a:pt x="7673364" y="3246799"/>
                  </a:lnTo>
                  <a:lnTo>
                    <a:pt x="7673364" y="3275374"/>
                  </a:lnTo>
                  <a:close/>
                </a:path>
                <a:path w="7673975" h="4210050">
                  <a:moveTo>
                    <a:pt x="7673364" y="3332524"/>
                  </a:moveTo>
                  <a:lnTo>
                    <a:pt x="7644788" y="3332524"/>
                  </a:lnTo>
                  <a:lnTo>
                    <a:pt x="7644788" y="3303949"/>
                  </a:lnTo>
                  <a:lnTo>
                    <a:pt x="7673364" y="3303949"/>
                  </a:lnTo>
                  <a:lnTo>
                    <a:pt x="7673364" y="3332524"/>
                  </a:lnTo>
                  <a:close/>
                </a:path>
                <a:path w="7673975" h="4210050">
                  <a:moveTo>
                    <a:pt x="7673364" y="3389674"/>
                  </a:moveTo>
                  <a:lnTo>
                    <a:pt x="7644788" y="3389674"/>
                  </a:lnTo>
                  <a:lnTo>
                    <a:pt x="7644788" y="3361099"/>
                  </a:lnTo>
                  <a:lnTo>
                    <a:pt x="7673364" y="3361099"/>
                  </a:lnTo>
                  <a:lnTo>
                    <a:pt x="7673364" y="3389674"/>
                  </a:lnTo>
                  <a:close/>
                </a:path>
                <a:path w="7673975" h="4210050">
                  <a:moveTo>
                    <a:pt x="7673364" y="3446824"/>
                  </a:moveTo>
                  <a:lnTo>
                    <a:pt x="7644788" y="3446824"/>
                  </a:lnTo>
                  <a:lnTo>
                    <a:pt x="7644788" y="3418249"/>
                  </a:lnTo>
                  <a:lnTo>
                    <a:pt x="7673364" y="3418249"/>
                  </a:lnTo>
                  <a:lnTo>
                    <a:pt x="7673364" y="3446824"/>
                  </a:lnTo>
                  <a:close/>
                </a:path>
                <a:path w="7673975" h="4210050">
                  <a:moveTo>
                    <a:pt x="7673364" y="3503974"/>
                  </a:moveTo>
                  <a:lnTo>
                    <a:pt x="7644788" y="3503974"/>
                  </a:lnTo>
                  <a:lnTo>
                    <a:pt x="7644788" y="3475399"/>
                  </a:lnTo>
                  <a:lnTo>
                    <a:pt x="7673364" y="3475399"/>
                  </a:lnTo>
                  <a:lnTo>
                    <a:pt x="7673364" y="3503974"/>
                  </a:lnTo>
                  <a:close/>
                </a:path>
                <a:path w="7673975" h="4210050">
                  <a:moveTo>
                    <a:pt x="7673364" y="3561124"/>
                  </a:moveTo>
                  <a:lnTo>
                    <a:pt x="7644788" y="3561124"/>
                  </a:lnTo>
                  <a:lnTo>
                    <a:pt x="7644788" y="3532549"/>
                  </a:lnTo>
                  <a:lnTo>
                    <a:pt x="7673364" y="3532549"/>
                  </a:lnTo>
                  <a:lnTo>
                    <a:pt x="7673364" y="3561124"/>
                  </a:lnTo>
                  <a:close/>
                </a:path>
                <a:path w="7673975" h="4210050">
                  <a:moveTo>
                    <a:pt x="7673364" y="3618274"/>
                  </a:moveTo>
                  <a:lnTo>
                    <a:pt x="7644788" y="3618274"/>
                  </a:lnTo>
                  <a:lnTo>
                    <a:pt x="7644788" y="3589699"/>
                  </a:lnTo>
                  <a:lnTo>
                    <a:pt x="7673364" y="3589699"/>
                  </a:lnTo>
                  <a:lnTo>
                    <a:pt x="7673364" y="3618274"/>
                  </a:lnTo>
                  <a:close/>
                </a:path>
                <a:path w="7673975" h="4210050">
                  <a:moveTo>
                    <a:pt x="7673364" y="3675424"/>
                  </a:moveTo>
                  <a:lnTo>
                    <a:pt x="7644788" y="3675424"/>
                  </a:lnTo>
                  <a:lnTo>
                    <a:pt x="7644788" y="3646849"/>
                  </a:lnTo>
                  <a:lnTo>
                    <a:pt x="7673364" y="3646849"/>
                  </a:lnTo>
                  <a:lnTo>
                    <a:pt x="7673364" y="3675424"/>
                  </a:lnTo>
                  <a:close/>
                </a:path>
                <a:path w="7673975" h="4210050">
                  <a:moveTo>
                    <a:pt x="7673364" y="3732574"/>
                  </a:moveTo>
                  <a:lnTo>
                    <a:pt x="7644788" y="3732574"/>
                  </a:lnTo>
                  <a:lnTo>
                    <a:pt x="7644788" y="3703999"/>
                  </a:lnTo>
                  <a:lnTo>
                    <a:pt x="7673364" y="3703999"/>
                  </a:lnTo>
                  <a:lnTo>
                    <a:pt x="7673364" y="3732574"/>
                  </a:lnTo>
                  <a:close/>
                </a:path>
                <a:path w="7673975" h="4210050">
                  <a:moveTo>
                    <a:pt x="7673364" y="3789724"/>
                  </a:moveTo>
                  <a:lnTo>
                    <a:pt x="7644788" y="3789724"/>
                  </a:lnTo>
                  <a:lnTo>
                    <a:pt x="7644788" y="3761149"/>
                  </a:lnTo>
                  <a:lnTo>
                    <a:pt x="7673364" y="3761149"/>
                  </a:lnTo>
                  <a:lnTo>
                    <a:pt x="7673364" y="3789724"/>
                  </a:lnTo>
                  <a:close/>
                </a:path>
                <a:path w="7673975" h="4210050">
                  <a:moveTo>
                    <a:pt x="7673364" y="3846874"/>
                  </a:moveTo>
                  <a:lnTo>
                    <a:pt x="7644788" y="3846874"/>
                  </a:lnTo>
                  <a:lnTo>
                    <a:pt x="7644788" y="3818299"/>
                  </a:lnTo>
                  <a:lnTo>
                    <a:pt x="7673364" y="3818299"/>
                  </a:lnTo>
                  <a:lnTo>
                    <a:pt x="7673364" y="3846874"/>
                  </a:lnTo>
                  <a:close/>
                </a:path>
                <a:path w="7673975" h="4210050">
                  <a:moveTo>
                    <a:pt x="7673364" y="3904024"/>
                  </a:moveTo>
                  <a:lnTo>
                    <a:pt x="7644788" y="3904024"/>
                  </a:lnTo>
                  <a:lnTo>
                    <a:pt x="7644788" y="3875449"/>
                  </a:lnTo>
                  <a:lnTo>
                    <a:pt x="7673364" y="3875449"/>
                  </a:lnTo>
                  <a:lnTo>
                    <a:pt x="7673364" y="3904024"/>
                  </a:lnTo>
                  <a:close/>
                </a:path>
                <a:path w="7673975" h="4210050">
                  <a:moveTo>
                    <a:pt x="7673364" y="3961174"/>
                  </a:moveTo>
                  <a:lnTo>
                    <a:pt x="7644788" y="3961174"/>
                  </a:lnTo>
                  <a:lnTo>
                    <a:pt x="7644788" y="3932599"/>
                  </a:lnTo>
                  <a:lnTo>
                    <a:pt x="7673364" y="3932599"/>
                  </a:lnTo>
                  <a:lnTo>
                    <a:pt x="7673364" y="3961174"/>
                  </a:lnTo>
                  <a:close/>
                </a:path>
                <a:path w="7673975" h="4210050">
                  <a:moveTo>
                    <a:pt x="7673364" y="4018324"/>
                  </a:moveTo>
                  <a:lnTo>
                    <a:pt x="7644788" y="4018324"/>
                  </a:lnTo>
                  <a:lnTo>
                    <a:pt x="7644788" y="3989749"/>
                  </a:lnTo>
                  <a:lnTo>
                    <a:pt x="7673364" y="3989749"/>
                  </a:lnTo>
                  <a:lnTo>
                    <a:pt x="7673364" y="4018324"/>
                  </a:lnTo>
                  <a:close/>
                </a:path>
                <a:path w="7673975" h="4210050">
                  <a:moveTo>
                    <a:pt x="7671013" y="4075606"/>
                  </a:moveTo>
                  <a:lnTo>
                    <a:pt x="7643335" y="4071486"/>
                  </a:lnTo>
                  <a:lnTo>
                    <a:pt x="7644304" y="4064979"/>
                  </a:lnTo>
                  <a:lnTo>
                    <a:pt x="7644788" y="4058435"/>
                  </a:lnTo>
                  <a:lnTo>
                    <a:pt x="7644788" y="4046899"/>
                  </a:lnTo>
                  <a:lnTo>
                    <a:pt x="7673364" y="4046899"/>
                  </a:lnTo>
                  <a:lnTo>
                    <a:pt x="7673364" y="4051851"/>
                  </a:lnTo>
                  <a:lnTo>
                    <a:pt x="7671013" y="4075606"/>
                  </a:lnTo>
                  <a:close/>
                </a:path>
                <a:path w="7673975" h="4210050">
                  <a:moveTo>
                    <a:pt x="7652762" y="4129317"/>
                  </a:moveTo>
                  <a:lnTo>
                    <a:pt x="7628372" y="4115948"/>
                  </a:lnTo>
                  <a:lnTo>
                    <a:pt x="7632155" y="4109048"/>
                  </a:lnTo>
                  <a:lnTo>
                    <a:pt x="7635302" y="4101869"/>
                  </a:lnTo>
                  <a:lnTo>
                    <a:pt x="7637814" y="4094411"/>
                  </a:lnTo>
                  <a:lnTo>
                    <a:pt x="7664231" y="4103309"/>
                  </a:lnTo>
                  <a:lnTo>
                    <a:pt x="7661038" y="4113815"/>
                  </a:lnTo>
                  <a:lnTo>
                    <a:pt x="7652762" y="4129317"/>
                  </a:lnTo>
                  <a:close/>
                </a:path>
                <a:path w="7673975" h="4210050">
                  <a:moveTo>
                    <a:pt x="7616855" y="4173793"/>
                  </a:moveTo>
                  <a:lnTo>
                    <a:pt x="7598645" y="4152731"/>
                  </a:lnTo>
                  <a:lnTo>
                    <a:pt x="7601086" y="4150621"/>
                  </a:lnTo>
                  <a:lnTo>
                    <a:pt x="7603448" y="4148424"/>
                  </a:lnTo>
                  <a:lnTo>
                    <a:pt x="7609086" y="4142787"/>
                  </a:lnTo>
                  <a:lnTo>
                    <a:pt x="7612250" y="4139266"/>
                  </a:lnTo>
                  <a:lnTo>
                    <a:pt x="7615227" y="4135576"/>
                  </a:lnTo>
                  <a:lnTo>
                    <a:pt x="7636859" y="4153027"/>
                  </a:lnTo>
                  <a:lnTo>
                    <a:pt x="7625938" y="4166346"/>
                  </a:lnTo>
                  <a:lnTo>
                    <a:pt x="7616855" y="4173793"/>
                  </a:lnTo>
                  <a:close/>
                </a:path>
                <a:path w="7673975" h="4210050">
                  <a:moveTo>
                    <a:pt x="7568097" y="4203059"/>
                  </a:moveTo>
                  <a:lnTo>
                    <a:pt x="7558228" y="4176719"/>
                  </a:lnTo>
                  <a:lnTo>
                    <a:pt x="7565600" y="4173957"/>
                  </a:lnTo>
                  <a:lnTo>
                    <a:pt x="7572671" y="4170569"/>
                  </a:lnTo>
                  <a:lnTo>
                    <a:pt x="7579442" y="4166556"/>
                  </a:lnTo>
                  <a:lnTo>
                    <a:pt x="7593701" y="4190611"/>
                  </a:lnTo>
                  <a:lnTo>
                    <a:pt x="7573408" y="4201445"/>
                  </a:lnTo>
                  <a:lnTo>
                    <a:pt x="7568097" y="4203059"/>
                  </a:lnTo>
                  <a:close/>
                </a:path>
                <a:path w="7673975" h="4210050">
                  <a:moveTo>
                    <a:pt x="7540493" y="4210050"/>
                  </a:moveTo>
                  <a:lnTo>
                    <a:pt x="7511931" y="4210050"/>
                  </a:lnTo>
                  <a:lnTo>
                    <a:pt x="7511855" y="4185170"/>
                  </a:lnTo>
                  <a:lnTo>
                    <a:pt x="7519814" y="4185170"/>
                  </a:lnTo>
                  <a:lnTo>
                    <a:pt x="7527704" y="4184440"/>
                  </a:lnTo>
                  <a:lnTo>
                    <a:pt x="7535526" y="4183003"/>
                  </a:lnTo>
                  <a:lnTo>
                    <a:pt x="7540493" y="4210050"/>
                  </a:lnTo>
                  <a:close/>
                </a:path>
                <a:path w="7673975" h="4210050">
                  <a:moveTo>
                    <a:pt x="7483358" y="4210050"/>
                  </a:moveTo>
                  <a:lnTo>
                    <a:pt x="7454783" y="4210050"/>
                  </a:lnTo>
                  <a:lnTo>
                    <a:pt x="7454783" y="4185195"/>
                  </a:lnTo>
                  <a:lnTo>
                    <a:pt x="7483358" y="4185195"/>
                  </a:lnTo>
                  <a:lnTo>
                    <a:pt x="7483358" y="4210050"/>
                  </a:lnTo>
                  <a:close/>
                </a:path>
                <a:path w="7673975" h="4210050">
                  <a:moveTo>
                    <a:pt x="7426208" y="4210050"/>
                  </a:moveTo>
                  <a:lnTo>
                    <a:pt x="7397633" y="4210050"/>
                  </a:lnTo>
                  <a:lnTo>
                    <a:pt x="7397633" y="4185195"/>
                  </a:lnTo>
                  <a:lnTo>
                    <a:pt x="7426208" y="4185195"/>
                  </a:lnTo>
                  <a:lnTo>
                    <a:pt x="7426208" y="4210050"/>
                  </a:lnTo>
                  <a:close/>
                </a:path>
                <a:path w="7673975" h="4210050">
                  <a:moveTo>
                    <a:pt x="7369058" y="4210050"/>
                  </a:moveTo>
                  <a:lnTo>
                    <a:pt x="7340483" y="4210050"/>
                  </a:lnTo>
                  <a:lnTo>
                    <a:pt x="7340483" y="4185195"/>
                  </a:lnTo>
                  <a:lnTo>
                    <a:pt x="7369058" y="4185195"/>
                  </a:lnTo>
                  <a:lnTo>
                    <a:pt x="7369058" y="4210050"/>
                  </a:lnTo>
                  <a:close/>
                </a:path>
                <a:path w="7673975" h="4210050">
                  <a:moveTo>
                    <a:pt x="7311908" y="4210050"/>
                  </a:moveTo>
                  <a:lnTo>
                    <a:pt x="7283333" y="4210050"/>
                  </a:lnTo>
                  <a:lnTo>
                    <a:pt x="7283333" y="4185195"/>
                  </a:lnTo>
                  <a:lnTo>
                    <a:pt x="7311908" y="4185195"/>
                  </a:lnTo>
                  <a:lnTo>
                    <a:pt x="7311908" y="4210050"/>
                  </a:lnTo>
                  <a:close/>
                </a:path>
                <a:path w="7673975" h="4210050">
                  <a:moveTo>
                    <a:pt x="7254758" y="4210050"/>
                  </a:moveTo>
                  <a:lnTo>
                    <a:pt x="7226183" y="4210050"/>
                  </a:lnTo>
                  <a:lnTo>
                    <a:pt x="7226183" y="4185195"/>
                  </a:lnTo>
                  <a:lnTo>
                    <a:pt x="7254758" y="4185195"/>
                  </a:lnTo>
                  <a:lnTo>
                    <a:pt x="7254758" y="4210050"/>
                  </a:lnTo>
                  <a:close/>
                </a:path>
                <a:path w="7673975" h="4210050">
                  <a:moveTo>
                    <a:pt x="7197608" y="4210050"/>
                  </a:moveTo>
                  <a:lnTo>
                    <a:pt x="7169033" y="4210050"/>
                  </a:lnTo>
                  <a:lnTo>
                    <a:pt x="7169033" y="4185195"/>
                  </a:lnTo>
                  <a:lnTo>
                    <a:pt x="7197608" y="4185195"/>
                  </a:lnTo>
                  <a:lnTo>
                    <a:pt x="7197608" y="4210050"/>
                  </a:lnTo>
                  <a:close/>
                </a:path>
                <a:path w="7673975" h="4210050">
                  <a:moveTo>
                    <a:pt x="7140458" y="4210050"/>
                  </a:moveTo>
                  <a:lnTo>
                    <a:pt x="7111883" y="4210050"/>
                  </a:lnTo>
                  <a:lnTo>
                    <a:pt x="7111883" y="4185195"/>
                  </a:lnTo>
                  <a:lnTo>
                    <a:pt x="7140458" y="4185195"/>
                  </a:lnTo>
                  <a:lnTo>
                    <a:pt x="7140458" y="4210050"/>
                  </a:lnTo>
                  <a:close/>
                </a:path>
                <a:path w="7673975" h="4210050">
                  <a:moveTo>
                    <a:pt x="7083308" y="4210050"/>
                  </a:moveTo>
                  <a:lnTo>
                    <a:pt x="7054733" y="4210050"/>
                  </a:lnTo>
                  <a:lnTo>
                    <a:pt x="7054733" y="4185195"/>
                  </a:lnTo>
                  <a:lnTo>
                    <a:pt x="7083308" y="4185195"/>
                  </a:lnTo>
                  <a:lnTo>
                    <a:pt x="7083308" y="4210050"/>
                  </a:lnTo>
                  <a:close/>
                </a:path>
                <a:path w="7673975" h="4210050">
                  <a:moveTo>
                    <a:pt x="7026158" y="4210050"/>
                  </a:moveTo>
                  <a:lnTo>
                    <a:pt x="6997583" y="4210050"/>
                  </a:lnTo>
                  <a:lnTo>
                    <a:pt x="6997583" y="4185195"/>
                  </a:lnTo>
                  <a:lnTo>
                    <a:pt x="7026158" y="4185195"/>
                  </a:lnTo>
                  <a:lnTo>
                    <a:pt x="7026158" y="4210050"/>
                  </a:lnTo>
                  <a:close/>
                </a:path>
                <a:path w="7673975" h="4210050">
                  <a:moveTo>
                    <a:pt x="6969008" y="4210050"/>
                  </a:moveTo>
                  <a:lnTo>
                    <a:pt x="6940433" y="4210050"/>
                  </a:lnTo>
                  <a:lnTo>
                    <a:pt x="6940433" y="4185195"/>
                  </a:lnTo>
                  <a:lnTo>
                    <a:pt x="6969008" y="4185195"/>
                  </a:lnTo>
                  <a:lnTo>
                    <a:pt x="6969008" y="4210050"/>
                  </a:lnTo>
                  <a:close/>
                </a:path>
                <a:path w="7673975" h="4210050">
                  <a:moveTo>
                    <a:pt x="6911858" y="4210050"/>
                  </a:moveTo>
                  <a:lnTo>
                    <a:pt x="6883283" y="4210050"/>
                  </a:lnTo>
                  <a:lnTo>
                    <a:pt x="6883283" y="4185195"/>
                  </a:lnTo>
                  <a:lnTo>
                    <a:pt x="6911858" y="4185195"/>
                  </a:lnTo>
                  <a:lnTo>
                    <a:pt x="6911858" y="4210050"/>
                  </a:lnTo>
                  <a:close/>
                </a:path>
                <a:path w="7673975" h="4210050">
                  <a:moveTo>
                    <a:pt x="6854708" y="4210050"/>
                  </a:moveTo>
                  <a:lnTo>
                    <a:pt x="6826133" y="4210050"/>
                  </a:lnTo>
                  <a:lnTo>
                    <a:pt x="6826133" y="4185195"/>
                  </a:lnTo>
                  <a:lnTo>
                    <a:pt x="6854708" y="4185195"/>
                  </a:lnTo>
                  <a:lnTo>
                    <a:pt x="6854708" y="4210050"/>
                  </a:lnTo>
                  <a:close/>
                </a:path>
                <a:path w="7673975" h="4210050">
                  <a:moveTo>
                    <a:pt x="6797558" y="4210050"/>
                  </a:moveTo>
                  <a:lnTo>
                    <a:pt x="6768983" y="4210050"/>
                  </a:lnTo>
                  <a:lnTo>
                    <a:pt x="6768983" y="4185195"/>
                  </a:lnTo>
                  <a:lnTo>
                    <a:pt x="6797558" y="4185195"/>
                  </a:lnTo>
                  <a:lnTo>
                    <a:pt x="6797558" y="4210050"/>
                  </a:lnTo>
                  <a:close/>
                </a:path>
                <a:path w="7673975" h="4210050">
                  <a:moveTo>
                    <a:pt x="6740408" y="4210050"/>
                  </a:moveTo>
                  <a:lnTo>
                    <a:pt x="6711833" y="4210050"/>
                  </a:lnTo>
                  <a:lnTo>
                    <a:pt x="6711833" y="4185195"/>
                  </a:lnTo>
                  <a:lnTo>
                    <a:pt x="6740408" y="4185195"/>
                  </a:lnTo>
                  <a:lnTo>
                    <a:pt x="6740408" y="4210050"/>
                  </a:lnTo>
                  <a:close/>
                </a:path>
                <a:path w="7673975" h="4210050">
                  <a:moveTo>
                    <a:pt x="6683258" y="4210050"/>
                  </a:moveTo>
                  <a:lnTo>
                    <a:pt x="6654683" y="4210050"/>
                  </a:lnTo>
                  <a:lnTo>
                    <a:pt x="6654683" y="4185195"/>
                  </a:lnTo>
                  <a:lnTo>
                    <a:pt x="6683258" y="4185195"/>
                  </a:lnTo>
                  <a:lnTo>
                    <a:pt x="6683258" y="4210050"/>
                  </a:lnTo>
                  <a:close/>
                </a:path>
                <a:path w="7673975" h="4210050">
                  <a:moveTo>
                    <a:pt x="6626108" y="4210050"/>
                  </a:moveTo>
                  <a:lnTo>
                    <a:pt x="6597533" y="4210050"/>
                  </a:lnTo>
                  <a:lnTo>
                    <a:pt x="6597533" y="4185195"/>
                  </a:lnTo>
                  <a:lnTo>
                    <a:pt x="6626108" y="4185195"/>
                  </a:lnTo>
                  <a:lnTo>
                    <a:pt x="6626108" y="4210050"/>
                  </a:lnTo>
                  <a:close/>
                </a:path>
                <a:path w="7673975" h="4210050">
                  <a:moveTo>
                    <a:pt x="6568958" y="4210050"/>
                  </a:moveTo>
                  <a:lnTo>
                    <a:pt x="6540383" y="4210050"/>
                  </a:lnTo>
                  <a:lnTo>
                    <a:pt x="6540383" y="4185195"/>
                  </a:lnTo>
                  <a:lnTo>
                    <a:pt x="6568958" y="4185195"/>
                  </a:lnTo>
                  <a:lnTo>
                    <a:pt x="6568958" y="4210050"/>
                  </a:lnTo>
                  <a:close/>
                </a:path>
                <a:path w="7673975" h="4210050">
                  <a:moveTo>
                    <a:pt x="6511808" y="4210050"/>
                  </a:moveTo>
                  <a:lnTo>
                    <a:pt x="6483233" y="4210050"/>
                  </a:lnTo>
                  <a:lnTo>
                    <a:pt x="6483233" y="4185195"/>
                  </a:lnTo>
                  <a:lnTo>
                    <a:pt x="6511808" y="4185195"/>
                  </a:lnTo>
                  <a:lnTo>
                    <a:pt x="6511808" y="4210050"/>
                  </a:lnTo>
                  <a:close/>
                </a:path>
                <a:path w="7673975" h="4210050">
                  <a:moveTo>
                    <a:pt x="6454658" y="4210050"/>
                  </a:moveTo>
                  <a:lnTo>
                    <a:pt x="6426083" y="4210050"/>
                  </a:lnTo>
                  <a:lnTo>
                    <a:pt x="6426083" y="4185195"/>
                  </a:lnTo>
                  <a:lnTo>
                    <a:pt x="6454658" y="4185195"/>
                  </a:lnTo>
                  <a:lnTo>
                    <a:pt x="6454658" y="4210050"/>
                  </a:lnTo>
                  <a:close/>
                </a:path>
                <a:path w="7673975" h="4210050">
                  <a:moveTo>
                    <a:pt x="6397508" y="4210050"/>
                  </a:moveTo>
                  <a:lnTo>
                    <a:pt x="6368933" y="4210050"/>
                  </a:lnTo>
                  <a:lnTo>
                    <a:pt x="6368933" y="4185195"/>
                  </a:lnTo>
                  <a:lnTo>
                    <a:pt x="6397508" y="4185195"/>
                  </a:lnTo>
                  <a:lnTo>
                    <a:pt x="6397508" y="4210050"/>
                  </a:lnTo>
                  <a:close/>
                </a:path>
                <a:path w="7673975" h="4210050">
                  <a:moveTo>
                    <a:pt x="6340358" y="4210050"/>
                  </a:moveTo>
                  <a:lnTo>
                    <a:pt x="6311783" y="4210050"/>
                  </a:lnTo>
                  <a:lnTo>
                    <a:pt x="6311783" y="4185195"/>
                  </a:lnTo>
                  <a:lnTo>
                    <a:pt x="6340358" y="4185195"/>
                  </a:lnTo>
                  <a:lnTo>
                    <a:pt x="6340358" y="4210050"/>
                  </a:lnTo>
                  <a:close/>
                </a:path>
                <a:path w="7673975" h="4210050">
                  <a:moveTo>
                    <a:pt x="6283208" y="4210050"/>
                  </a:moveTo>
                  <a:lnTo>
                    <a:pt x="6254633" y="4210050"/>
                  </a:lnTo>
                  <a:lnTo>
                    <a:pt x="6254633" y="4185195"/>
                  </a:lnTo>
                  <a:lnTo>
                    <a:pt x="6283208" y="4185195"/>
                  </a:lnTo>
                  <a:lnTo>
                    <a:pt x="6283208" y="4210050"/>
                  </a:lnTo>
                  <a:close/>
                </a:path>
                <a:path w="7673975" h="4210050">
                  <a:moveTo>
                    <a:pt x="6226058" y="4210050"/>
                  </a:moveTo>
                  <a:lnTo>
                    <a:pt x="6197483" y="4210050"/>
                  </a:lnTo>
                  <a:lnTo>
                    <a:pt x="6197483" y="4185195"/>
                  </a:lnTo>
                  <a:lnTo>
                    <a:pt x="6226058" y="4185195"/>
                  </a:lnTo>
                  <a:lnTo>
                    <a:pt x="6226058" y="4210050"/>
                  </a:lnTo>
                  <a:close/>
                </a:path>
                <a:path w="7673975" h="4210050">
                  <a:moveTo>
                    <a:pt x="6168908" y="4210050"/>
                  </a:moveTo>
                  <a:lnTo>
                    <a:pt x="6140333" y="4210050"/>
                  </a:lnTo>
                  <a:lnTo>
                    <a:pt x="6140333" y="4185195"/>
                  </a:lnTo>
                  <a:lnTo>
                    <a:pt x="6168908" y="4185195"/>
                  </a:lnTo>
                  <a:lnTo>
                    <a:pt x="6168908" y="4210050"/>
                  </a:lnTo>
                  <a:close/>
                </a:path>
                <a:path w="7673975" h="4210050">
                  <a:moveTo>
                    <a:pt x="6111758" y="4210050"/>
                  </a:moveTo>
                  <a:lnTo>
                    <a:pt x="6083183" y="4210050"/>
                  </a:lnTo>
                  <a:lnTo>
                    <a:pt x="6083183" y="4185195"/>
                  </a:lnTo>
                  <a:lnTo>
                    <a:pt x="6111758" y="4185195"/>
                  </a:lnTo>
                  <a:lnTo>
                    <a:pt x="6111758" y="4210050"/>
                  </a:lnTo>
                  <a:close/>
                </a:path>
                <a:path w="7673975" h="4210050">
                  <a:moveTo>
                    <a:pt x="6054608" y="4210050"/>
                  </a:moveTo>
                  <a:lnTo>
                    <a:pt x="6026033" y="4210050"/>
                  </a:lnTo>
                  <a:lnTo>
                    <a:pt x="6026033" y="4185195"/>
                  </a:lnTo>
                  <a:lnTo>
                    <a:pt x="6054608" y="4185195"/>
                  </a:lnTo>
                  <a:lnTo>
                    <a:pt x="6054608" y="4210050"/>
                  </a:lnTo>
                  <a:close/>
                </a:path>
                <a:path w="7673975" h="4210050">
                  <a:moveTo>
                    <a:pt x="5997458" y="4210050"/>
                  </a:moveTo>
                  <a:lnTo>
                    <a:pt x="5968883" y="4210050"/>
                  </a:lnTo>
                  <a:lnTo>
                    <a:pt x="5968883" y="4185195"/>
                  </a:lnTo>
                  <a:lnTo>
                    <a:pt x="5997458" y="4185195"/>
                  </a:lnTo>
                  <a:lnTo>
                    <a:pt x="5997458" y="4210050"/>
                  </a:lnTo>
                  <a:close/>
                </a:path>
                <a:path w="7673975" h="4210050">
                  <a:moveTo>
                    <a:pt x="5940308" y="4210050"/>
                  </a:moveTo>
                  <a:lnTo>
                    <a:pt x="5911733" y="4210050"/>
                  </a:lnTo>
                  <a:lnTo>
                    <a:pt x="5911733" y="4185195"/>
                  </a:lnTo>
                  <a:lnTo>
                    <a:pt x="5940308" y="4185195"/>
                  </a:lnTo>
                  <a:lnTo>
                    <a:pt x="5940308" y="4210050"/>
                  </a:lnTo>
                  <a:close/>
                </a:path>
                <a:path w="7673975" h="4210050">
                  <a:moveTo>
                    <a:pt x="5883158" y="4210050"/>
                  </a:moveTo>
                  <a:lnTo>
                    <a:pt x="5854583" y="4210050"/>
                  </a:lnTo>
                  <a:lnTo>
                    <a:pt x="5854583" y="4185195"/>
                  </a:lnTo>
                  <a:lnTo>
                    <a:pt x="5883158" y="4185195"/>
                  </a:lnTo>
                  <a:lnTo>
                    <a:pt x="5883158" y="4210050"/>
                  </a:lnTo>
                  <a:close/>
                </a:path>
                <a:path w="7673975" h="4210050">
                  <a:moveTo>
                    <a:pt x="5826008" y="4210050"/>
                  </a:moveTo>
                  <a:lnTo>
                    <a:pt x="5797433" y="4210050"/>
                  </a:lnTo>
                  <a:lnTo>
                    <a:pt x="5797433" y="4185195"/>
                  </a:lnTo>
                  <a:lnTo>
                    <a:pt x="5826008" y="4185195"/>
                  </a:lnTo>
                  <a:lnTo>
                    <a:pt x="5826008" y="4210050"/>
                  </a:lnTo>
                  <a:close/>
                </a:path>
                <a:path w="7673975" h="4210050">
                  <a:moveTo>
                    <a:pt x="5768858" y="4210050"/>
                  </a:moveTo>
                  <a:lnTo>
                    <a:pt x="5740283" y="4210050"/>
                  </a:lnTo>
                  <a:lnTo>
                    <a:pt x="5740283" y="4185195"/>
                  </a:lnTo>
                  <a:lnTo>
                    <a:pt x="5768858" y="4185195"/>
                  </a:lnTo>
                  <a:lnTo>
                    <a:pt x="5768858" y="4210050"/>
                  </a:lnTo>
                  <a:close/>
                </a:path>
                <a:path w="7673975" h="4210050">
                  <a:moveTo>
                    <a:pt x="5711708" y="4210050"/>
                  </a:moveTo>
                  <a:lnTo>
                    <a:pt x="5683133" y="4210050"/>
                  </a:lnTo>
                  <a:lnTo>
                    <a:pt x="5683133" y="4185195"/>
                  </a:lnTo>
                  <a:lnTo>
                    <a:pt x="5711708" y="4185195"/>
                  </a:lnTo>
                  <a:lnTo>
                    <a:pt x="5711708" y="4210050"/>
                  </a:lnTo>
                  <a:close/>
                </a:path>
                <a:path w="7673975" h="4210050">
                  <a:moveTo>
                    <a:pt x="5654558" y="4210050"/>
                  </a:moveTo>
                  <a:lnTo>
                    <a:pt x="5625983" y="4210050"/>
                  </a:lnTo>
                  <a:lnTo>
                    <a:pt x="5625983" y="4185195"/>
                  </a:lnTo>
                  <a:lnTo>
                    <a:pt x="5654558" y="4185195"/>
                  </a:lnTo>
                  <a:lnTo>
                    <a:pt x="5654558" y="4210050"/>
                  </a:lnTo>
                  <a:close/>
                </a:path>
                <a:path w="7673975" h="4210050">
                  <a:moveTo>
                    <a:pt x="5597408" y="4210050"/>
                  </a:moveTo>
                  <a:lnTo>
                    <a:pt x="5568833" y="4210050"/>
                  </a:lnTo>
                  <a:lnTo>
                    <a:pt x="5568833" y="4185195"/>
                  </a:lnTo>
                  <a:lnTo>
                    <a:pt x="5597408" y="4185195"/>
                  </a:lnTo>
                  <a:lnTo>
                    <a:pt x="5597408" y="4210050"/>
                  </a:lnTo>
                  <a:close/>
                </a:path>
                <a:path w="7673975" h="4210050">
                  <a:moveTo>
                    <a:pt x="5540258" y="4210050"/>
                  </a:moveTo>
                  <a:lnTo>
                    <a:pt x="5511683" y="4210050"/>
                  </a:lnTo>
                  <a:lnTo>
                    <a:pt x="5511683" y="4185195"/>
                  </a:lnTo>
                  <a:lnTo>
                    <a:pt x="5540258" y="4185195"/>
                  </a:lnTo>
                  <a:lnTo>
                    <a:pt x="5540258" y="4210050"/>
                  </a:lnTo>
                  <a:close/>
                </a:path>
                <a:path w="7673975" h="4210050">
                  <a:moveTo>
                    <a:pt x="5483108" y="4210050"/>
                  </a:moveTo>
                  <a:lnTo>
                    <a:pt x="5454533" y="4210050"/>
                  </a:lnTo>
                  <a:lnTo>
                    <a:pt x="5454533" y="4185195"/>
                  </a:lnTo>
                  <a:lnTo>
                    <a:pt x="5483108" y="4185195"/>
                  </a:lnTo>
                  <a:lnTo>
                    <a:pt x="5483108" y="4210050"/>
                  </a:lnTo>
                  <a:close/>
                </a:path>
                <a:path w="7673975" h="4210050">
                  <a:moveTo>
                    <a:pt x="5425958" y="4210050"/>
                  </a:moveTo>
                  <a:lnTo>
                    <a:pt x="5397383" y="4210050"/>
                  </a:lnTo>
                  <a:lnTo>
                    <a:pt x="5397383" y="4185195"/>
                  </a:lnTo>
                  <a:lnTo>
                    <a:pt x="5425958" y="4185195"/>
                  </a:lnTo>
                  <a:lnTo>
                    <a:pt x="5425958" y="4210050"/>
                  </a:lnTo>
                  <a:close/>
                </a:path>
                <a:path w="7673975" h="4210050">
                  <a:moveTo>
                    <a:pt x="5368808" y="4210050"/>
                  </a:moveTo>
                  <a:lnTo>
                    <a:pt x="5340233" y="4210050"/>
                  </a:lnTo>
                  <a:lnTo>
                    <a:pt x="5340233" y="4185195"/>
                  </a:lnTo>
                  <a:lnTo>
                    <a:pt x="5368808" y="4185195"/>
                  </a:lnTo>
                  <a:lnTo>
                    <a:pt x="5368808" y="4210050"/>
                  </a:lnTo>
                  <a:close/>
                </a:path>
                <a:path w="7673975" h="4210050">
                  <a:moveTo>
                    <a:pt x="5311658" y="4210050"/>
                  </a:moveTo>
                  <a:lnTo>
                    <a:pt x="5283083" y="4210050"/>
                  </a:lnTo>
                  <a:lnTo>
                    <a:pt x="5283083" y="4185195"/>
                  </a:lnTo>
                  <a:lnTo>
                    <a:pt x="5311658" y="4185195"/>
                  </a:lnTo>
                  <a:lnTo>
                    <a:pt x="5311658" y="4210050"/>
                  </a:lnTo>
                  <a:close/>
                </a:path>
                <a:path w="7673975" h="4210050">
                  <a:moveTo>
                    <a:pt x="5254508" y="4210050"/>
                  </a:moveTo>
                  <a:lnTo>
                    <a:pt x="5225933" y="4210050"/>
                  </a:lnTo>
                  <a:lnTo>
                    <a:pt x="5225933" y="4185195"/>
                  </a:lnTo>
                  <a:lnTo>
                    <a:pt x="5254508" y="4185195"/>
                  </a:lnTo>
                  <a:lnTo>
                    <a:pt x="5254508" y="4210050"/>
                  </a:lnTo>
                  <a:close/>
                </a:path>
                <a:path w="7673975" h="4210050">
                  <a:moveTo>
                    <a:pt x="5197358" y="4210050"/>
                  </a:moveTo>
                  <a:lnTo>
                    <a:pt x="5168783" y="4210050"/>
                  </a:lnTo>
                  <a:lnTo>
                    <a:pt x="5168783" y="4185195"/>
                  </a:lnTo>
                  <a:lnTo>
                    <a:pt x="5197358" y="4185195"/>
                  </a:lnTo>
                  <a:lnTo>
                    <a:pt x="5197358" y="4210050"/>
                  </a:lnTo>
                  <a:close/>
                </a:path>
                <a:path w="7673975" h="4210050">
                  <a:moveTo>
                    <a:pt x="5140208" y="4210050"/>
                  </a:moveTo>
                  <a:lnTo>
                    <a:pt x="5111633" y="4210050"/>
                  </a:lnTo>
                  <a:lnTo>
                    <a:pt x="5111633" y="4185195"/>
                  </a:lnTo>
                  <a:lnTo>
                    <a:pt x="5140208" y="4185195"/>
                  </a:lnTo>
                  <a:lnTo>
                    <a:pt x="5140208" y="4210050"/>
                  </a:lnTo>
                  <a:close/>
                </a:path>
                <a:path w="7673975" h="4210050">
                  <a:moveTo>
                    <a:pt x="5083058" y="4210050"/>
                  </a:moveTo>
                  <a:lnTo>
                    <a:pt x="5054483" y="4210050"/>
                  </a:lnTo>
                  <a:lnTo>
                    <a:pt x="5054483" y="4185195"/>
                  </a:lnTo>
                  <a:lnTo>
                    <a:pt x="5083058" y="4185195"/>
                  </a:lnTo>
                  <a:lnTo>
                    <a:pt x="5083058" y="4210050"/>
                  </a:lnTo>
                  <a:close/>
                </a:path>
                <a:path w="7673975" h="4210050">
                  <a:moveTo>
                    <a:pt x="5025908" y="4210050"/>
                  </a:moveTo>
                  <a:lnTo>
                    <a:pt x="4997333" y="4210050"/>
                  </a:lnTo>
                  <a:lnTo>
                    <a:pt x="4997333" y="4185195"/>
                  </a:lnTo>
                  <a:lnTo>
                    <a:pt x="5025908" y="4185195"/>
                  </a:lnTo>
                  <a:lnTo>
                    <a:pt x="5025908" y="4210050"/>
                  </a:lnTo>
                  <a:close/>
                </a:path>
                <a:path w="7673975" h="4210050">
                  <a:moveTo>
                    <a:pt x="4968758" y="4210050"/>
                  </a:moveTo>
                  <a:lnTo>
                    <a:pt x="4940183" y="4210050"/>
                  </a:lnTo>
                  <a:lnTo>
                    <a:pt x="4940183" y="4185195"/>
                  </a:lnTo>
                  <a:lnTo>
                    <a:pt x="4968758" y="4185195"/>
                  </a:lnTo>
                  <a:lnTo>
                    <a:pt x="4968758" y="4210050"/>
                  </a:lnTo>
                  <a:close/>
                </a:path>
                <a:path w="7673975" h="4210050">
                  <a:moveTo>
                    <a:pt x="4911608" y="4210050"/>
                  </a:moveTo>
                  <a:lnTo>
                    <a:pt x="4883033" y="4210050"/>
                  </a:lnTo>
                  <a:lnTo>
                    <a:pt x="4883033" y="4185195"/>
                  </a:lnTo>
                  <a:lnTo>
                    <a:pt x="4911608" y="4185195"/>
                  </a:lnTo>
                  <a:lnTo>
                    <a:pt x="4911608" y="4210050"/>
                  </a:lnTo>
                  <a:close/>
                </a:path>
                <a:path w="7673975" h="4210050">
                  <a:moveTo>
                    <a:pt x="4854458" y="4210050"/>
                  </a:moveTo>
                  <a:lnTo>
                    <a:pt x="4825883" y="4210050"/>
                  </a:lnTo>
                  <a:lnTo>
                    <a:pt x="4825883" y="4185195"/>
                  </a:lnTo>
                  <a:lnTo>
                    <a:pt x="4854458" y="4185195"/>
                  </a:lnTo>
                  <a:lnTo>
                    <a:pt x="4854458" y="4210050"/>
                  </a:lnTo>
                  <a:close/>
                </a:path>
                <a:path w="7673975" h="4210050">
                  <a:moveTo>
                    <a:pt x="4797308" y="4210050"/>
                  </a:moveTo>
                  <a:lnTo>
                    <a:pt x="4768733" y="4210050"/>
                  </a:lnTo>
                  <a:lnTo>
                    <a:pt x="4768733" y="4185195"/>
                  </a:lnTo>
                  <a:lnTo>
                    <a:pt x="4797308" y="4185195"/>
                  </a:lnTo>
                  <a:lnTo>
                    <a:pt x="4797308" y="4210050"/>
                  </a:lnTo>
                  <a:close/>
                </a:path>
                <a:path w="7673975" h="4210050">
                  <a:moveTo>
                    <a:pt x="4740158" y="4210050"/>
                  </a:moveTo>
                  <a:lnTo>
                    <a:pt x="4711583" y="4210050"/>
                  </a:lnTo>
                  <a:lnTo>
                    <a:pt x="4711583" y="4185195"/>
                  </a:lnTo>
                  <a:lnTo>
                    <a:pt x="4740158" y="4185195"/>
                  </a:lnTo>
                  <a:lnTo>
                    <a:pt x="4740158" y="4210050"/>
                  </a:lnTo>
                  <a:close/>
                </a:path>
                <a:path w="7673975" h="4210050">
                  <a:moveTo>
                    <a:pt x="4683008" y="4210050"/>
                  </a:moveTo>
                  <a:lnTo>
                    <a:pt x="4654433" y="4210050"/>
                  </a:lnTo>
                  <a:lnTo>
                    <a:pt x="4654433" y="4185195"/>
                  </a:lnTo>
                  <a:lnTo>
                    <a:pt x="4683008" y="4185195"/>
                  </a:lnTo>
                  <a:lnTo>
                    <a:pt x="4683008" y="4210050"/>
                  </a:lnTo>
                  <a:close/>
                </a:path>
                <a:path w="7673975" h="4210050">
                  <a:moveTo>
                    <a:pt x="4625858" y="4210050"/>
                  </a:moveTo>
                  <a:lnTo>
                    <a:pt x="4597283" y="4210050"/>
                  </a:lnTo>
                  <a:lnTo>
                    <a:pt x="4597283" y="4185195"/>
                  </a:lnTo>
                  <a:lnTo>
                    <a:pt x="4625858" y="4185195"/>
                  </a:lnTo>
                  <a:lnTo>
                    <a:pt x="4625858" y="4210050"/>
                  </a:lnTo>
                  <a:close/>
                </a:path>
                <a:path w="7673975" h="4210050">
                  <a:moveTo>
                    <a:pt x="4568708" y="4210050"/>
                  </a:moveTo>
                  <a:lnTo>
                    <a:pt x="4540133" y="4210050"/>
                  </a:lnTo>
                  <a:lnTo>
                    <a:pt x="4540133" y="4185195"/>
                  </a:lnTo>
                  <a:lnTo>
                    <a:pt x="4568708" y="4185195"/>
                  </a:lnTo>
                  <a:lnTo>
                    <a:pt x="4568708" y="4210050"/>
                  </a:lnTo>
                  <a:close/>
                </a:path>
                <a:path w="7673975" h="4210050">
                  <a:moveTo>
                    <a:pt x="4511558" y="4210050"/>
                  </a:moveTo>
                  <a:lnTo>
                    <a:pt x="4482983" y="4210050"/>
                  </a:lnTo>
                  <a:lnTo>
                    <a:pt x="4482983" y="4185195"/>
                  </a:lnTo>
                  <a:lnTo>
                    <a:pt x="4511558" y="4185195"/>
                  </a:lnTo>
                  <a:lnTo>
                    <a:pt x="4511558" y="4210050"/>
                  </a:lnTo>
                  <a:close/>
                </a:path>
                <a:path w="7673975" h="4210050">
                  <a:moveTo>
                    <a:pt x="4454408" y="4210050"/>
                  </a:moveTo>
                  <a:lnTo>
                    <a:pt x="4425833" y="4210050"/>
                  </a:lnTo>
                  <a:lnTo>
                    <a:pt x="4425833" y="4185195"/>
                  </a:lnTo>
                  <a:lnTo>
                    <a:pt x="4454408" y="4185195"/>
                  </a:lnTo>
                  <a:lnTo>
                    <a:pt x="4454408" y="4210050"/>
                  </a:lnTo>
                  <a:close/>
                </a:path>
                <a:path w="7673975" h="4210050">
                  <a:moveTo>
                    <a:pt x="4397258" y="4210050"/>
                  </a:moveTo>
                  <a:lnTo>
                    <a:pt x="4368683" y="4210050"/>
                  </a:lnTo>
                  <a:lnTo>
                    <a:pt x="4368683" y="4185195"/>
                  </a:lnTo>
                  <a:lnTo>
                    <a:pt x="4397258" y="4185195"/>
                  </a:lnTo>
                  <a:lnTo>
                    <a:pt x="4397258" y="4210050"/>
                  </a:lnTo>
                  <a:close/>
                </a:path>
                <a:path w="7673975" h="4210050">
                  <a:moveTo>
                    <a:pt x="4340108" y="4210050"/>
                  </a:moveTo>
                  <a:lnTo>
                    <a:pt x="4311533" y="4210050"/>
                  </a:lnTo>
                  <a:lnTo>
                    <a:pt x="4311533" y="4185195"/>
                  </a:lnTo>
                  <a:lnTo>
                    <a:pt x="4340108" y="4185195"/>
                  </a:lnTo>
                  <a:lnTo>
                    <a:pt x="4340108" y="4210050"/>
                  </a:lnTo>
                  <a:close/>
                </a:path>
                <a:path w="7673975" h="4210050">
                  <a:moveTo>
                    <a:pt x="4282958" y="4210050"/>
                  </a:moveTo>
                  <a:lnTo>
                    <a:pt x="4254383" y="4210050"/>
                  </a:lnTo>
                  <a:lnTo>
                    <a:pt x="4254383" y="4185195"/>
                  </a:lnTo>
                  <a:lnTo>
                    <a:pt x="4282958" y="4185195"/>
                  </a:lnTo>
                  <a:lnTo>
                    <a:pt x="4282958" y="4210050"/>
                  </a:lnTo>
                  <a:close/>
                </a:path>
                <a:path w="7673975" h="4210050">
                  <a:moveTo>
                    <a:pt x="4225808" y="4210050"/>
                  </a:moveTo>
                  <a:lnTo>
                    <a:pt x="4197233" y="4210050"/>
                  </a:lnTo>
                  <a:lnTo>
                    <a:pt x="4197233" y="4185195"/>
                  </a:lnTo>
                  <a:lnTo>
                    <a:pt x="4225808" y="4185195"/>
                  </a:lnTo>
                  <a:lnTo>
                    <a:pt x="4225808" y="4210050"/>
                  </a:lnTo>
                  <a:close/>
                </a:path>
                <a:path w="7673975" h="4210050">
                  <a:moveTo>
                    <a:pt x="4168658" y="4210050"/>
                  </a:moveTo>
                  <a:lnTo>
                    <a:pt x="4140083" y="4210050"/>
                  </a:lnTo>
                  <a:lnTo>
                    <a:pt x="4140083" y="4185195"/>
                  </a:lnTo>
                  <a:lnTo>
                    <a:pt x="4168658" y="4185195"/>
                  </a:lnTo>
                  <a:lnTo>
                    <a:pt x="4168658" y="4210050"/>
                  </a:lnTo>
                  <a:close/>
                </a:path>
                <a:path w="7673975" h="4210050">
                  <a:moveTo>
                    <a:pt x="4111508" y="4210050"/>
                  </a:moveTo>
                  <a:lnTo>
                    <a:pt x="4082933" y="4210050"/>
                  </a:lnTo>
                  <a:lnTo>
                    <a:pt x="4082933" y="4185195"/>
                  </a:lnTo>
                  <a:lnTo>
                    <a:pt x="4111508" y="4185195"/>
                  </a:lnTo>
                  <a:lnTo>
                    <a:pt x="4111508" y="4210050"/>
                  </a:lnTo>
                  <a:close/>
                </a:path>
                <a:path w="7673975" h="4210050">
                  <a:moveTo>
                    <a:pt x="4054358" y="4210050"/>
                  </a:moveTo>
                  <a:lnTo>
                    <a:pt x="4025783" y="4210050"/>
                  </a:lnTo>
                  <a:lnTo>
                    <a:pt x="4025783" y="4185195"/>
                  </a:lnTo>
                  <a:lnTo>
                    <a:pt x="4054358" y="4185195"/>
                  </a:lnTo>
                  <a:lnTo>
                    <a:pt x="4054358" y="4210050"/>
                  </a:lnTo>
                  <a:close/>
                </a:path>
                <a:path w="7673975" h="4210050">
                  <a:moveTo>
                    <a:pt x="3997208" y="4210050"/>
                  </a:moveTo>
                  <a:lnTo>
                    <a:pt x="3968633" y="4210050"/>
                  </a:lnTo>
                  <a:lnTo>
                    <a:pt x="3968633" y="4185195"/>
                  </a:lnTo>
                  <a:lnTo>
                    <a:pt x="3997208" y="4185195"/>
                  </a:lnTo>
                  <a:lnTo>
                    <a:pt x="3997208" y="4210050"/>
                  </a:lnTo>
                  <a:close/>
                </a:path>
                <a:path w="7673975" h="4210050">
                  <a:moveTo>
                    <a:pt x="3940058" y="4210050"/>
                  </a:moveTo>
                  <a:lnTo>
                    <a:pt x="3911483" y="4210050"/>
                  </a:lnTo>
                  <a:lnTo>
                    <a:pt x="3911483" y="4185195"/>
                  </a:lnTo>
                  <a:lnTo>
                    <a:pt x="3940058" y="4185195"/>
                  </a:lnTo>
                  <a:lnTo>
                    <a:pt x="3940058" y="4210050"/>
                  </a:lnTo>
                  <a:close/>
                </a:path>
                <a:path w="7673975" h="4210050">
                  <a:moveTo>
                    <a:pt x="3882908" y="4210050"/>
                  </a:moveTo>
                  <a:lnTo>
                    <a:pt x="3854333" y="4210050"/>
                  </a:lnTo>
                  <a:lnTo>
                    <a:pt x="3854333" y="4185195"/>
                  </a:lnTo>
                  <a:lnTo>
                    <a:pt x="3882908" y="4185195"/>
                  </a:lnTo>
                  <a:lnTo>
                    <a:pt x="3882908" y="4210050"/>
                  </a:lnTo>
                  <a:close/>
                </a:path>
                <a:path w="7673975" h="4210050">
                  <a:moveTo>
                    <a:pt x="3825758" y="4210050"/>
                  </a:moveTo>
                  <a:lnTo>
                    <a:pt x="3797183" y="4210050"/>
                  </a:lnTo>
                  <a:lnTo>
                    <a:pt x="3797183" y="4185195"/>
                  </a:lnTo>
                  <a:lnTo>
                    <a:pt x="3825758" y="4185195"/>
                  </a:lnTo>
                  <a:lnTo>
                    <a:pt x="3825758" y="4210050"/>
                  </a:lnTo>
                  <a:close/>
                </a:path>
                <a:path w="7673975" h="4210050">
                  <a:moveTo>
                    <a:pt x="3768608" y="4210050"/>
                  </a:moveTo>
                  <a:lnTo>
                    <a:pt x="3740033" y="4210050"/>
                  </a:lnTo>
                  <a:lnTo>
                    <a:pt x="3740033" y="4185195"/>
                  </a:lnTo>
                  <a:lnTo>
                    <a:pt x="3768608" y="4185195"/>
                  </a:lnTo>
                  <a:lnTo>
                    <a:pt x="3768608" y="4210050"/>
                  </a:lnTo>
                  <a:close/>
                </a:path>
                <a:path w="7673975" h="4210050">
                  <a:moveTo>
                    <a:pt x="3711458" y="4210050"/>
                  </a:moveTo>
                  <a:lnTo>
                    <a:pt x="3682883" y="4210050"/>
                  </a:lnTo>
                  <a:lnTo>
                    <a:pt x="3682883" y="4185195"/>
                  </a:lnTo>
                  <a:lnTo>
                    <a:pt x="3711458" y="4185195"/>
                  </a:lnTo>
                  <a:lnTo>
                    <a:pt x="3711458" y="4210050"/>
                  </a:lnTo>
                  <a:close/>
                </a:path>
                <a:path w="7673975" h="4210050">
                  <a:moveTo>
                    <a:pt x="3654308" y="4210050"/>
                  </a:moveTo>
                  <a:lnTo>
                    <a:pt x="3625733" y="4210050"/>
                  </a:lnTo>
                  <a:lnTo>
                    <a:pt x="3625733" y="4185195"/>
                  </a:lnTo>
                  <a:lnTo>
                    <a:pt x="3654308" y="4185195"/>
                  </a:lnTo>
                  <a:lnTo>
                    <a:pt x="3654308" y="4210050"/>
                  </a:lnTo>
                  <a:close/>
                </a:path>
                <a:path w="7673975" h="4210050">
                  <a:moveTo>
                    <a:pt x="3597158" y="4210050"/>
                  </a:moveTo>
                  <a:lnTo>
                    <a:pt x="3568583" y="4210050"/>
                  </a:lnTo>
                  <a:lnTo>
                    <a:pt x="3568583" y="4185195"/>
                  </a:lnTo>
                  <a:lnTo>
                    <a:pt x="3597158" y="4185195"/>
                  </a:lnTo>
                  <a:lnTo>
                    <a:pt x="3597158" y="4210050"/>
                  </a:lnTo>
                  <a:close/>
                </a:path>
                <a:path w="7673975" h="4210050">
                  <a:moveTo>
                    <a:pt x="3540008" y="4210050"/>
                  </a:moveTo>
                  <a:lnTo>
                    <a:pt x="3511433" y="4210050"/>
                  </a:lnTo>
                  <a:lnTo>
                    <a:pt x="3511433" y="4185195"/>
                  </a:lnTo>
                  <a:lnTo>
                    <a:pt x="3540008" y="4185195"/>
                  </a:lnTo>
                  <a:lnTo>
                    <a:pt x="3540008" y="4210050"/>
                  </a:lnTo>
                  <a:close/>
                </a:path>
                <a:path w="7673975" h="4210050">
                  <a:moveTo>
                    <a:pt x="3482858" y="4210050"/>
                  </a:moveTo>
                  <a:lnTo>
                    <a:pt x="3454283" y="4210050"/>
                  </a:lnTo>
                  <a:lnTo>
                    <a:pt x="3454283" y="4185195"/>
                  </a:lnTo>
                  <a:lnTo>
                    <a:pt x="3482858" y="4185195"/>
                  </a:lnTo>
                  <a:lnTo>
                    <a:pt x="3482858" y="4210050"/>
                  </a:lnTo>
                  <a:close/>
                </a:path>
                <a:path w="7673975" h="4210050">
                  <a:moveTo>
                    <a:pt x="3425708" y="4210050"/>
                  </a:moveTo>
                  <a:lnTo>
                    <a:pt x="3397133" y="4210050"/>
                  </a:lnTo>
                  <a:lnTo>
                    <a:pt x="3397133" y="4185195"/>
                  </a:lnTo>
                  <a:lnTo>
                    <a:pt x="3425708" y="4185195"/>
                  </a:lnTo>
                  <a:lnTo>
                    <a:pt x="3425708" y="4210050"/>
                  </a:lnTo>
                  <a:close/>
                </a:path>
                <a:path w="7673975" h="4210050">
                  <a:moveTo>
                    <a:pt x="3368558" y="4210050"/>
                  </a:moveTo>
                  <a:lnTo>
                    <a:pt x="3339983" y="4210050"/>
                  </a:lnTo>
                  <a:lnTo>
                    <a:pt x="3339983" y="4185195"/>
                  </a:lnTo>
                  <a:lnTo>
                    <a:pt x="3368558" y="4185195"/>
                  </a:lnTo>
                  <a:lnTo>
                    <a:pt x="3368558" y="4210050"/>
                  </a:lnTo>
                  <a:close/>
                </a:path>
                <a:path w="7673975" h="4210050">
                  <a:moveTo>
                    <a:pt x="3311408" y="4210050"/>
                  </a:moveTo>
                  <a:lnTo>
                    <a:pt x="3282832" y="4210050"/>
                  </a:lnTo>
                  <a:lnTo>
                    <a:pt x="3282832" y="4185195"/>
                  </a:lnTo>
                  <a:lnTo>
                    <a:pt x="3311408" y="4185195"/>
                  </a:lnTo>
                  <a:lnTo>
                    <a:pt x="3311408" y="4210050"/>
                  </a:lnTo>
                  <a:close/>
                </a:path>
                <a:path w="7673975" h="4210050">
                  <a:moveTo>
                    <a:pt x="3254258" y="4210050"/>
                  </a:moveTo>
                  <a:lnTo>
                    <a:pt x="3225682" y="4210050"/>
                  </a:lnTo>
                  <a:lnTo>
                    <a:pt x="3225682" y="4185195"/>
                  </a:lnTo>
                  <a:lnTo>
                    <a:pt x="3254258" y="4185195"/>
                  </a:lnTo>
                  <a:lnTo>
                    <a:pt x="3254258" y="4210050"/>
                  </a:lnTo>
                  <a:close/>
                </a:path>
                <a:path w="7673975" h="4210050">
                  <a:moveTo>
                    <a:pt x="3197108" y="4210050"/>
                  </a:moveTo>
                  <a:lnTo>
                    <a:pt x="3168533" y="4210050"/>
                  </a:lnTo>
                  <a:lnTo>
                    <a:pt x="3168533" y="4185195"/>
                  </a:lnTo>
                  <a:lnTo>
                    <a:pt x="3197108" y="4185195"/>
                  </a:lnTo>
                  <a:lnTo>
                    <a:pt x="3197108" y="4210050"/>
                  </a:lnTo>
                  <a:close/>
                </a:path>
                <a:path w="7673975" h="4210050">
                  <a:moveTo>
                    <a:pt x="3139958" y="4210050"/>
                  </a:moveTo>
                  <a:lnTo>
                    <a:pt x="3111383" y="4210050"/>
                  </a:lnTo>
                  <a:lnTo>
                    <a:pt x="3111383" y="4185195"/>
                  </a:lnTo>
                  <a:lnTo>
                    <a:pt x="3139958" y="4185195"/>
                  </a:lnTo>
                  <a:lnTo>
                    <a:pt x="3139958" y="4210050"/>
                  </a:lnTo>
                  <a:close/>
                </a:path>
                <a:path w="7673975" h="4210050">
                  <a:moveTo>
                    <a:pt x="3082808" y="4210050"/>
                  </a:moveTo>
                  <a:lnTo>
                    <a:pt x="3054233" y="4210050"/>
                  </a:lnTo>
                  <a:lnTo>
                    <a:pt x="3054233" y="4185195"/>
                  </a:lnTo>
                  <a:lnTo>
                    <a:pt x="3082808" y="4185195"/>
                  </a:lnTo>
                  <a:lnTo>
                    <a:pt x="3082808" y="4210050"/>
                  </a:lnTo>
                  <a:close/>
                </a:path>
                <a:path w="7673975" h="4210050">
                  <a:moveTo>
                    <a:pt x="3025658" y="4210050"/>
                  </a:moveTo>
                  <a:lnTo>
                    <a:pt x="2997083" y="4210050"/>
                  </a:lnTo>
                  <a:lnTo>
                    <a:pt x="2997083" y="4185195"/>
                  </a:lnTo>
                  <a:lnTo>
                    <a:pt x="3025658" y="4185195"/>
                  </a:lnTo>
                  <a:lnTo>
                    <a:pt x="3025658" y="4210050"/>
                  </a:lnTo>
                  <a:close/>
                </a:path>
                <a:path w="7673975" h="4210050">
                  <a:moveTo>
                    <a:pt x="2968508" y="4210050"/>
                  </a:moveTo>
                  <a:lnTo>
                    <a:pt x="2939933" y="4210050"/>
                  </a:lnTo>
                  <a:lnTo>
                    <a:pt x="2939933" y="4185195"/>
                  </a:lnTo>
                  <a:lnTo>
                    <a:pt x="2968508" y="4185195"/>
                  </a:lnTo>
                  <a:lnTo>
                    <a:pt x="2968508" y="4210050"/>
                  </a:lnTo>
                  <a:close/>
                </a:path>
                <a:path w="7673975" h="4210050">
                  <a:moveTo>
                    <a:pt x="2911358" y="4210050"/>
                  </a:moveTo>
                  <a:lnTo>
                    <a:pt x="2882783" y="4210050"/>
                  </a:lnTo>
                  <a:lnTo>
                    <a:pt x="2882783" y="4185195"/>
                  </a:lnTo>
                  <a:lnTo>
                    <a:pt x="2911358" y="4185195"/>
                  </a:lnTo>
                  <a:lnTo>
                    <a:pt x="2911358" y="4210050"/>
                  </a:lnTo>
                  <a:close/>
                </a:path>
                <a:path w="7673975" h="4210050">
                  <a:moveTo>
                    <a:pt x="2854208" y="4210050"/>
                  </a:moveTo>
                  <a:lnTo>
                    <a:pt x="2825633" y="4210050"/>
                  </a:lnTo>
                  <a:lnTo>
                    <a:pt x="2825633" y="4185195"/>
                  </a:lnTo>
                  <a:lnTo>
                    <a:pt x="2854208" y="4185195"/>
                  </a:lnTo>
                  <a:lnTo>
                    <a:pt x="2854208" y="4210050"/>
                  </a:lnTo>
                  <a:close/>
                </a:path>
                <a:path w="7673975" h="4210050">
                  <a:moveTo>
                    <a:pt x="2797058" y="4210050"/>
                  </a:moveTo>
                  <a:lnTo>
                    <a:pt x="2768483" y="4210050"/>
                  </a:lnTo>
                  <a:lnTo>
                    <a:pt x="2768483" y="4185195"/>
                  </a:lnTo>
                  <a:lnTo>
                    <a:pt x="2797058" y="4185195"/>
                  </a:lnTo>
                  <a:lnTo>
                    <a:pt x="2797058" y="4210050"/>
                  </a:lnTo>
                  <a:close/>
                </a:path>
                <a:path w="7673975" h="4210050">
                  <a:moveTo>
                    <a:pt x="2739908" y="4210050"/>
                  </a:moveTo>
                  <a:lnTo>
                    <a:pt x="2711333" y="4210050"/>
                  </a:lnTo>
                  <a:lnTo>
                    <a:pt x="2711333" y="4185195"/>
                  </a:lnTo>
                  <a:lnTo>
                    <a:pt x="2739908" y="4185195"/>
                  </a:lnTo>
                  <a:lnTo>
                    <a:pt x="2739908" y="4210050"/>
                  </a:lnTo>
                  <a:close/>
                </a:path>
                <a:path w="7673975" h="4210050">
                  <a:moveTo>
                    <a:pt x="2682758" y="4210050"/>
                  </a:moveTo>
                  <a:lnTo>
                    <a:pt x="2654183" y="4210050"/>
                  </a:lnTo>
                  <a:lnTo>
                    <a:pt x="2654183" y="4185195"/>
                  </a:lnTo>
                  <a:lnTo>
                    <a:pt x="2682758" y="4185195"/>
                  </a:lnTo>
                  <a:lnTo>
                    <a:pt x="2682758" y="4210050"/>
                  </a:lnTo>
                  <a:close/>
                </a:path>
                <a:path w="7673975" h="4210050">
                  <a:moveTo>
                    <a:pt x="2625608" y="4210050"/>
                  </a:moveTo>
                  <a:lnTo>
                    <a:pt x="2597033" y="4210050"/>
                  </a:lnTo>
                  <a:lnTo>
                    <a:pt x="2597033" y="4185195"/>
                  </a:lnTo>
                  <a:lnTo>
                    <a:pt x="2625608" y="4185195"/>
                  </a:lnTo>
                  <a:lnTo>
                    <a:pt x="2625608" y="4210050"/>
                  </a:lnTo>
                  <a:close/>
                </a:path>
                <a:path w="7673975" h="4210050">
                  <a:moveTo>
                    <a:pt x="2568458" y="4210050"/>
                  </a:moveTo>
                  <a:lnTo>
                    <a:pt x="2539883" y="4210050"/>
                  </a:lnTo>
                  <a:lnTo>
                    <a:pt x="2539883" y="4185195"/>
                  </a:lnTo>
                  <a:lnTo>
                    <a:pt x="2568458" y="4185195"/>
                  </a:lnTo>
                  <a:lnTo>
                    <a:pt x="2568458" y="4210050"/>
                  </a:lnTo>
                  <a:close/>
                </a:path>
                <a:path w="7673975" h="4210050">
                  <a:moveTo>
                    <a:pt x="2511308" y="4210050"/>
                  </a:moveTo>
                  <a:lnTo>
                    <a:pt x="2482733" y="4210050"/>
                  </a:lnTo>
                  <a:lnTo>
                    <a:pt x="2482733" y="4185195"/>
                  </a:lnTo>
                  <a:lnTo>
                    <a:pt x="2511308" y="4185195"/>
                  </a:lnTo>
                  <a:lnTo>
                    <a:pt x="2511308" y="4210050"/>
                  </a:lnTo>
                  <a:close/>
                </a:path>
                <a:path w="7673975" h="4210050">
                  <a:moveTo>
                    <a:pt x="2454158" y="4210050"/>
                  </a:moveTo>
                  <a:lnTo>
                    <a:pt x="2425583" y="4210050"/>
                  </a:lnTo>
                  <a:lnTo>
                    <a:pt x="2425583" y="4185195"/>
                  </a:lnTo>
                  <a:lnTo>
                    <a:pt x="2454158" y="4185195"/>
                  </a:lnTo>
                  <a:lnTo>
                    <a:pt x="2454158" y="4210050"/>
                  </a:lnTo>
                  <a:close/>
                </a:path>
                <a:path w="7673975" h="4210050">
                  <a:moveTo>
                    <a:pt x="2397008" y="4210050"/>
                  </a:moveTo>
                  <a:lnTo>
                    <a:pt x="2368433" y="4210050"/>
                  </a:lnTo>
                  <a:lnTo>
                    <a:pt x="2368433" y="4185195"/>
                  </a:lnTo>
                  <a:lnTo>
                    <a:pt x="2397008" y="4185195"/>
                  </a:lnTo>
                  <a:lnTo>
                    <a:pt x="2397008" y="4210050"/>
                  </a:lnTo>
                  <a:close/>
                </a:path>
                <a:path w="7673975" h="4210050">
                  <a:moveTo>
                    <a:pt x="2339858" y="4210050"/>
                  </a:moveTo>
                  <a:lnTo>
                    <a:pt x="2311283" y="4210050"/>
                  </a:lnTo>
                  <a:lnTo>
                    <a:pt x="2311283" y="4185195"/>
                  </a:lnTo>
                  <a:lnTo>
                    <a:pt x="2339858" y="4185195"/>
                  </a:lnTo>
                  <a:lnTo>
                    <a:pt x="2339858" y="4210050"/>
                  </a:lnTo>
                  <a:close/>
                </a:path>
                <a:path w="7673975" h="4210050">
                  <a:moveTo>
                    <a:pt x="2282708" y="4210050"/>
                  </a:moveTo>
                  <a:lnTo>
                    <a:pt x="2254133" y="4210050"/>
                  </a:lnTo>
                  <a:lnTo>
                    <a:pt x="2254133" y="4185195"/>
                  </a:lnTo>
                  <a:lnTo>
                    <a:pt x="2282708" y="4185195"/>
                  </a:lnTo>
                  <a:lnTo>
                    <a:pt x="2282708" y="4210050"/>
                  </a:lnTo>
                  <a:close/>
                </a:path>
                <a:path w="7673975" h="4210050">
                  <a:moveTo>
                    <a:pt x="2225558" y="4210050"/>
                  </a:moveTo>
                  <a:lnTo>
                    <a:pt x="2196983" y="4210050"/>
                  </a:lnTo>
                  <a:lnTo>
                    <a:pt x="2196983" y="4185195"/>
                  </a:lnTo>
                  <a:lnTo>
                    <a:pt x="2225558" y="4185195"/>
                  </a:lnTo>
                  <a:lnTo>
                    <a:pt x="2225558" y="4210050"/>
                  </a:lnTo>
                  <a:close/>
                </a:path>
                <a:path w="7673975" h="4210050">
                  <a:moveTo>
                    <a:pt x="2168408" y="4210050"/>
                  </a:moveTo>
                  <a:lnTo>
                    <a:pt x="2139833" y="4210050"/>
                  </a:lnTo>
                  <a:lnTo>
                    <a:pt x="2139833" y="4185195"/>
                  </a:lnTo>
                  <a:lnTo>
                    <a:pt x="2168408" y="4185195"/>
                  </a:lnTo>
                  <a:lnTo>
                    <a:pt x="2168408" y="4210050"/>
                  </a:lnTo>
                  <a:close/>
                </a:path>
                <a:path w="7673975" h="4210050">
                  <a:moveTo>
                    <a:pt x="2111258" y="4210050"/>
                  </a:moveTo>
                  <a:lnTo>
                    <a:pt x="2082683" y="4210050"/>
                  </a:lnTo>
                  <a:lnTo>
                    <a:pt x="2082683" y="4185195"/>
                  </a:lnTo>
                  <a:lnTo>
                    <a:pt x="2111258" y="4185195"/>
                  </a:lnTo>
                  <a:lnTo>
                    <a:pt x="2111258" y="4210050"/>
                  </a:lnTo>
                  <a:close/>
                </a:path>
                <a:path w="7673975" h="4210050">
                  <a:moveTo>
                    <a:pt x="2054108" y="4210050"/>
                  </a:moveTo>
                  <a:lnTo>
                    <a:pt x="2025533" y="4210050"/>
                  </a:lnTo>
                  <a:lnTo>
                    <a:pt x="2025533" y="4185195"/>
                  </a:lnTo>
                  <a:lnTo>
                    <a:pt x="2054108" y="4185195"/>
                  </a:lnTo>
                  <a:lnTo>
                    <a:pt x="2054108" y="4210050"/>
                  </a:lnTo>
                  <a:close/>
                </a:path>
                <a:path w="7673975" h="4210050">
                  <a:moveTo>
                    <a:pt x="1996958" y="4210050"/>
                  </a:moveTo>
                  <a:lnTo>
                    <a:pt x="1968383" y="4210050"/>
                  </a:lnTo>
                  <a:lnTo>
                    <a:pt x="1968383" y="4185195"/>
                  </a:lnTo>
                  <a:lnTo>
                    <a:pt x="1996958" y="4185195"/>
                  </a:lnTo>
                  <a:lnTo>
                    <a:pt x="1996958" y="4210050"/>
                  </a:lnTo>
                  <a:close/>
                </a:path>
                <a:path w="7673975" h="4210050">
                  <a:moveTo>
                    <a:pt x="1939808" y="4210050"/>
                  </a:moveTo>
                  <a:lnTo>
                    <a:pt x="1911233" y="4210050"/>
                  </a:lnTo>
                  <a:lnTo>
                    <a:pt x="1911233" y="4185195"/>
                  </a:lnTo>
                  <a:lnTo>
                    <a:pt x="1939808" y="4185195"/>
                  </a:lnTo>
                  <a:lnTo>
                    <a:pt x="1939808" y="4210050"/>
                  </a:lnTo>
                  <a:close/>
                </a:path>
                <a:path w="7673975" h="4210050">
                  <a:moveTo>
                    <a:pt x="1882658" y="4210050"/>
                  </a:moveTo>
                  <a:lnTo>
                    <a:pt x="1854083" y="4210050"/>
                  </a:lnTo>
                  <a:lnTo>
                    <a:pt x="1854083" y="4185195"/>
                  </a:lnTo>
                  <a:lnTo>
                    <a:pt x="1882658" y="4185195"/>
                  </a:lnTo>
                  <a:lnTo>
                    <a:pt x="1882658" y="4210050"/>
                  </a:lnTo>
                  <a:close/>
                </a:path>
                <a:path w="7673975" h="4210050">
                  <a:moveTo>
                    <a:pt x="1825508" y="4210050"/>
                  </a:moveTo>
                  <a:lnTo>
                    <a:pt x="1796933" y="4210050"/>
                  </a:lnTo>
                  <a:lnTo>
                    <a:pt x="1796933" y="4185195"/>
                  </a:lnTo>
                  <a:lnTo>
                    <a:pt x="1825508" y="4185195"/>
                  </a:lnTo>
                  <a:lnTo>
                    <a:pt x="1825508" y="4210050"/>
                  </a:lnTo>
                  <a:close/>
                </a:path>
                <a:path w="7673975" h="4210050">
                  <a:moveTo>
                    <a:pt x="1768358" y="4210050"/>
                  </a:moveTo>
                  <a:lnTo>
                    <a:pt x="1739783" y="4210050"/>
                  </a:lnTo>
                  <a:lnTo>
                    <a:pt x="1739783" y="4185195"/>
                  </a:lnTo>
                  <a:lnTo>
                    <a:pt x="1768358" y="4185195"/>
                  </a:lnTo>
                  <a:lnTo>
                    <a:pt x="1768358" y="4210050"/>
                  </a:lnTo>
                  <a:close/>
                </a:path>
                <a:path w="7673975" h="4210050">
                  <a:moveTo>
                    <a:pt x="1711208" y="4210050"/>
                  </a:moveTo>
                  <a:lnTo>
                    <a:pt x="1682633" y="4210050"/>
                  </a:lnTo>
                  <a:lnTo>
                    <a:pt x="1682633" y="4185195"/>
                  </a:lnTo>
                  <a:lnTo>
                    <a:pt x="1711208" y="4185195"/>
                  </a:lnTo>
                  <a:lnTo>
                    <a:pt x="1711208" y="4210050"/>
                  </a:lnTo>
                  <a:close/>
                </a:path>
                <a:path w="7673975" h="4210050">
                  <a:moveTo>
                    <a:pt x="1654058" y="4210050"/>
                  </a:moveTo>
                  <a:lnTo>
                    <a:pt x="1625483" y="4210050"/>
                  </a:lnTo>
                  <a:lnTo>
                    <a:pt x="1625483" y="4185195"/>
                  </a:lnTo>
                  <a:lnTo>
                    <a:pt x="1654058" y="4185195"/>
                  </a:lnTo>
                  <a:lnTo>
                    <a:pt x="1654058" y="4210050"/>
                  </a:lnTo>
                  <a:close/>
                </a:path>
                <a:path w="7673975" h="4210050">
                  <a:moveTo>
                    <a:pt x="1596908" y="4210050"/>
                  </a:moveTo>
                  <a:lnTo>
                    <a:pt x="1568333" y="4210050"/>
                  </a:lnTo>
                  <a:lnTo>
                    <a:pt x="1568333" y="4185195"/>
                  </a:lnTo>
                  <a:lnTo>
                    <a:pt x="1596908" y="4185195"/>
                  </a:lnTo>
                  <a:lnTo>
                    <a:pt x="1596908" y="4210050"/>
                  </a:lnTo>
                  <a:close/>
                </a:path>
                <a:path w="7673975" h="4210050">
                  <a:moveTo>
                    <a:pt x="1539758" y="4210050"/>
                  </a:moveTo>
                  <a:lnTo>
                    <a:pt x="1511183" y="4210050"/>
                  </a:lnTo>
                  <a:lnTo>
                    <a:pt x="1511183" y="4185195"/>
                  </a:lnTo>
                  <a:lnTo>
                    <a:pt x="1539758" y="4185195"/>
                  </a:lnTo>
                  <a:lnTo>
                    <a:pt x="1539758" y="4210050"/>
                  </a:lnTo>
                  <a:close/>
                </a:path>
                <a:path w="7673975" h="4210050">
                  <a:moveTo>
                    <a:pt x="1482608" y="4210050"/>
                  </a:moveTo>
                  <a:lnTo>
                    <a:pt x="1454033" y="4210050"/>
                  </a:lnTo>
                  <a:lnTo>
                    <a:pt x="1454033" y="4185195"/>
                  </a:lnTo>
                  <a:lnTo>
                    <a:pt x="1482608" y="4185195"/>
                  </a:lnTo>
                  <a:lnTo>
                    <a:pt x="1482608" y="4210050"/>
                  </a:lnTo>
                  <a:close/>
                </a:path>
                <a:path w="7673975" h="4210050">
                  <a:moveTo>
                    <a:pt x="1425458" y="4210050"/>
                  </a:moveTo>
                  <a:lnTo>
                    <a:pt x="1396883" y="4210050"/>
                  </a:lnTo>
                  <a:lnTo>
                    <a:pt x="1396883" y="4185195"/>
                  </a:lnTo>
                  <a:lnTo>
                    <a:pt x="1425458" y="4185195"/>
                  </a:lnTo>
                  <a:lnTo>
                    <a:pt x="1425458" y="4210050"/>
                  </a:lnTo>
                  <a:close/>
                </a:path>
                <a:path w="7673975" h="4210050">
                  <a:moveTo>
                    <a:pt x="1368308" y="4210050"/>
                  </a:moveTo>
                  <a:lnTo>
                    <a:pt x="1339733" y="4210050"/>
                  </a:lnTo>
                  <a:lnTo>
                    <a:pt x="1339733" y="4185195"/>
                  </a:lnTo>
                  <a:lnTo>
                    <a:pt x="1368308" y="4185195"/>
                  </a:lnTo>
                  <a:lnTo>
                    <a:pt x="1368308" y="4210050"/>
                  </a:lnTo>
                  <a:close/>
                </a:path>
                <a:path w="7673975" h="4210050">
                  <a:moveTo>
                    <a:pt x="1311158" y="4210050"/>
                  </a:moveTo>
                  <a:lnTo>
                    <a:pt x="1282583" y="4210050"/>
                  </a:lnTo>
                  <a:lnTo>
                    <a:pt x="1282583" y="4185195"/>
                  </a:lnTo>
                  <a:lnTo>
                    <a:pt x="1311158" y="4185195"/>
                  </a:lnTo>
                  <a:lnTo>
                    <a:pt x="1311158" y="4210050"/>
                  </a:lnTo>
                  <a:close/>
                </a:path>
                <a:path w="7673975" h="4210050">
                  <a:moveTo>
                    <a:pt x="1254008" y="4210050"/>
                  </a:moveTo>
                  <a:lnTo>
                    <a:pt x="1225433" y="4210050"/>
                  </a:lnTo>
                  <a:lnTo>
                    <a:pt x="1225433" y="4185195"/>
                  </a:lnTo>
                  <a:lnTo>
                    <a:pt x="1254008" y="4185195"/>
                  </a:lnTo>
                  <a:lnTo>
                    <a:pt x="1254008" y="4210050"/>
                  </a:lnTo>
                  <a:close/>
                </a:path>
                <a:path w="7673975" h="4210050">
                  <a:moveTo>
                    <a:pt x="1196858" y="4210050"/>
                  </a:moveTo>
                  <a:lnTo>
                    <a:pt x="1168283" y="4210050"/>
                  </a:lnTo>
                  <a:lnTo>
                    <a:pt x="1168283" y="4185195"/>
                  </a:lnTo>
                  <a:lnTo>
                    <a:pt x="1196858" y="4185195"/>
                  </a:lnTo>
                  <a:lnTo>
                    <a:pt x="1196858" y="4210050"/>
                  </a:lnTo>
                  <a:close/>
                </a:path>
                <a:path w="7673975" h="4210050">
                  <a:moveTo>
                    <a:pt x="1139708" y="4210050"/>
                  </a:moveTo>
                  <a:lnTo>
                    <a:pt x="1111133" y="4210050"/>
                  </a:lnTo>
                  <a:lnTo>
                    <a:pt x="1111133" y="4185195"/>
                  </a:lnTo>
                  <a:lnTo>
                    <a:pt x="1139708" y="4185195"/>
                  </a:lnTo>
                  <a:lnTo>
                    <a:pt x="1139708" y="4210050"/>
                  </a:lnTo>
                  <a:close/>
                </a:path>
                <a:path w="7673975" h="4210050">
                  <a:moveTo>
                    <a:pt x="1082558" y="4210050"/>
                  </a:moveTo>
                  <a:lnTo>
                    <a:pt x="1053983" y="4210050"/>
                  </a:lnTo>
                  <a:lnTo>
                    <a:pt x="1053983" y="4185195"/>
                  </a:lnTo>
                  <a:lnTo>
                    <a:pt x="1082558" y="4185195"/>
                  </a:lnTo>
                  <a:lnTo>
                    <a:pt x="1082558" y="4210050"/>
                  </a:lnTo>
                  <a:close/>
                </a:path>
                <a:path w="7673975" h="4210050">
                  <a:moveTo>
                    <a:pt x="1025408" y="4210050"/>
                  </a:moveTo>
                  <a:lnTo>
                    <a:pt x="996833" y="4210050"/>
                  </a:lnTo>
                  <a:lnTo>
                    <a:pt x="996833" y="4185195"/>
                  </a:lnTo>
                  <a:lnTo>
                    <a:pt x="1025408" y="4185195"/>
                  </a:lnTo>
                  <a:lnTo>
                    <a:pt x="1025408" y="4210050"/>
                  </a:lnTo>
                  <a:close/>
                </a:path>
                <a:path w="7673975" h="4210050">
                  <a:moveTo>
                    <a:pt x="968258" y="4210050"/>
                  </a:moveTo>
                  <a:lnTo>
                    <a:pt x="939683" y="4210050"/>
                  </a:lnTo>
                  <a:lnTo>
                    <a:pt x="939683" y="4185195"/>
                  </a:lnTo>
                  <a:lnTo>
                    <a:pt x="968258" y="4185195"/>
                  </a:lnTo>
                  <a:lnTo>
                    <a:pt x="968258" y="4210050"/>
                  </a:lnTo>
                  <a:close/>
                </a:path>
                <a:path w="7673975" h="4210050">
                  <a:moveTo>
                    <a:pt x="911108" y="4210050"/>
                  </a:moveTo>
                  <a:lnTo>
                    <a:pt x="882533" y="4210050"/>
                  </a:lnTo>
                  <a:lnTo>
                    <a:pt x="882533" y="4185195"/>
                  </a:lnTo>
                  <a:lnTo>
                    <a:pt x="911108" y="4185195"/>
                  </a:lnTo>
                  <a:lnTo>
                    <a:pt x="911108" y="4210050"/>
                  </a:lnTo>
                  <a:close/>
                </a:path>
                <a:path w="7673975" h="4210050">
                  <a:moveTo>
                    <a:pt x="853958" y="4210050"/>
                  </a:moveTo>
                  <a:lnTo>
                    <a:pt x="825383" y="4210050"/>
                  </a:lnTo>
                  <a:lnTo>
                    <a:pt x="825383" y="4185195"/>
                  </a:lnTo>
                  <a:lnTo>
                    <a:pt x="853958" y="4185195"/>
                  </a:lnTo>
                  <a:lnTo>
                    <a:pt x="853958" y="4210050"/>
                  </a:lnTo>
                  <a:close/>
                </a:path>
                <a:path w="7673975" h="4210050">
                  <a:moveTo>
                    <a:pt x="796808" y="4210050"/>
                  </a:moveTo>
                  <a:lnTo>
                    <a:pt x="768233" y="4210050"/>
                  </a:lnTo>
                  <a:lnTo>
                    <a:pt x="768233" y="4185195"/>
                  </a:lnTo>
                  <a:lnTo>
                    <a:pt x="796808" y="4185195"/>
                  </a:lnTo>
                  <a:lnTo>
                    <a:pt x="796808" y="4210050"/>
                  </a:lnTo>
                  <a:close/>
                </a:path>
                <a:path w="7673975" h="4210050">
                  <a:moveTo>
                    <a:pt x="739658" y="4210050"/>
                  </a:moveTo>
                  <a:lnTo>
                    <a:pt x="711083" y="4210050"/>
                  </a:lnTo>
                  <a:lnTo>
                    <a:pt x="711083" y="4185195"/>
                  </a:lnTo>
                  <a:lnTo>
                    <a:pt x="739658" y="4185195"/>
                  </a:lnTo>
                  <a:lnTo>
                    <a:pt x="739658" y="4210050"/>
                  </a:lnTo>
                  <a:close/>
                </a:path>
                <a:path w="7673975" h="4210050">
                  <a:moveTo>
                    <a:pt x="682508" y="4210050"/>
                  </a:moveTo>
                  <a:lnTo>
                    <a:pt x="653933" y="4210050"/>
                  </a:lnTo>
                  <a:lnTo>
                    <a:pt x="653933" y="4185195"/>
                  </a:lnTo>
                  <a:lnTo>
                    <a:pt x="682508" y="4185195"/>
                  </a:lnTo>
                  <a:lnTo>
                    <a:pt x="682508" y="4210050"/>
                  </a:lnTo>
                  <a:close/>
                </a:path>
                <a:path w="7673975" h="4210050">
                  <a:moveTo>
                    <a:pt x="625358" y="4210050"/>
                  </a:moveTo>
                  <a:lnTo>
                    <a:pt x="596783" y="4210050"/>
                  </a:lnTo>
                  <a:lnTo>
                    <a:pt x="596783" y="4185195"/>
                  </a:lnTo>
                  <a:lnTo>
                    <a:pt x="625358" y="4185195"/>
                  </a:lnTo>
                  <a:lnTo>
                    <a:pt x="625358" y="4210050"/>
                  </a:lnTo>
                  <a:close/>
                </a:path>
                <a:path w="7673975" h="4210050">
                  <a:moveTo>
                    <a:pt x="568208" y="4210050"/>
                  </a:moveTo>
                  <a:lnTo>
                    <a:pt x="539633" y="4210050"/>
                  </a:lnTo>
                  <a:lnTo>
                    <a:pt x="539633" y="4185195"/>
                  </a:lnTo>
                  <a:lnTo>
                    <a:pt x="568208" y="4185195"/>
                  </a:lnTo>
                  <a:lnTo>
                    <a:pt x="568208" y="4210050"/>
                  </a:lnTo>
                  <a:close/>
                </a:path>
                <a:path w="7673975" h="4210050">
                  <a:moveTo>
                    <a:pt x="511058" y="4210050"/>
                  </a:moveTo>
                  <a:lnTo>
                    <a:pt x="482483" y="4210050"/>
                  </a:lnTo>
                  <a:lnTo>
                    <a:pt x="482483" y="4185195"/>
                  </a:lnTo>
                  <a:lnTo>
                    <a:pt x="511058" y="4185195"/>
                  </a:lnTo>
                  <a:lnTo>
                    <a:pt x="511058" y="4210050"/>
                  </a:lnTo>
                  <a:close/>
                </a:path>
                <a:path w="7673975" h="4210050">
                  <a:moveTo>
                    <a:pt x="453908" y="4210050"/>
                  </a:moveTo>
                  <a:lnTo>
                    <a:pt x="425333" y="4210050"/>
                  </a:lnTo>
                  <a:lnTo>
                    <a:pt x="425333" y="4185195"/>
                  </a:lnTo>
                  <a:lnTo>
                    <a:pt x="453908" y="4185195"/>
                  </a:lnTo>
                  <a:lnTo>
                    <a:pt x="453908" y="4210050"/>
                  </a:lnTo>
                  <a:close/>
                </a:path>
                <a:path w="7673975" h="4210050">
                  <a:moveTo>
                    <a:pt x="396758" y="4210050"/>
                  </a:moveTo>
                  <a:lnTo>
                    <a:pt x="368183" y="4210050"/>
                  </a:lnTo>
                  <a:lnTo>
                    <a:pt x="368183" y="4185195"/>
                  </a:lnTo>
                  <a:lnTo>
                    <a:pt x="396758" y="4185195"/>
                  </a:lnTo>
                  <a:lnTo>
                    <a:pt x="396758" y="4210050"/>
                  </a:lnTo>
                  <a:close/>
                </a:path>
                <a:path w="7673975" h="4210050">
                  <a:moveTo>
                    <a:pt x="339608" y="4210050"/>
                  </a:moveTo>
                  <a:lnTo>
                    <a:pt x="311033" y="4210050"/>
                  </a:lnTo>
                  <a:lnTo>
                    <a:pt x="311033" y="4185195"/>
                  </a:lnTo>
                  <a:lnTo>
                    <a:pt x="339608" y="4185195"/>
                  </a:lnTo>
                  <a:lnTo>
                    <a:pt x="339608" y="4210050"/>
                  </a:lnTo>
                  <a:close/>
                </a:path>
                <a:path w="7673975" h="4210050">
                  <a:moveTo>
                    <a:pt x="282458" y="4210050"/>
                  </a:moveTo>
                  <a:lnTo>
                    <a:pt x="253883" y="4210050"/>
                  </a:lnTo>
                  <a:lnTo>
                    <a:pt x="253883" y="4185195"/>
                  </a:lnTo>
                  <a:lnTo>
                    <a:pt x="282458" y="4185195"/>
                  </a:lnTo>
                  <a:lnTo>
                    <a:pt x="282458" y="4210050"/>
                  </a:lnTo>
                  <a:close/>
                </a:path>
                <a:path w="7673975" h="4210050">
                  <a:moveTo>
                    <a:pt x="225308" y="4210050"/>
                  </a:moveTo>
                  <a:lnTo>
                    <a:pt x="196733" y="4210050"/>
                  </a:lnTo>
                  <a:lnTo>
                    <a:pt x="196733" y="4185195"/>
                  </a:lnTo>
                  <a:lnTo>
                    <a:pt x="225308" y="4185195"/>
                  </a:lnTo>
                  <a:lnTo>
                    <a:pt x="225308" y="4210050"/>
                  </a:lnTo>
                  <a:close/>
                </a:path>
                <a:path w="7673975" h="4210050">
                  <a:moveTo>
                    <a:pt x="168158" y="4210050"/>
                  </a:moveTo>
                  <a:lnTo>
                    <a:pt x="139661" y="4210050"/>
                  </a:lnTo>
                  <a:lnTo>
                    <a:pt x="143168" y="4185195"/>
                  </a:lnTo>
                  <a:lnTo>
                    <a:pt x="143230" y="4184759"/>
                  </a:lnTo>
                  <a:lnTo>
                    <a:pt x="143353" y="4183888"/>
                  </a:lnTo>
                  <a:lnTo>
                    <a:pt x="149531" y="4184759"/>
                  </a:lnTo>
                  <a:lnTo>
                    <a:pt x="155742" y="4185195"/>
                  </a:lnTo>
                  <a:lnTo>
                    <a:pt x="168158" y="4185195"/>
                  </a:lnTo>
                  <a:lnTo>
                    <a:pt x="168158" y="4210050"/>
                  </a:lnTo>
                  <a:close/>
                </a:path>
                <a:path w="7673975" h="4210050">
                  <a:moveTo>
                    <a:pt x="111691" y="4204992"/>
                  </a:moveTo>
                  <a:lnTo>
                    <a:pt x="100021" y="4201445"/>
                  </a:lnTo>
                  <a:lnTo>
                    <a:pt x="85592" y="4193742"/>
                  </a:lnTo>
                  <a:lnTo>
                    <a:pt x="98772" y="4169260"/>
                  </a:lnTo>
                  <a:lnTo>
                    <a:pt x="105701" y="4172990"/>
                  </a:lnTo>
                  <a:lnTo>
                    <a:pt x="112903" y="4176083"/>
                  </a:lnTo>
                  <a:lnTo>
                    <a:pt x="120379" y="4178539"/>
                  </a:lnTo>
                  <a:lnTo>
                    <a:pt x="111691" y="4204992"/>
                  </a:lnTo>
                  <a:close/>
                </a:path>
                <a:path w="7673975" h="4210050">
                  <a:moveTo>
                    <a:pt x="61758" y="4178044"/>
                  </a:moveTo>
                  <a:lnTo>
                    <a:pt x="47491" y="4166346"/>
                  </a:lnTo>
                  <a:lnTo>
                    <a:pt x="40823" y="4158214"/>
                  </a:lnTo>
                  <a:lnTo>
                    <a:pt x="61775" y="4139821"/>
                  </a:lnTo>
                  <a:lnTo>
                    <a:pt x="63679" y="4141991"/>
                  </a:lnTo>
                  <a:lnTo>
                    <a:pt x="65653" y="4144097"/>
                  </a:lnTo>
                  <a:lnTo>
                    <a:pt x="71290" y="4149733"/>
                  </a:lnTo>
                  <a:lnTo>
                    <a:pt x="75076" y="4153110"/>
                  </a:lnTo>
                  <a:lnTo>
                    <a:pt x="79054" y="4156270"/>
                  </a:lnTo>
                  <a:lnTo>
                    <a:pt x="61758" y="4178044"/>
                  </a:lnTo>
                  <a:close/>
                </a:path>
                <a:path w="7673975" h="4210050">
                  <a:moveTo>
                    <a:pt x="23800" y="4135184"/>
                  </a:moveTo>
                  <a:lnTo>
                    <a:pt x="12475" y="4113972"/>
                  </a:lnTo>
                  <a:lnTo>
                    <a:pt x="12391" y="4113815"/>
                  </a:lnTo>
                  <a:lnTo>
                    <a:pt x="11132" y="4109671"/>
                  </a:lnTo>
                  <a:lnTo>
                    <a:pt x="37473" y="4099574"/>
                  </a:lnTo>
                  <a:lnTo>
                    <a:pt x="40291" y="4106926"/>
                  </a:lnTo>
                  <a:lnTo>
                    <a:pt x="43655" y="4113815"/>
                  </a:lnTo>
                  <a:lnTo>
                    <a:pt x="43732" y="4113972"/>
                  </a:lnTo>
                  <a:lnTo>
                    <a:pt x="47797" y="4120713"/>
                  </a:lnTo>
                  <a:lnTo>
                    <a:pt x="23800" y="4135184"/>
                  </a:lnTo>
                  <a:close/>
                </a:path>
                <a:path w="7673975" h="4210050">
                  <a:moveTo>
                    <a:pt x="3073" y="4082277"/>
                  </a:moveTo>
                  <a:lnTo>
                    <a:pt x="175" y="4053591"/>
                  </a:lnTo>
                  <a:lnTo>
                    <a:pt x="28648" y="4053285"/>
                  </a:lnTo>
                  <a:lnTo>
                    <a:pt x="28734" y="4061238"/>
                  </a:lnTo>
                  <a:lnTo>
                    <a:pt x="29524" y="4069119"/>
                  </a:lnTo>
                  <a:lnTo>
                    <a:pt x="31019" y="4076926"/>
                  </a:lnTo>
                  <a:lnTo>
                    <a:pt x="3073" y="4082277"/>
                  </a:lnTo>
                  <a:close/>
                </a:path>
                <a:path w="7673975" h="4210050">
                  <a:moveTo>
                    <a:pt x="28641" y="4024984"/>
                  </a:moveTo>
                  <a:lnTo>
                    <a:pt x="0" y="4024984"/>
                  </a:lnTo>
                  <a:lnTo>
                    <a:pt x="0" y="3996409"/>
                  </a:lnTo>
                  <a:lnTo>
                    <a:pt x="28641" y="3996409"/>
                  </a:lnTo>
                  <a:lnTo>
                    <a:pt x="28641" y="4024984"/>
                  </a:lnTo>
                  <a:close/>
                </a:path>
                <a:path w="7673975" h="4210050">
                  <a:moveTo>
                    <a:pt x="28641" y="3967834"/>
                  </a:moveTo>
                  <a:lnTo>
                    <a:pt x="0" y="3967834"/>
                  </a:lnTo>
                  <a:lnTo>
                    <a:pt x="0" y="3939259"/>
                  </a:lnTo>
                  <a:lnTo>
                    <a:pt x="28641" y="3939259"/>
                  </a:lnTo>
                  <a:lnTo>
                    <a:pt x="28641" y="3967834"/>
                  </a:lnTo>
                  <a:close/>
                </a:path>
                <a:path w="7673975" h="4210050">
                  <a:moveTo>
                    <a:pt x="28641" y="3910684"/>
                  </a:moveTo>
                  <a:lnTo>
                    <a:pt x="0" y="3910684"/>
                  </a:lnTo>
                  <a:lnTo>
                    <a:pt x="0" y="3882109"/>
                  </a:lnTo>
                  <a:lnTo>
                    <a:pt x="28641" y="3882109"/>
                  </a:lnTo>
                  <a:lnTo>
                    <a:pt x="28641" y="3910684"/>
                  </a:lnTo>
                  <a:close/>
                </a:path>
                <a:path w="7673975" h="4210050">
                  <a:moveTo>
                    <a:pt x="28641" y="3853534"/>
                  </a:moveTo>
                  <a:lnTo>
                    <a:pt x="0" y="3853534"/>
                  </a:lnTo>
                  <a:lnTo>
                    <a:pt x="0" y="3824959"/>
                  </a:lnTo>
                  <a:lnTo>
                    <a:pt x="28641" y="3824959"/>
                  </a:lnTo>
                  <a:lnTo>
                    <a:pt x="28641" y="3853534"/>
                  </a:lnTo>
                  <a:close/>
                </a:path>
                <a:path w="7673975" h="4210050">
                  <a:moveTo>
                    <a:pt x="28641" y="3796384"/>
                  </a:moveTo>
                  <a:lnTo>
                    <a:pt x="0" y="3796384"/>
                  </a:lnTo>
                  <a:lnTo>
                    <a:pt x="0" y="3767809"/>
                  </a:lnTo>
                  <a:lnTo>
                    <a:pt x="28641" y="3767809"/>
                  </a:lnTo>
                  <a:lnTo>
                    <a:pt x="28641" y="3796384"/>
                  </a:lnTo>
                  <a:close/>
                </a:path>
                <a:path w="7673975" h="4210050">
                  <a:moveTo>
                    <a:pt x="28641" y="3739234"/>
                  </a:moveTo>
                  <a:lnTo>
                    <a:pt x="0" y="3739234"/>
                  </a:lnTo>
                  <a:lnTo>
                    <a:pt x="0" y="3710659"/>
                  </a:lnTo>
                  <a:lnTo>
                    <a:pt x="28641" y="3710659"/>
                  </a:lnTo>
                  <a:lnTo>
                    <a:pt x="28641" y="3739234"/>
                  </a:lnTo>
                  <a:close/>
                </a:path>
                <a:path w="7673975" h="4210050">
                  <a:moveTo>
                    <a:pt x="28641" y="3682084"/>
                  </a:moveTo>
                  <a:lnTo>
                    <a:pt x="0" y="3682084"/>
                  </a:lnTo>
                  <a:lnTo>
                    <a:pt x="0" y="3653509"/>
                  </a:lnTo>
                  <a:lnTo>
                    <a:pt x="28641" y="3653509"/>
                  </a:lnTo>
                  <a:lnTo>
                    <a:pt x="28641" y="3682084"/>
                  </a:lnTo>
                  <a:close/>
                </a:path>
                <a:path w="7673975" h="4210050">
                  <a:moveTo>
                    <a:pt x="28641" y="3624934"/>
                  </a:moveTo>
                  <a:lnTo>
                    <a:pt x="0" y="3624934"/>
                  </a:lnTo>
                  <a:lnTo>
                    <a:pt x="0" y="3596359"/>
                  </a:lnTo>
                  <a:lnTo>
                    <a:pt x="28641" y="3596359"/>
                  </a:lnTo>
                  <a:lnTo>
                    <a:pt x="28641" y="3624934"/>
                  </a:lnTo>
                  <a:close/>
                </a:path>
                <a:path w="7673975" h="4210050">
                  <a:moveTo>
                    <a:pt x="28641" y="3567784"/>
                  </a:moveTo>
                  <a:lnTo>
                    <a:pt x="0" y="3567784"/>
                  </a:lnTo>
                  <a:lnTo>
                    <a:pt x="0" y="3539209"/>
                  </a:lnTo>
                  <a:lnTo>
                    <a:pt x="28641" y="3539209"/>
                  </a:lnTo>
                  <a:lnTo>
                    <a:pt x="28641" y="3567784"/>
                  </a:lnTo>
                  <a:close/>
                </a:path>
                <a:path w="7673975" h="4210050">
                  <a:moveTo>
                    <a:pt x="28641" y="3510634"/>
                  </a:moveTo>
                  <a:lnTo>
                    <a:pt x="0" y="3510634"/>
                  </a:lnTo>
                  <a:lnTo>
                    <a:pt x="0" y="3482059"/>
                  </a:lnTo>
                  <a:lnTo>
                    <a:pt x="28641" y="3482059"/>
                  </a:lnTo>
                  <a:lnTo>
                    <a:pt x="28641" y="3510634"/>
                  </a:lnTo>
                  <a:close/>
                </a:path>
                <a:path w="7673975" h="4210050">
                  <a:moveTo>
                    <a:pt x="28641" y="3453484"/>
                  </a:moveTo>
                  <a:lnTo>
                    <a:pt x="0" y="3453484"/>
                  </a:lnTo>
                  <a:lnTo>
                    <a:pt x="0" y="3424909"/>
                  </a:lnTo>
                  <a:lnTo>
                    <a:pt x="28641" y="3424909"/>
                  </a:lnTo>
                  <a:lnTo>
                    <a:pt x="28641" y="3453484"/>
                  </a:lnTo>
                  <a:close/>
                </a:path>
                <a:path w="7673975" h="4210050">
                  <a:moveTo>
                    <a:pt x="28641" y="3396334"/>
                  </a:moveTo>
                  <a:lnTo>
                    <a:pt x="0" y="3396334"/>
                  </a:lnTo>
                  <a:lnTo>
                    <a:pt x="0" y="3367759"/>
                  </a:lnTo>
                  <a:lnTo>
                    <a:pt x="28641" y="3367759"/>
                  </a:lnTo>
                  <a:lnTo>
                    <a:pt x="28641" y="3396334"/>
                  </a:lnTo>
                  <a:close/>
                </a:path>
                <a:path w="7673975" h="4210050">
                  <a:moveTo>
                    <a:pt x="28641" y="3339184"/>
                  </a:moveTo>
                  <a:lnTo>
                    <a:pt x="0" y="3339184"/>
                  </a:lnTo>
                  <a:lnTo>
                    <a:pt x="0" y="3310609"/>
                  </a:lnTo>
                  <a:lnTo>
                    <a:pt x="28641" y="3310609"/>
                  </a:lnTo>
                  <a:lnTo>
                    <a:pt x="28641" y="3339184"/>
                  </a:lnTo>
                  <a:close/>
                </a:path>
                <a:path w="7673975" h="4210050">
                  <a:moveTo>
                    <a:pt x="28641" y="3282034"/>
                  </a:moveTo>
                  <a:lnTo>
                    <a:pt x="0" y="3282034"/>
                  </a:lnTo>
                  <a:lnTo>
                    <a:pt x="0" y="3253459"/>
                  </a:lnTo>
                  <a:lnTo>
                    <a:pt x="28641" y="3253459"/>
                  </a:lnTo>
                  <a:lnTo>
                    <a:pt x="28641" y="3282034"/>
                  </a:lnTo>
                  <a:close/>
                </a:path>
                <a:path w="7673975" h="4210050">
                  <a:moveTo>
                    <a:pt x="28641" y="3224884"/>
                  </a:moveTo>
                  <a:lnTo>
                    <a:pt x="0" y="3224884"/>
                  </a:lnTo>
                  <a:lnTo>
                    <a:pt x="0" y="3196309"/>
                  </a:lnTo>
                  <a:lnTo>
                    <a:pt x="28641" y="3196309"/>
                  </a:lnTo>
                  <a:lnTo>
                    <a:pt x="28641" y="3224884"/>
                  </a:lnTo>
                  <a:close/>
                </a:path>
                <a:path w="7673975" h="4210050">
                  <a:moveTo>
                    <a:pt x="28641" y="3167734"/>
                  </a:moveTo>
                  <a:lnTo>
                    <a:pt x="0" y="3167734"/>
                  </a:lnTo>
                  <a:lnTo>
                    <a:pt x="0" y="3139159"/>
                  </a:lnTo>
                  <a:lnTo>
                    <a:pt x="28641" y="3139159"/>
                  </a:lnTo>
                  <a:lnTo>
                    <a:pt x="28641" y="3167734"/>
                  </a:lnTo>
                  <a:close/>
                </a:path>
                <a:path w="7673975" h="4210050">
                  <a:moveTo>
                    <a:pt x="28641" y="3110584"/>
                  </a:moveTo>
                  <a:lnTo>
                    <a:pt x="0" y="3110584"/>
                  </a:lnTo>
                  <a:lnTo>
                    <a:pt x="0" y="3082009"/>
                  </a:lnTo>
                  <a:lnTo>
                    <a:pt x="28641" y="3082009"/>
                  </a:lnTo>
                  <a:lnTo>
                    <a:pt x="28641" y="3110584"/>
                  </a:lnTo>
                  <a:close/>
                </a:path>
                <a:path w="7673975" h="4210050">
                  <a:moveTo>
                    <a:pt x="28641" y="3053434"/>
                  </a:moveTo>
                  <a:lnTo>
                    <a:pt x="0" y="3053434"/>
                  </a:lnTo>
                  <a:lnTo>
                    <a:pt x="0" y="3024859"/>
                  </a:lnTo>
                  <a:lnTo>
                    <a:pt x="28641" y="3024859"/>
                  </a:lnTo>
                  <a:lnTo>
                    <a:pt x="28641" y="3053434"/>
                  </a:lnTo>
                  <a:close/>
                </a:path>
                <a:path w="7673975" h="4210050">
                  <a:moveTo>
                    <a:pt x="28641" y="2996284"/>
                  </a:moveTo>
                  <a:lnTo>
                    <a:pt x="0" y="2996284"/>
                  </a:lnTo>
                  <a:lnTo>
                    <a:pt x="0" y="2967709"/>
                  </a:lnTo>
                  <a:lnTo>
                    <a:pt x="28641" y="2967709"/>
                  </a:lnTo>
                  <a:lnTo>
                    <a:pt x="28641" y="2996284"/>
                  </a:lnTo>
                  <a:close/>
                </a:path>
                <a:path w="7673975" h="4210050">
                  <a:moveTo>
                    <a:pt x="28641" y="2939134"/>
                  </a:moveTo>
                  <a:lnTo>
                    <a:pt x="0" y="2939134"/>
                  </a:lnTo>
                  <a:lnTo>
                    <a:pt x="0" y="2910559"/>
                  </a:lnTo>
                  <a:lnTo>
                    <a:pt x="28641" y="2910559"/>
                  </a:lnTo>
                  <a:lnTo>
                    <a:pt x="28641" y="2939134"/>
                  </a:lnTo>
                  <a:close/>
                </a:path>
                <a:path w="7673975" h="4210050">
                  <a:moveTo>
                    <a:pt x="28641" y="2881984"/>
                  </a:moveTo>
                  <a:lnTo>
                    <a:pt x="0" y="2881984"/>
                  </a:lnTo>
                  <a:lnTo>
                    <a:pt x="0" y="2853409"/>
                  </a:lnTo>
                  <a:lnTo>
                    <a:pt x="28641" y="2853409"/>
                  </a:lnTo>
                  <a:lnTo>
                    <a:pt x="28641" y="2881984"/>
                  </a:lnTo>
                  <a:close/>
                </a:path>
                <a:path w="7673975" h="4210050">
                  <a:moveTo>
                    <a:pt x="28641" y="2824834"/>
                  </a:moveTo>
                  <a:lnTo>
                    <a:pt x="0" y="2824834"/>
                  </a:lnTo>
                  <a:lnTo>
                    <a:pt x="0" y="2796259"/>
                  </a:lnTo>
                  <a:lnTo>
                    <a:pt x="28641" y="2796259"/>
                  </a:lnTo>
                  <a:lnTo>
                    <a:pt x="28641" y="2824834"/>
                  </a:lnTo>
                  <a:close/>
                </a:path>
                <a:path w="7673975" h="4210050">
                  <a:moveTo>
                    <a:pt x="28641" y="2767684"/>
                  </a:moveTo>
                  <a:lnTo>
                    <a:pt x="0" y="2767684"/>
                  </a:lnTo>
                  <a:lnTo>
                    <a:pt x="0" y="2739109"/>
                  </a:lnTo>
                  <a:lnTo>
                    <a:pt x="28641" y="2739109"/>
                  </a:lnTo>
                  <a:lnTo>
                    <a:pt x="28641" y="2767684"/>
                  </a:lnTo>
                  <a:close/>
                </a:path>
                <a:path w="7673975" h="4210050">
                  <a:moveTo>
                    <a:pt x="28641" y="2710534"/>
                  </a:moveTo>
                  <a:lnTo>
                    <a:pt x="0" y="2710534"/>
                  </a:lnTo>
                  <a:lnTo>
                    <a:pt x="0" y="2681959"/>
                  </a:lnTo>
                  <a:lnTo>
                    <a:pt x="28641" y="2681959"/>
                  </a:lnTo>
                  <a:lnTo>
                    <a:pt x="28641" y="2710534"/>
                  </a:lnTo>
                  <a:close/>
                </a:path>
                <a:path w="7673975" h="4210050">
                  <a:moveTo>
                    <a:pt x="28641" y="2653384"/>
                  </a:moveTo>
                  <a:lnTo>
                    <a:pt x="0" y="2653384"/>
                  </a:lnTo>
                  <a:lnTo>
                    <a:pt x="0" y="2624809"/>
                  </a:lnTo>
                  <a:lnTo>
                    <a:pt x="28641" y="2624809"/>
                  </a:lnTo>
                  <a:lnTo>
                    <a:pt x="28641" y="2653384"/>
                  </a:lnTo>
                  <a:close/>
                </a:path>
                <a:path w="7673975" h="4210050">
                  <a:moveTo>
                    <a:pt x="28641" y="2596234"/>
                  </a:moveTo>
                  <a:lnTo>
                    <a:pt x="0" y="2596234"/>
                  </a:lnTo>
                  <a:lnTo>
                    <a:pt x="0" y="2567659"/>
                  </a:lnTo>
                  <a:lnTo>
                    <a:pt x="28641" y="2567659"/>
                  </a:lnTo>
                  <a:lnTo>
                    <a:pt x="28641" y="2596234"/>
                  </a:lnTo>
                  <a:close/>
                </a:path>
                <a:path w="7673975" h="4210050">
                  <a:moveTo>
                    <a:pt x="28641" y="2539084"/>
                  </a:moveTo>
                  <a:lnTo>
                    <a:pt x="0" y="2539084"/>
                  </a:lnTo>
                  <a:lnTo>
                    <a:pt x="0" y="2510509"/>
                  </a:lnTo>
                  <a:lnTo>
                    <a:pt x="28641" y="2510509"/>
                  </a:lnTo>
                  <a:lnTo>
                    <a:pt x="28641" y="2539084"/>
                  </a:lnTo>
                  <a:close/>
                </a:path>
                <a:path w="7673975" h="4210050">
                  <a:moveTo>
                    <a:pt x="28641" y="2481934"/>
                  </a:moveTo>
                  <a:lnTo>
                    <a:pt x="0" y="2481934"/>
                  </a:lnTo>
                  <a:lnTo>
                    <a:pt x="0" y="2453359"/>
                  </a:lnTo>
                  <a:lnTo>
                    <a:pt x="28641" y="2453359"/>
                  </a:lnTo>
                  <a:lnTo>
                    <a:pt x="28641" y="2481934"/>
                  </a:lnTo>
                  <a:close/>
                </a:path>
                <a:path w="7673975" h="4210050">
                  <a:moveTo>
                    <a:pt x="28641" y="2424784"/>
                  </a:moveTo>
                  <a:lnTo>
                    <a:pt x="0" y="2424784"/>
                  </a:lnTo>
                  <a:lnTo>
                    <a:pt x="0" y="2396209"/>
                  </a:lnTo>
                  <a:lnTo>
                    <a:pt x="28641" y="2396209"/>
                  </a:lnTo>
                  <a:lnTo>
                    <a:pt x="28641" y="2424784"/>
                  </a:lnTo>
                  <a:close/>
                </a:path>
                <a:path w="7673975" h="4210050">
                  <a:moveTo>
                    <a:pt x="28641" y="2367634"/>
                  </a:moveTo>
                  <a:lnTo>
                    <a:pt x="0" y="2367634"/>
                  </a:lnTo>
                  <a:lnTo>
                    <a:pt x="0" y="2339059"/>
                  </a:lnTo>
                  <a:lnTo>
                    <a:pt x="28641" y="2339059"/>
                  </a:lnTo>
                  <a:lnTo>
                    <a:pt x="28641" y="2367634"/>
                  </a:lnTo>
                  <a:close/>
                </a:path>
                <a:path w="7673975" h="4210050">
                  <a:moveTo>
                    <a:pt x="28641" y="2310484"/>
                  </a:moveTo>
                  <a:lnTo>
                    <a:pt x="0" y="2310484"/>
                  </a:lnTo>
                  <a:lnTo>
                    <a:pt x="0" y="2281909"/>
                  </a:lnTo>
                  <a:lnTo>
                    <a:pt x="28641" y="2281909"/>
                  </a:lnTo>
                  <a:lnTo>
                    <a:pt x="28641" y="2310484"/>
                  </a:lnTo>
                  <a:close/>
                </a:path>
                <a:path w="7673975" h="4210050">
                  <a:moveTo>
                    <a:pt x="28641" y="2253334"/>
                  </a:moveTo>
                  <a:lnTo>
                    <a:pt x="0" y="2253334"/>
                  </a:lnTo>
                  <a:lnTo>
                    <a:pt x="0" y="2224759"/>
                  </a:lnTo>
                  <a:lnTo>
                    <a:pt x="28641" y="2224759"/>
                  </a:lnTo>
                  <a:lnTo>
                    <a:pt x="28641" y="2253334"/>
                  </a:lnTo>
                  <a:close/>
                </a:path>
                <a:path w="7673975" h="4210050">
                  <a:moveTo>
                    <a:pt x="28641" y="2196184"/>
                  </a:moveTo>
                  <a:lnTo>
                    <a:pt x="0" y="2196184"/>
                  </a:lnTo>
                  <a:lnTo>
                    <a:pt x="0" y="2167609"/>
                  </a:lnTo>
                  <a:lnTo>
                    <a:pt x="28641" y="2167609"/>
                  </a:lnTo>
                  <a:lnTo>
                    <a:pt x="28641" y="2196184"/>
                  </a:lnTo>
                  <a:close/>
                </a:path>
                <a:path w="7673975" h="4210050">
                  <a:moveTo>
                    <a:pt x="28641" y="2139034"/>
                  </a:moveTo>
                  <a:lnTo>
                    <a:pt x="0" y="2139034"/>
                  </a:lnTo>
                  <a:lnTo>
                    <a:pt x="0" y="2110459"/>
                  </a:lnTo>
                  <a:lnTo>
                    <a:pt x="28641" y="2110459"/>
                  </a:lnTo>
                  <a:lnTo>
                    <a:pt x="28641" y="2139034"/>
                  </a:lnTo>
                  <a:close/>
                </a:path>
                <a:path w="7673975" h="4210050">
                  <a:moveTo>
                    <a:pt x="28641" y="2081884"/>
                  </a:moveTo>
                  <a:lnTo>
                    <a:pt x="0" y="2081884"/>
                  </a:lnTo>
                  <a:lnTo>
                    <a:pt x="0" y="2053309"/>
                  </a:lnTo>
                  <a:lnTo>
                    <a:pt x="28641" y="2053309"/>
                  </a:lnTo>
                  <a:lnTo>
                    <a:pt x="28641" y="2081884"/>
                  </a:lnTo>
                  <a:close/>
                </a:path>
                <a:path w="7673975" h="4210050">
                  <a:moveTo>
                    <a:pt x="28641" y="2024734"/>
                  </a:moveTo>
                  <a:lnTo>
                    <a:pt x="0" y="2024734"/>
                  </a:lnTo>
                  <a:lnTo>
                    <a:pt x="0" y="1996159"/>
                  </a:lnTo>
                  <a:lnTo>
                    <a:pt x="28641" y="1996159"/>
                  </a:lnTo>
                  <a:lnTo>
                    <a:pt x="28641" y="2024734"/>
                  </a:lnTo>
                  <a:close/>
                </a:path>
                <a:path w="7673975" h="4210050">
                  <a:moveTo>
                    <a:pt x="28641" y="1967584"/>
                  </a:moveTo>
                  <a:lnTo>
                    <a:pt x="0" y="1967584"/>
                  </a:lnTo>
                  <a:lnTo>
                    <a:pt x="0" y="1939009"/>
                  </a:lnTo>
                  <a:lnTo>
                    <a:pt x="28641" y="1939009"/>
                  </a:lnTo>
                  <a:lnTo>
                    <a:pt x="28641" y="1967584"/>
                  </a:lnTo>
                  <a:close/>
                </a:path>
                <a:path w="7673975" h="4210050">
                  <a:moveTo>
                    <a:pt x="28641" y="1910434"/>
                  </a:moveTo>
                  <a:lnTo>
                    <a:pt x="0" y="1910434"/>
                  </a:lnTo>
                  <a:lnTo>
                    <a:pt x="0" y="1881859"/>
                  </a:lnTo>
                  <a:lnTo>
                    <a:pt x="28641" y="1881859"/>
                  </a:lnTo>
                  <a:lnTo>
                    <a:pt x="28641" y="1910434"/>
                  </a:lnTo>
                  <a:close/>
                </a:path>
                <a:path w="7673975" h="4210050">
                  <a:moveTo>
                    <a:pt x="28641" y="1853284"/>
                  </a:moveTo>
                  <a:lnTo>
                    <a:pt x="0" y="1853284"/>
                  </a:lnTo>
                  <a:lnTo>
                    <a:pt x="0" y="1824709"/>
                  </a:lnTo>
                  <a:lnTo>
                    <a:pt x="28641" y="1824709"/>
                  </a:lnTo>
                  <a:lnTo>
                    <a:pt x="28641" y="1853284"/>
                  </a:lnTo>
                  <a:close/>
                </a:path>
                <a:path w="7673975" h="4210050">
                  <a:moveTo>
                    <a:pt x="28641" y="1796134"/>
                  </a:moveTo>
                  <a:lnTo>
                    <a:pt x="0" y="1796134"/>
                  </a:lnTo>
                  <a:lnTo>
                    <a:pt x="0" y="1767559"/>
                  </a:lnTo>
                  <a:lnTo>
                    <a:pt x="28641" y="1767559"/>
                  </a:lnTo>
                  <a:lnTo>
                    <a:pt x="28641" y="1796134"/>
                  </a:lnTo>
                  <a:close/>
                </a:path>
                <a:path w="7673975" h="4210050">
                  <a:moveTo>
                    <a:pt x="28641" y="1738984"/>
                  </a:moveTo>
                  <a:lnTo>
                    <a:pt x="0" y="1738984"/>
                  </a:lnTo>
                  <a:lnTo>
                    <a:pt x="0" y="1710409"/>
                  </a:lnTo>
                  <a:lnTo>
                    <a:pt x="28641" y="1710409"/>
                  </a:lnTo>
                  <a:lnTo>
                    <a:pt x="28641" y="1738984"/>
                  </a:lnTo>
                  <a:close/>
                </a:path>
                <a:path w="7673975" h="4210050">
                  <a:moveTo>
                    <a:pt x="28641" y="1681834"/>
                  </a:moveTo>
                  <a:lnTo>
                    <a:pt x="0" y="1681834"/>
                  </a:lnTo>
                  <a:lnTo>
                    <a:pt x="0" y="1653259"/>
                  </a:lnTo>
                  <a:lnTo>
                    <a:pt x="28641" y="1653259"/>
                  </a:lnTo>
                  <a:lnTo>
                    <a:pt x="28641" y="1681834"/>
                  </a:lnTo>
                  <a:close/>
                </a:path>
                <a:path w="7673975" h="4210050">
                  <a:moveTo>
                    <a:pt x="28641" y="1624684"/>
                  </a:moveTo>
                  <a:lnTo>
                    <a:pt x="0" y="1624684"/>
                  </a:lnTo>
                  <a:lnTo>
                    <a:pt x="0" y="1596109"/>
                  </a:lnTo>
                  <a:lnTo>
                    <a:pt x="28641" y="1596109"/>
                  </a:lnTo>
                  <a:lnTo>
                    <a:pt x="28641" y="1624684"/>
                  </a:lnTo>
                  <a:close/>
                </a:path>
                <a:path w="7673975" h="4210050">
                  <a:moveTo>
                    <a:pt x="28641" y="1567534"/>
                  </a:moveTo>
                  <a:lnTo>
                    <a:pt x="0" y="1567534"/>
                  </a:lnTo>
                  <a:lnTo>
                    <a:pt x="0" y="1538959"/>
                  </a:lnTo>
                  <a:lnTo>
                    <a:pt x="28641" y="1538959"/>
                  </a:lnTo>
                  <a:lnTo>
                    <a:pt x="28641" y="1567534"/>
                  </a:lnTo>
                  <a:close/>
                </a:path>
                <a:path w="7673975" h="4210050">
                  <a:moveTo>
                    <a:pt x="28641" y="1510384"/>
                  </a:moveTo>
                  <a:lnTo>
                    <a:pt x="0" y="1510384"/>
                  </a:lnTo>
                  <a:lnTo>
                    <a:pt x="0" y="1481809"/>
                  </a:lnTo>
                  <a:lnTo>
                    <a:pt x="28641" y="1481809"/>
                  </a:lnTo>
                  <a:lnTo>
                    <a:pt x="28641" y="1510384"/>
                  </a:lnTo>
                  <a:close/>
                </a:path>
                <a:path w="7673975" h="4210050">
                  <a:moveTo>
                    <a:pt x="28641" y="1453234"/>
                  </a:moveTo>
                  <a:lnTo>
                    <a:pt x="0" y="1453234"/>
                  </a:lnTo>
                  <a:lnTo>
                    <a:pt x="0" y="1424659"/>
                  </a:lnTo>
                  <a:lnTo>
                    <a:pt x="28641" y="1424659"/>
                  </a:lnTo>
                  <a:lnTo>
                    <a:pt x="28641" y="1453234"/>
                  </a:lnTo>
                  <a:close/>
                </a:path>
                <a:path w="7673975" h="4210050">
                  <a:moveTo>
                    <a:pt x="28641" y="1396084"/>
                  </a:moveTo>
                  <a:lnTo>
                    <a:pt x="0" y="1396084"/>
                  </a:lnTo>
                  <a:lnTo>
                    <a:pt x="0" y="1367509"/>
                  </a:lnTo>
                  <a:lnTo>
                    <a:pt x="28641" y="1367509"/>
                  </a:lnTo>
                  <a:lnTo>
                    <a:pt x="28641" y="1396084"/>
                  </a:lnTo>
                  <a:close/>
                </a:path>
                <a:path w="7673975" h="4210050">
                  <a:moveTo>
                    <a:pt x="28641" y="1338934"/>
                  </a:moveTo>
                  <a:lnTo>
                    <a:pt x="0" y="1338934"/>
                  </a:lnTo>
                  <a:lnTo>
                    <a:pt x="0" y="1310359"/>
                  </a:lnTo>
                  <a:lnTo>
                    <a:pt x="28641" y="1310359"/>
                  </a:lnTo>
                  <a:lnTo>
                    <a:pt x="28641" y="1338934"/>
                  </a:lnTo>
                  <a:close/>
                </a:path>
                <a:path w="7673975" h="4210050">
                  <a:moveTo>
                    <a:pt x="28641" y="1281784"/>
                  </a:moveTo>
                  <a:lnTo>
                    <a:pt x="0" y="1281784"/>
                  </a:lnTo>
                  <a:lnTo>
                    <a:pt x="0" y="1253209"/>
                  </a:lnTo>
                  <a:lnTo>
                    <a:pt x="28641" y="1253209"/>
                  </a:lnTo>
                  <a:lnTo>
                    <a:pt x="28641" y="1281784"/>
                  </a:lnTo>
                  <a:close/>
                </a:path>
                <a:path w="7673975" h="4210050">
                  <a:moveTo>
                    <a:pt x="28641" y="1224634"/>
                  </a:moveTo>
                  <a:lnTo>
                    <a:pt x="0" y="1224634"/>
                  </a:lnTo>
                  <a:lnTo>
                    <a:pt x="0" y="1196059"/>
                  </a:lnTo>
                  <a:lnTo>
                    <a:pt x="28641" y="1196059"/>
                  </a:lnTo>
                  <a:lnTo>
                    <a:pt x="28641" y="1224634"/>
                  </a:lnTo>
                  <a:close/>
                </a:path>
                <a:path w="7673975" h="4210050">
                  <a:moveTo>
                    <a:pt x="28641" y="1167484"/>
                  </a:moveTo>
                  <a:lnTo>
                    <a:pt x="0" y="1167484"/>
                  </a:lnTo>
                  <a:lnTo>
                    <a:pt x="0" y="1138909"/>
                  </a:lnTo>
                  <a:lnTo>
                    <a:pt x="28641" y="1138909"/>
                  </a:lnTo>
                  <a:lnTo>
                    <a:pt x="28641" y="1167484"/>
                  </a:lnTo>
                  <a:close/>
                </a:path>
                <a:path w="7673975" h="4210050">
                  <a:moveTo>
                    <a:pt x="28641" y="1110334"/>
                  </a:moveTo>
                  <a:lnTo>
                    <a:pt x="0" y="1110334"/>
                  </a:lnTo>
                  <a:lnTo>
                    <a:pt x="0" y="1081759"/>
                  </a:lnTo>
                  <a:lnTo>
                    <a:pt x="28641" y="1081759"/>
                  </a:lnTo>
                  <a:lnTo>
                    <a:pt x="28641" y="1110334"/>
                  </a:lnTo>
                  <a:close/>
                </a:path>
                <a:path w="7673975" h="4210050">
                  <a:moveTo>
                    <a:pt x="28641" y="1053183"/>
                  </a:moveTo>
                  <a:lnTo>
                    <a:pt x="0" y="1053183"/>
                  </a:lnTo>
                  <a:lnTo>
                    <a:pt x="0" y="1024608"/>
                  </a:lnTo>
                  <a:lnTo>
                    <a:pt x="28641" y="1024608"/>
                  </a:lnTo>
                  <a:lnTo>
                    <a:pt x="28641" y="1053183"/>
                  </a:lnTo>
                  <a:close/>
                </a:path>
                <a:path w="7673975" h="4210050">
                  <a:moveTo>
                    <a:pt x="28641" y="996033"/>
                  </a:moveTo>
                  <a:lnTo>
                    <a:pt x="0" y="996033"/>
                  </a:lnTo>
                  <a:lnTo>
                    <a:pt x="0" y="967458"/>
                  </a:lnTo>
                  <a:lnTo>
                    <a:pt x="28641" y="967458"/>
                  </a:lnTo>
                  <a:lnTo>
                    <a:pt x="28641" y="996033"/>
                  </a:lnTo>
                  <a:close/>
                </a:path>
                <a:path w="7673975" h="4210050">
                  <a:moveTo>
                    <a:pt x="28641" y="938883"/>
                  </a:moveTo>
                  <a:lnTo>
                    <a:pt x="0" y="938883"/>
                  </a:lnTo>
                  <a:lnTo>
                    <a:pt x="0" y="910308"/>
                  </a:lnTo>
                  <a:lnTo>
                    <a:pt x="28641" y="910308"/>
                  </a:lnTo>
                  <a:lnTo>
                    <a:pt x="28641" y="938883"/>
                  </a:lnTo>
                  <a:close/>
                </a:path>
                <a:path w="7673975" h="4210050">
                  <a:moveTo>
                    <a:pt x="28641" y="881733"/>
                  </a:moveTo>
                  <a:lnTo>
                    <a:pt x="0" y="881733"/>
                  </a:lnTo>
                  <a:lnTo>
                    <a:pt x="0" y="853158"/>
                  </a:lnTo>
                  <a:lnTo>
                    <a:pt x="28641" y="853158"/>
                  </a:lnTo>
                  <a:lnTo>
                    <a:pt x="28641" y="881733"/>
                  </a:lnTo>
                  <a:close/>
                </a:path>
                <a:path w="7673975" h="4210050">
                  <a:moveTo>
                    <a:pt x="28641" y="824583"/>
                  </a:moveTo>
                  <a:lnTo>
                    <a:pt x="0" y="824583"/>
                  </a:lnTo>
                  <a:lnTo>
                    <a:pt x="0" y="796008"/>
                  </a:lnTo>
                  <a:lnTo>
                    <a:pt x="28641" y="796008"/>
                  </a:lnTo>
                  <a:lnTo>
                    <a:pt x="28641" y="824583"/>
                  </a:lnTo>
                  <a:close/>
                </a:path>
                <a:path w="7673975" h="4210050">
                  <a:moveTo>
                    <a:pt x="28641" y="767433"/>
                  </a:moveTo>
                  <a:lnTo>
                    <a:pt x="0" y="767433"/>
                  </a:lnTo>
                  <a:lnTo>
                    <a:pt x="0" y="738858"/>
                  </a:lnTo>
                  <a:lnTo>
                    <a:pt x="28641" y="738858"/>
                  </a:lnTo>
                  <a:lnTo>
                    <a:pt x="28641" y="767433"/>
                  </a:lnTo>
                  <a:close/>
                </a:path>
                <a:path w="7673975" h="4210050">
                  <a:moveTo>
                    <a:pt x="28641" y="710283"/>
                  </a:moveTo>
                  <a:lnTo>
                    <a:pt x="0" y="710283"/>
                  </a:lnTo>
                  <a:lnTo>
                    <a:pt x="0" y="681708"/>
                  </a:lnTo>
                  <a:lnTo>
                    <a:pt x="28641" y="681708"/>
                  </a:lnTo>
                  <a:lnTo>
                    <a:pt x="28641" y="710283"/>
                  </a:lnTo>
                  <a:close/>
                </a:path>
                <a:path w="7673975" h="4210050">
                  <a:moveTo>
                    <a:pt x="28641" y="653133"/>
                  </a:moveTo>
                  <a:lnTo>
                    <a:pt x="0" y="653133"/>
                  </a:lnTo>
                  <a:lnTo>
                    <a:pt x="0" y="624558"/>
                  </a:lnTo>
                  <a:lnTo>
                    <a:pt x="28641" y="624558"/>
                  </a:lnTo>
                  <a:lnTo>
                    <a:pt x="28641" y="653133"/>
                  </a:lnTo>
                  <a:close/>
                </a:path>
                <a:path w="7673975" h="4210050">
                  <a:moveTo>
                    <a:pt x="28641" y="595983"/>
                  </a:moveTo>
                  <a:lnTo>
                    <a:pt x="0" y="595983"/>
                  </a:lnTo>
                  <a:lnTo>
                    <a:pt x="0" y="567408"/>
                  </a:lnTo>
                  <a:lnTo>
                    <a:pt x="28641" y="567408"/>
                  </a:lnTo>
                  <a:lnTo>
                    <a:pt x="28641" y="595983"/>
                  </a:lnTo>
                  <a:close/>
                </a:path>
                <a:path w="7673975" h="4210050">
                  <a:moveTo>
                    <a:pt x="28641" y="538833"/>
                  </a:moveTo>
                  <a:lnTo>
                    <a:pt x="0" y="538833"/>
                  </a:lnTo>
                  <a:lnTo>
                    <a:pt x="0" y="510258"/>
                  </a:lnTo>
                  <a:lnTo>
                    <a:pt x="28641" y="510258"/>
                  </a:lnTo>
                  <a:lnTo>
                    <a:pt x="28641" y="538833"/>
                  </a:lnTo>
                  <a:close/>
                </a:path>
                <a:path w="7673975" h="4210050">
                  <a:moveTo>
                    <a:pt x="28641" y="481683"/>
                  </a:moveTo>
                  <a:lnTo>
                    <a:pt x="0" y="481683"/>
                  </a:lnTo>
                  <a:lnTo>
                    <a:pt x="0" y="453108"/>
                  </a:lnTo>
                  <a:lnTo>
                    <a:pt x="28641" y="453108"/>
                  </a:lnTo>
                  <a:lnTo>
                    <a:pt x="28641" y="481683"/>
                  </a:lnTo>
                  <a:close/>
                </a:path>
                <a:path w="7673975" h="4210050">
                  <a:moveTo>
                    <a:pt x="28641" y="424533"/>
                  </a:moveTo>
                  <a:lnTo>
                    <a:pt x="0" y="424533"/>
                  </a:lnTo>
                  <a:lnTo>
                    <a:pt x="0" y="395958"/>
                  </a:lnTo>
                  <a:lnTo>
                    <a:pt x="28641" y="395958"/>
                  </a:lnTo>
                  <a:lnTo>
                    <a:pt x="28641" y="424533"/>
                  </a:lnTo>
                  <a:close/>
                </a:path>
                <a:path w="7673975" h="4210050">
                  <a:moveTo>
                    <a:pt x="28641" y="367383"/>
                  </a:moveTo>
                  <a:lnTo>
                    <a:pt x="0" y="367383"/>
                  </a:lnTo>
                  <a:lnTo>
                    <a:pt x="0" y="338808"/>
                  </a:lnTo>
                  <a:lnTo>
                    <a:pt x="28641" y="338808"/>
                  </a:lnTo>
                  <a:lnTo>
                    <a:pt x="28641" y="367383"/>
                  </a:lnTo>
                  <a:close/>
                </a:path>
                <a:path w="7673975" h="4210050">
                  <a:moveTo>
                    <a:pt x="28641" y="310233"/>
                  </a:moveTo>
                  <a:lnTo>
                    <a:pt x="0" y="310233"/>
                  </a:lnTo>
                  <a:lnTo>
                    <a:pt x="0" y="281658"/>
                  </a:lnTo>
                  <a:lnTo>
                    <a:pt x="28641" y="281658"/>
                  </a:lnTo>
                  <a:lnTo>
                    <a:pt x="28641" y="310233"/>
                  </a:lnTo>
                  <a:close/>
                </a:path>
                <a:path w="7673975" h="4210050">
                  <a:moveTo>
                    <a:pt x="28641" y="253083"/>
                  </a:moveTo>
                  <a:lnTo>
                    <a:pt x="0" y="253083"/>
                  </a:lnTo>
                  <a:lnTo>
                    <a:pt x="0" y="224508"/>
                  </a:lnTo>
                  <a:lnTo>
                    <a:pt x="28641" y="224508"/>
                  </a:lnTo>
                  <a:lnTo>
                    <a:pt x="28641" y="253083"/>
                  </a:lnTo>
                  <a:close/>
                </a:path>
                <a:path w="7673975" h="4210050">
                  <a:moveTo>
                    <a:pt x="28641" y="195933"/>
                  </a:moveTo>
                  <a:lnTo>
                    <a:pt x="0" y="195933"/>
                  </a:lnTo>
                  <a:lnTo>
                    <a:pt x="0" y="167358"/>
                  </a:lnTo>
                  <a:lnTo>
                    <a:pt x="28641" y="167358"/>
                  </a:lnTo>
                  <a:lnTo>
                    <a:pt x="28641" y="195933"/>
                  </a:lnTo>
                  <a:close/>
                </a:path>
                <a:path w="7673975" h="4210050">
                  <a:moveTo>
                    <a:pt x="30034" y="142684"/>
                  </a:moveTo>
                  <a:lnTo>
                    <a:pt x="2350" y="138649"/>
                  </a:lnTo>
                  <a:lnTo>
                    <a:pt x="3206" y="130183"/>
                  </a:lnTo>
                  <a:lnTo>
                    <a:pt x="9057" y="110925"/>
                  </a:lnTo>
                  <a:lnTo>
                    <a:pt x="35487" y="119739"/>
                  </a:lnTo>
                  <a:lnTo>
                    <a:pt x="32990" y="127227"/>
                  </a:lnTo>
                  <a:lnTo>
                    <a:pt x="31173" y="134876"/>
                  </a:lnTo>
                  <a:lnTo>
                    <a:pt x="30034" y="142684"/>
                  </a:lnTo>
                  <a:close/>
                </a:path>
                <a:path w="7673975" h="4210050">
                  <a:moveTo>
                    <a:pt x="74477" y="61305"/>
                  </a:moveTo>
                  <a:lnTo>
                    <a:pt x="56195" y="40288"/>
                  </a:lnTo>
                  <a:lnTo>
                    <a:pt x="72152" y="27204"/>
                  </a:lnTo>
                  <a:lnTo>
                    <a:pt x="79300" y="23388"/>
                  </a:lnTo>
                  <a:lnTo>
                    <a:pt x="93642" y="47419"/>
                  </a:lnTo>
                  <a:lnTo>
                    <a:pt x="86841" y="51479"/>
                  </a:lnTo>
                  <a:lnTo>
                    <a:pt x="80452" y="56107"/>
                  </a:lnTo>
                  <a:lnTo>
                    <a:pt x="74477" y="61305"/>
                  </a:lnTo>
                  <a:close/>
                </a:path>
                <a:path w="7673975" h="4210050">
                  <a:moveTo>
                    <a:pt x="44864" y="98174"/>
                  </a:moveTo>
                  <a:lnTo>
                    <a:pt x="20439" y="84881"/>
                  </a:lnTo>
                  <a:lnTo>
                    <a:pt x="27270" y="72086"/>
                  </a:lnTo>
                  <a:lnTo>
                    <a:pt x="36260" y="61122"/>
                  </a:lnTo>
                  <a:lnTo>
                    <a:pt x="57947" y="78510"/>
                  </a:lnTo>
                  <a:lnTo>
                    <a:pt x="53004" y="84676"/>
                  </a:lnTo>
                  <a:lnTo>
                    <a:pt x="48642" y="91230"/>
                  </a:lnTo>
                  <a:lnTo>
                    <a:pt x="44864" y="98174"/>
                  </a:lnTo>
                  <a:close/>
                </a:path>
                <a:path w="7673975" h="4210050">
                  <a:moveTo>
                    <a:pt x="114826" y="37192"/>
                  </a:moveTo>
                  <a:lnTo>
                    <a:pt x="104867" y="10852"/>
                  </a:lnTo>
                  <a:lnTo>
                    <a:pt x="130249" y="3139"/>
                  </a:lnTo>
                  <a:lnTo>
                    <a:pt x="132296" y="2937"/>
                  </a:lnTo>
                  <a:lnTo>
                    <a:pt x="137507" y="30840"/>
                  </a:lnTo>
                  <a:lnTo>
                    <a:pt x="129760" y="32286"/>
                  </a:lnTo>
                  <a:lnTo>
                    <a:pt x="122200" y="34404"/>
                  </a:lnTo>
                  <a:lnTo>
                    <a:pt x="114826" y="37192"/>
                  </a:lnTo>
                  <a:close/>
                </a:path>
                <a:path w="7673975" h="4210050">
                  <a:moveTo>
                    <a:pt x="190560" y="28574"/>
                  </a:moveTo>
                  <a:lnTo>
                    <a:pt x="161079" y="28574"/>
                  </a:lnTo>
                  <a:lnTo>
                    <a:pt x="160992" y="0"/>
                  </a:lnTo>
                  <a:lnTo>
                    <a:pt x="190560" y="0"/>
                  </a:lnTo>
                  <a:lnTo>
                    <a:pt x="190560" y="28574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788" y="2511291"/>
              <a:ext cx="67637" cy="67636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788" y="2801164"/>
              <a:ext cx="67637" cy="67636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788" y="3380909"/>
              <a:ext cx="67637" cy="67636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788" y="3670782"/>
              <a:ext cx="67637" cy="67636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788" y="3960655"/>
              <a:ext cx="67637" cy="67636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788" y="4540401"/>
              <a:ext cx="67637" cy="67636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788" y="5120146"/>
              <a:ext cx="67637" cy="67636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788" y="5410019"/>
              <a:ext cx="67637" cy="67636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537189" y="1976820"/>
            <a:ext cx="7419975" cy="38830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Describe</a:t>
            </a:r>
            <a:r>
              <a:rPr dirty="0" sz="2400" spc="70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the</a:t>
            </a:r>
            <a:r>
              <a:rPr dirty="0" sz="2400" spc="75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Problem</a:t>
            </a:r>
            <a:r>
              <a:rPr dirty="0" sz="2400" spc="70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BF"/>
                </a:solidFill>
                <a:latin typeface="Calibri"/>
                <a:cs typeface="Calibri"/>
              </a:rPr>
              <a:t>Clearly</a:t>
            </a:r>
            <a:endParaRPr sz="2400">
              <a:latin typeface="Calibri"/>
              <a:cs typeface="Calibri"/>
            </a:endParaRPr>
          </a:p>
          <a:p>
            <a:pPr marL="439420">
              <a:lnSpc>
                <a:spcPts val="2310"/>
              </a:lnSpc>
              <a:spcBef>
                <a:spcPts val="5"/>
              </a:spcBef>
            </a:pPr>
            <a:r>
              <a:rPr dirty="0" sz="1950" b="1">
                <a:latin typeface="Calibri"/>
                <a:cs typeface="Calibri"/>
              </a:rPr>
              <a:t>Climate</a:t>
            </a:r>
            <a:r>
              <a:rPr dirty="0" sz="1950" spc="5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change</a:t>
            </a:r>
            <a:r>
              <a:rPr dirty="0" sz="1950" spc="60" b="1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is</a:t>
            </a:r>
            <a:r>
              <a:rPr dirty="0" sz="1950" spc="6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directly</a:t>
            </a:r>
            <a:r>
              <a:rPr dirty="0" sz="1950" spc="6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impacting</a:t>
            </a:r>
            <a:r>
              <a:rPr dirty="0" sz="1950" spc="60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human</a:t>
            </a:r>
            <a:r>
              <a:rPr dirty="0" sz="1950" spc="6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health</a:t>
            </a:r>
            <a:endParaRPr sz="1950">
              <a:latin typeface="Calibri"/>
              <a:cs typeface="Calibri"/>
            </a:endParaRPr>
          </a:p>
          <a:p>
            <a:pPr marL="439420" marR="5080">
              <a:lnSpc>
                <a:spcPts val="2280"/>
              </a:lnSpc>
              <a:spcBef>
                <a:spcPts val="95"/>
              </a:spcBef>
            </a:pPr>
            <a:r>
              <a:rPr dirty="0" sz="1950" b="1">
                <a:latin typeface="Calibri"/>
                <a:cs typeface="Calibri"/>
              </a:rPr>
              <a:t>Rising</a:t>
            </a:r>
            <a:r>
              <a:rPr dirty="0" sz="1950" spc="6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temperatures</a:t>
            </a:r>
            <a:r>
              <a:rPr dirty="0" sz="1950" spc="70" b="1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and</a:t>
            </a:r>
            <a:r>
              <a:rPr dirty="0" sz="1950" spc="70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extreme</a:t>
            </a:r>
            <a:r>
              <a:rPr dirty="0" sz="1950" spc="7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heat</a:t>
            </a:r>
            <a:r>
              <a:rPr dirty="0" sz="1950" spc="70" b="1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waves</a:t>
            </a:r>
            <a:r>
              <a:rPr dirty="0" sz="1950" spc="7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increase</a:t>
            </a:r>
            <a:r>
              <a:rPr dirty="0" sz="1950" spc="70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heat-</a:t>
            </a:r>
            <a:r>
              <a:rPr dirty="0" sz="1950" spc="-10" b="1">
                <a:latin typeface="Calibri"/>
                <a:cs typeface="Calibri"/>
              </a:rPr>
              <a:t>related illnesses</a:t>
            </a:r>
            <a:endParaRPr sz="1950">
              <a:latin typeface="Calibri"/>
              <a:cs typeface="Calibri"/>
            </a:endParaRPr>
          </a:p>
          <a:p>
            <a:pPr marL="439420" marR="596265">
              <a:lnSpc>
                <a:spcPts val="2280"/>
              </a:lnSpc>
              <a:spcBef>
                <a:spcPts val="5"/>
              </a:spcBef>
            </a:pPr>
            <a:r>
              <a:rPr dirty="0" sz="1950" b="1">
                <a:latin typeface="Calibri"/>
                <a:cs typeface="Calibri"/>
              </a:rPr>
              <a:t>Air</a:t>
            </a:r>
            <a:r>
              <a:rPr dirty="0" sz="1950" spc="7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pollution</a:t>
            </a:r>
            <a:r>
              <a:rPr dirty="0" sz="1950" spc="70" b="1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worsens</a:t>
            </a:r>
            <a:r>
              <a:rPr dirty="0" sz="1950" spc="75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respiratory</a:t>
            </a:r>
            <a:r>
              <a:rPr dirty="0" sz="1950" spc="7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and</a:t>
            </a:r>
            <a:r>
              <a:rPr dirty="0" sz="1950" spc="7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cardiovascular</a:t>
            </a:r>
            <a:r>
              <a:rPr dirty="0" sz="1950" spc="75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diseases </a:t>
            </a:r>
            <a:r>
              <a:rPr dirty="0" sz="1950" b="1">
                <a:latin typeface="Calibri"/>
                <a:cs typeface="Calibri"/>
              </a:rPr>
              <a:t>Urban</a:t>
            </a:r>
            <a:r>
              <a:rPr dirty="0" sz="1950" spc="4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heat</a:t>
            </a:r>
            <a:r>
              <a:rPr dirty="0" sz="1950" spc="5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islands</a:t>
            </a:r>
            <a:r>
              <a:rPr dirty="0" sz="1950" spc="50" b="1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amplify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health</a:t>
            </a:r>
            <a:r>
              <a:rPr dirty="0" sz="1950" spc="5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risks</a:t>
            </a:r>
            <a:r>
              <a:rPr dirty="0" sz="1950" spc="5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in</a:t>
            </a:r>
            <a:r>
              <a:rPr dirty="0" sz="1950" spc="5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cities</a:t>
            </a:r>
            <a:endParaRPr sz="1950">
              <a:latin typeface="Calibri"/>
              <a:cs typeface="Calibri"/>
            </a:endParaRPr>
          </a:p>
          <a:p>
            <a:pPr marL="439420" marR="337185">
              <a:lnSpc>
                <a:spcPts val="2280"/>
              </a:lnSpc>
              <a:spcBef>
                <a:spcPts val="5"/>
              </a:spcBef>
            </a:pPr>
            <a:r>
              <a:rPr dirty="0" sz="1950" b="1">
                <a:latin typeface="Calibri"/>
                <a:cs typeface="Calibri"/>
              </a:rPr>
              <a:t>Climate</a:t>
            </a:r>
            <a:r>
              <a:rPr dirty="0" sz="1950" spc="6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variability</a:t>
            </a:r>
            <a:r>
              <a:rPr dirty="0" sz="1950" spc="70" b="1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increases</a:t>
            </a:r>
            <a:r>
              <a:rPr dirty="0" sz="1950" spc="70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disease</a:t>
            </a:r>
            <a:r>
              <a:rPr dirty="0" sz="1950" spc="7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outbreaks</a:t>
            </a:r>
            <a:r>
              <a:rPr dirty="0" sz="1950" spc="7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and</a:t>
            </a:r>
            <a:r>
              <a:rPr dirty="0" sz="1950" spc="7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dehydration cases</a:t>
            </a:r>
            <a:endParaRPr sz="1950">
              <a:latin typeface="Calibri"/>
              <a:cs typeface="Calibri"/>
            </a:endParaRPr>
          </a:p>
          <a:p>
            <a:pPr marL="439420" marR="499745">
              <a:lnSpc>
                <a:spcPts val="2280"/>
              </a:lnSpc>
              <a:spcBef>
                <a:spcPts val="5"/>
              </a:spcBef>
            </a:pPr>
            <a:r>
              <a:rPr dirty="0" sz="1950" b="1">
                <a:latin typeface="Calibri"/>
                <a:cs typeface="Calibri"/>
              </a:rPr>
              <a:t>Healthcare</a:t>
            </a:r>
            <a:r>
              <a:rPr dirty="0" sz="1950" spc="6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systems</a:t>
            </a:r>
            <a:r>
              <a:rPr dirty="0" sz="1950" spc="6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are</a:t>
            </a:r>
            <a:r>
              <a:rPr dirty="0" sz="1950" spc="6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not</a:t>
            </a:r>
            <a:r>
              <a:rPr dirty="0" sz="1950" spc="6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integrated</a:t>
            </a:r>
            <a:r>
              <a:rPr dirty="0" sz="1950" spc="6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with</a:t>
            </a:r>
            <a:r>
              <a:rPr dirty="0" sz="1950" spc="6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climate</a:t>
            </a:r>
            <a:r>
              <a:rPr dirty="0" sz="1950" spc="6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prediction systems</a:t>
            </a:r>
            <a:endParaRPr sz="1950">
              <a:latin typeface="Calibri"/>
              <a:cs typeface="Calibri"/>
            </a:endParaRPr>
          </a:p>
          <a:p>
            <a:pPr marL="439420">
              <a:lnSpc>
                <a:spcPts val="2190"/>
              </a:lnSpc>
            </a:pPr>
            <a:r>
              <a:rPr dirty="0" sz="1950">
                <a:latin typeface="Calibri"/>
                <a:cs typeface="Calibri"/>
              </a:rPr>
              <a:t>Current</a:t>
            </a:r>
            <a:r>
              <a:rPr dirty="0" sz="1950" spc="5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systems</a:t>
            </a:r>
            <a:r>
              <a:rPr dirty="0" sz="1950" spc="5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are</a:t>
            </a:r>
            <a:r>
              <a:rPr dirty="0" sz="1950" spc="55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reactive,</a:t>
            </a:r>
            <a:r>
              <a:rPr dirty="0" sz="1950" spc="5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not</a:t>
            </a:r>
            <a:r>
              <a:rPr dirty="0" sz="1950" spc="55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preventive</a:t>
            </a:r>
            <a:endParaRPr sz="1950">
              <a:latin typeface="Calibri"/>
              <a:cs typeface="Calibri"/>
            </a:endParaRPr>
          </a:p>
          <a:p>
            <a:pPr marL="439420" marR="26034">
              <a:lnSpc>
                <a:spcPts val="2280"/>
              </a:lnSpc>
              <a:spcBef>
                <a:spcPts val="95"/>
              </a:spcBef>
            </a:pPr>
            <a:r>
              <a:rPr dirty="0" sz="1950">
                <a:latin typeface="Calibri"/>
                <a:cs typeface="Calibri"/>
              </a:rPr>
              <a:t>No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unified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AI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system</a:t>
            </a:r>
            <a:r>
              <a:rPr dirty="0" sz="1950" spc="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connects</a:t>
            </a:r>
            <a:r>
              <a:rPr dirty="0" sz="1950" spc="45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climate</a:t>
            </a:r>
            <a:r>
              <a:rPr dirty="0" sz="1950" spc="4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data</a:t>
            </a:r>
            <a:r>
              <a:rPr dirty="0" sz="1950" spc="4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+</a:t>
            </a:r>
            <a:r>
              <a:rPr dirty="0" sz="1950" spc="4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health</a:t>
            </a:r>
            <a:r>
              <a:rPr dirty="0" sz="1950" spc="4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data</a:t>
            </a:r>
            <a:r>
              <a:rPr dirty="0" sz="1950" spc="4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+</a:t>
            </a:r>
            <a:r>
              <a:rPr dirty="0" sz="1950" spc="45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hospital capacity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61656" y="6384396"/>
            <a:ext cx="7620000" cy="2874010"/>
            <a:chOff x="461656" y="6384396"/>
            <a:chExt cx="7620000" cy="2874010"/>
          </a:xfrm>
        </p:grpSpPr>
        <p:sp>
          <p:nvSpPr>
            <p:cNvPr id="28" name="object 28" descr=""/>
            <p:cNvSpPr/>
            <p:nvPr/>
          </p:nvSpPr>
          <p:spPr>
            <a:xfrm>
              <a:off x="461656" y="6384396"/>
              <a:ext cx="7620000" cy="2874010"/>
            </a:xfrm>
            <a:custGeom>
              <a:avLst/>
              <a:gdLst/>
              <a:ahLst/>
              <a:cxnLst/>
              <a:rect l="l" t="t" r="r" b="b"/>
              <a:pathLst>
                <a:path w="7620000" h="2874009">
                  <a:moveTo>
                    <a:pt x="247648" y="28574"/>
                  </a:moveTo>
                  <a:lnTo>
                    <a:pt x="219073" y="28574"/>
                  </a:lnTo>
                  <a:lnTo>
                    <a:pt x="219073" y="0"/>
                  </a:lnTo>
                  <a:lnTo>
                    <a:pt x="247648" y="0"/>
                  </a:lnTo>
                  <a:lnTo>
                    <a:pt x="247648" y="28574"/>
                  </a:lnTo>
                  <a:close/>
                </a:path>
                <a:path w="7620000" h="2874009">
                  <a:moveTo>
                    <a:pt x="304798" y="28574"/>
                  </a:moveTo>
                  <a:lnTo>
                    <a:pt x="276223" y="28574"/>
                  </a:lnTo>
                  <a:lnTo>
                    <a:pt x="276223" y="0"/>
                  </a:lnTo>
                  <a:lnTo>
                    <a:pt x="304798" y="0"/>
                  </a:lnTo>
                  <a:lnTo>
                    <a:pt x="304798" y="28574"/>
                  </a:lnTo>
                  <a:close/>
                </a:path>
                <a:path w="7620000" h="2874009">
                  <a:moveTo>
                    <a:pt x="361948" y="28574"/>
                  </a:moveTo>
                  <a:lnTo>
                    <a:pt x="333373" y="28574"/>
                  </a:lnTo>
                  <a:lnTo>
                    <a:pt x="333373" y="0"/>
                  </a:lnTo>
                  <a:lnTo>
                    <a:pt x="361948" y="0"/>
                  </a:lnTo>
                  <a:lnTo>
                    <a:pt x="361948" y="28574"/>
                  </a:lnTo>
                  <a:close/>
                </a:path>
                <a:path w="7620000" h="2874009">
                  <a:moveTo>
                    <a:pt x="419098" y="28574"/>
                  </a:moveTo>
                  <a:lnTo>
                    <a:pt x="390523" y="28574"/>
                  </a:lnTo>
                  <a:lnTo>
                    <a:pt x="390523" y="0"/>
                  </a:lnTo>
                  <a:lnTo>
                    <a:pt x="419098" y="0"/>
                  </a:lnTo>
                  <a:lnTo>
                    <a:pt x="419098" y="28574"/>
                  </a:lnTo>
                  <a:close/>
                </a:path>
                <a:path w="7620000" h="2874009">
                  <a:moveTo>
                    <a:pt x="476248" y="28574"/>
                  </a:moveTo>
                  <a:lnTo>
                    <a:pt x="447673" y="28574"/>
                  </a:lnTo>
                  <a:lnTo>
                    <a:pt x="447673" y="0"/>
                  </a:lnTo>
                  <a:lnTo>
                    <a:pt x="476248" y="0"/>
                  </a:lnTo>
                  <a:lnTo>
                    <a:pt x="476248" y="28574"/>
                  </a:lnTo>
                  <a:close/>
                </a:path>
                <a:path w="7620000" h="2874009">
                  <a:moveTo>
                    <a:pt x="533398" y="28574"/>
                  </a:moveTo>
                  <a:lnTo>
                    <a:pt x="504823" y="28574"/>
                  </a:lnTo>
                  <a:lnTo>
                    <a:pt x="504823" y="0"/>
                  </a:lnTo>
                  <a:lnTo>
                    <a:pt x="533398" y="0"/>
                  </a:lnTo>
                  <a:lnTo>
                    <a:pt x="533398" y="28574"/>
                  </a:lnTo>
                  <a:close/>
                </a:path>
                <a:path w="7620000" h="2874009">
                  <a:moveTo>
                    <a:pt x="590548" y="28574"/>
                  </a:moveTo>
                  <a:lnTo>
                    <a:pt x="561973" y="28574"/>
                  </a:lnTo>
                  <a:lnTo>
                    <a:pt x="561973" y="0"/>
                  </a:lnTo>
                  <a:lnTo>
                    <a:pt x="590548" y="0"/>
                  </a:lnTo>
                  <a:lnTo>
                    <a:pt x="590548" y="28574"/>
                  </a:lnTo>
                  <a:close/>
                </a:path>
                <a:path w="7620000" h="2874009">
                  <a:moveTo>
                    <a:pt x="647698" y="28574"/>
                  </a:moveTo>
                  <a:lnTo>
                    <a:pt x="619123" y="28574"/>
                  </a:lnTo>
                  <a:lnTo>
                    <a:pt x="619123" y="0"/>
                  </a:lnTo>
                  <a:lnTo>
                    <a:pt x="647698" y="0"/>
                  </a:lnTo>
                  <a:lnTo>
                    <a:pt x="647698" y="28574"/>
                  </a:lnTo>
                  <a:close/>
                </a:path>
                <a:path w="7620000" h="2874009">
                  <a:moveTo>
                    <a:pt x="704848" y="28574"/>
                  </a:moveTo>
                  <a:lnTo>
                    <a:pt x="676273" y="28574"/>
                  </a:lnTo>
                  <a:lnTo>
                    <a:pt x="676273" y="0"/>
                  </a:lnTo>
                  <a:lnTo>
                    <a:pt x="704848" y="0"/>
                  </a:lnTo>
                  <a:lnTo>
                    <a:pt x="704848" y="28574"/>
                  </a:lnTo>
                  <a:close/>
                </a:path>
                <a:path w="7620000" h="2874009">
                  <a:moveTo>
                    <a:pt x="761998" y="28574"/>
                  </a:moveTo>
                  <a:lnTo>
                    <a:pt x="733423" y="28574"/>
                  </a:lnTo>
                  <a:lnTo>
                    <a:pt x="733423" y="0"/>
                  </a:lnTo>
                  <a:lnTo>
                    <a:pt x="761998" y="0"/>
                  </a:lnTo>
                  <a:lnTo>
                    <a:pt x="761998" y="28574"/>
                  </a:lnTo>
                  <a:close/>
                </a:path>
                <a:path w="7620000" h="2874009">
                  <a:moveTo>
                    <a:pt x="819148" y="28574"/>
                  </a:moveTo>
                  <a:lnTo>
                    <a:pt x="790573" y="28574"/>
                  </a:lnTo>
                  <a:lnTo>
                    <a:pt x="790573" y="0"/>
                  </a:lnTo>
                  <a:lnTo>
                    <a:pt x="819148" y="0"/>
                  </a:lnTo>
                  <a:lnTo>
                    <a:pt x="819148" y="28574"/>
                  </a:lnTo>
                  <a:close/>
                </a:path>
                <a:path w="7620000" h="2874009">
                  <a:moveTo>
                    <a:pt x="876298" y="28574"/>
                  </a:moveTo>
                  <a:lnTo>
                    <a:pt x="847723" y="28574"/>
                  </a:lnTo>
                  <a:lnTo>
                    <a:pt x="847723" y="0"/>
                  </a:lnTo>
                  <a:lnTo>
                    <a:pt x="876298" y="0"/>
                  </a:lnTo>
                  <a:lnTo>
                    <a:pt x="876298" y="28574"/>
                  </a:lnTo>
                  <a:close/>
                </a:path>
                <a:path w="7620000" h="2874009">
                  <a:moveTo>
                    <a:pt x="933448" y="28574"/>
                  </a:moveTo>
                  <a:lnTo>
                    <a:pt x="904873" y="28574"/>
                  </a:lnTo>
                  <a:lnTo>
                    <a:pt x="904873" y="0"/>
                  </a:lnTo>
                  <a:lnTo>
                    <a:pt x="933448" y="0"/>
                  </a:lnTo>
                  <a:lnTo>
                    <a:pt x="933448" y="28574"/>
                  </a:lnTo>
                  <a:close/>
                </a:path>
                <a:path w="7620000" h="2874009">
                  <a:moveTo>
                    <a:pt x="990598" y="28574"/>
                  </a:moveTo>
                  <a:lnTo>
                    <a:pt x="962023" y="28574"/>
                  </a:lnTo>
                  <a:lnTo>
                    <a:pt x="962023" y="0"/>
                  </a:lnTo>
                  <a:lnTo>
                    <a:pt x="990598" y="0"/>
                  </a:lnTo>
                  <a:lnTo>
                    <a:pt x="990598" y="28574"/>
                  </a:lnTo>
                  <a:close/>
                </a:path>
                <a:path w="7620000" h="2874009">
                  <a:moveTo>
                    <a:pt x="1047748" y="28574"/>
                  </a:moveTo>
                  <a:lnTo>
                    <a:pt x="1019173" y="28574"/>
                  </a:lnTo>
                  <a:lnTo>
                    <a:pt x="1019173" y="0"/>
                  </a:lnTo>
                  <a:lnTo>
                    <a:pt x="1047748" y="0"/>
                  </a:lnTo>
                  <a:lnTo>
                    <a:pt x="1047748" y="28574"/>
                  </a:lnTo>
                  <a:close/>
                </a:path>
                <a:path w="7620000" h="2874009">
                  <a:moveTo>
                    <a:pt x="1104898" y="28574"/>
                  </a:moveTo>
                  <a:lnTo>
                    <a:pt x="1076323" y="28574"/>
                  </a:lnTo>
                  <a:lnTo>
                    <a:pt x="1076323" y="0"/>
                  </a:lnTo>
                  <a:lnTo>
                    <a:pt x="1104898" y="0"/>
                  </a:lnTo>
                  <a:lnTo>
                    <a:pt x="1104898" y="28574"/>
                  </a:lnTo>
                  <a:close/>
                </a:path>
                <a:path w="7620000" h="2874009">
                  <a:moveTo>
                    <a:pt x="1162048" y="28574"/>
                  </a:moveTo>
                  <a:lnTo>
                    <a:pt x="1133473" y="28574"/>
                  </a:lnTo>
                  <a:lnTo>
                    <a:pt x="1133473" y="0"/>
                  </a:lnTo>
                  <a:lnTo>
                    <a:pt x="1162048" y="0"/>
                  </a:lnTo>
                  <a:lnTo>
                    <a:pt x="1162048" y="28574"/>
                  </a:lnTo>
                  <a:close/>
                </a:path>
                <a:path w="7620000" h="2874009">
                  <a:moveTo>
                    <a:pt x="1219198" y="28574"/>
                  </a:moveTo>
                  <a:lnTo>
                    <a:pt x="1190623" y="28574"/>
                  </a:lnTo>
                  <a:lnTo>
                    <a:pt x="1190623" y="0"/>
                  </a:lnTo>
                  <a:lnTo>
                    <a:pt x="1219198" y="0"/>
                  </a:lnTo>
                  <a:lnTo>
                    <a:pt x="1219198" y="28574"/>
                  </a:lnTo>
                  <a:close/>
                </a:path>
                <a:path w="7620000" h="2874009">
                  <a:moveTo>
                    <a:pt x="1276347" y="28574"/>
                  </a:moveTo>
                  <a:lnTo>
                    <a:pt x="1247772" y="28574"/>
                  </a:lnTo>
                  <a:lnTo>
                    <a:pt x="1247772" y="0"/>
                  </a:lnTo>
                  <a:lnTo>
                    <a:pt x="1276347" y="0"/>
                  </a:lnTo>
                  <a:lnTo>
                    <a:pt x="1276347" y="28574"/>
                  </a:lnTo>
                  <a:close/>
                </a:path>
                <a:path w="7620000" h="2874009">
                  <a:moveTo>
                    <a:pt x="1333497" y="28574"/>
                  </a:moveTo>
                  <a:lnTo>
                    <a:pt x="1304922" y="28574"/>
                  </a:lnTo>
                  <a:lnTo>
                    <a:pt x="1304922" y="0"/>
                  </a:lnTo>
                  <a:lnTo>
                    <a:pt x="1333497" y="0"/>
                  </a:lnTo>
                  <a:lnTo>
                    <a:pt x="1333497" y="28574"/>
                  </a:lnTo>
                  <a:close/>
                </a:path>
                <a:path w="7620000" h="2874009">
                  <a:moveTo>
                    <a:pt x="1390647" y="28574"/>
                  </a:moveTo>
                  <a:lnTo>
                    <a:pt x="1362072" y="28574"/>
                  </a:lnTo>
                  <a:lnTo>
                    <a:pt x="1362072" y="0"/>
                  </a:lnTo>
                  <a:lnTo>
                    <a:pt x="1390647" y="0"/>
                  </a:lnTo>
                  <a:lnTo>
                    <a:pt x="1390647" y="28574"/>
                  </a:lnTo>
                  <a:close/>
                </a:path>
                <a:path w="7620000" h="2874009">
                  <a:moveTo>
                    <a:pt x="1447797" y="28574"/>
                  </a:moveTo>
                  <a:lnTo>
                    <a:pt x="1419222" y="28574"/>
                  </a:lnTo>
                  <a:lnTo>
                    <a:pt x="1419222" y="0"/>
                  </a:lnTo>
                  <a:lnTo>
                    <a:pt x="1447797" y="0"/>
                  </a:lnTo>
                  <a:lnTo>
                    <a:pt x="1447797" y="28574"/>
                  </a:lnTo>
                  <a:close/>
                </a:path>
                <a:path w="7620000" h="2874009">
                  <a:moveTo>
                    <a:pt x="1504947" y="28574"/>
                  </a:moveTo>
                  <a:lnTo>
                    <a:pt x="1476372" y="28574"/>
                  </a:lnTo>
                  <a:lnTo>
                    <a:pt x="1476372" y="0"/>
                  </a:lnTo>
                  <a:lnTo>
                    <a:pt x="1504947" y="0"/>
                  </a:lnTo>
                  <a:lnTo>
                    <a:pt x="1504947" y="28574"/>
                  </a:lnTo>
                  <a:close/>
                </a:path>
                <a:path w="7620000" h="2874009">
                  <a:moveTo>
                    <a:pt x="1562097" y="28574"/>
                  </a:moveTo>
                  <a:lnTo>
                    <a:pt x="1533522" y="28574"/>
                  </a:lnTo>
                  <a:lnTo>
                    <a:pt x="1533522" y="0"/>
                  </a:lnTo>
                  <a:lnTo>
                    <a:pt x="1562097" y="0"/>
                  </a:lnTo>
                  <a:lnTo>
                    <a:pt x="1562097" y="28574"/>
                  </a:lnTo>
                  <a:close/>
                </a:path>
                <a:path w="7620000" h="2874009">
                  <a:moveTo>
                    <a:pt x="1619247" y="28574"/>
                  </a:moveTo>
                  <a:lnTo>
                    <a:pt x="1590672" y="28574"/>
                  </a:lnTo>
                  <a:lnTo>
                    <a:pt x="1590672" y="0"/>
                  </a:lnTo>
                  <a:lnTo>
                    <a:pt x="1619247" y="0"/>
                  </a:lnTo>
                  <a:lnTo>
                    <a:pt x="1619247" y="28574"/>
                  </a:lnTo>
                  <a:close/>
                </a:path>
                <a:path w="7620000" h="2874009">
                  <a:moveTo>
                    <a:pt x="1676397" y="28574"/>
                  </a:moveTo>
                  <a:lnTo>
                    <a:pt x="1647822" y="28574"/>
                  </a:lnTo>
                  <a:lnTo>
                    <a:pt x="1647822" y="0"/>
                  </a:lnTo>
                  <a:lnTo>
                    <a:pt x="1676397" y="0"/>
                  </a:lnTo>
                  <a:lnTo>
                    <a:pt x="1676397" y="28574"/>
                  </a:lnTo>
                  <a:close/>
                </a:path>
                <a:path w="7620000" h="2874009">
                  <a:moveTo>
                    <a:pt x="1733547" y="28574"/>
                  </a:moveTo>
                  <a:lnTo>
                    <a:pt x="1704972" y="28574"/>
                  </a:lnTo>
                  <a:lnTo>
                    <a:pt x="1704972" y="0"/>
                  </a:lnTo>
                  <a:lnTo>
                    <a:pt x="1733547" y="0"/>
                  </a:lnTo>
                  <a:lnTo>
                    <a:pt x="1733547" y="28574"/>
                  </a:lnTo>
                  <a:close/>
                </a:path>
                <a:path w="7620000" h="2874009">
                  <a:moveTo>
                    <a:pt x="1790697" y="28574"/>
                  </a:moveTo>
                  <a:lnTo>
                    <a:pt x="1762122" y="28574"/>
                  </a:lnTo>
                  <a:lnTo>
                    <a:pt x="1762122" y="0"/>
                  </a:lnTo>
                  <a:lnTo>
                    <a:pt x="1790697" y="0"/>
                  </a:lnTo>
                  <a:lnTo>
                    <a:pt x="1790697" y="28574"/>
                  </a:lnTo>
                  <a:close/>
                </a:path>
                <a:path w="7620000" h="2874009">
                  <a:moveTo>
                    <a:pt x="1847847" y="28574"/>
                  </a:moveTo>
                  <a:lnTo>
                    <a:pt x="1819272" y="28574"/>
                  </a:lnTo>
                  <a:lnTo>
                    <a:pt x="1819272" y="0"/>
                  </a:lnTo>
                  <a:lnTo>
                    <a:pt x="1847847" y="0"/>
                  </a:lnTo>
                  <a:lnTo>
                    <a:pt x="1847847" y="28574"/>
                  </a:lnTo>
                  <a:close/>
                </a:path>
                <a:path w="7620000" h="2874009">
                  <a:moveTo>
                    <a:pt x="1904997" y="28574"/>
                  </a:moveTo>
                  <a:lnTo>
                    <a:pt x="1876422" y="28574"/>
                  </a:lnTo>
                  <a:lnTo>
                    <a:pt x="1876422" y="0"/>
                  </a:lnTo>
                  <a:lnTo>
                    <a:pt x="1904997" y="0"/>
                  </a:lnTo>
                  <a:lnTo>
                    <a:pt x="1904997" y="28574"/>
                  </a:lnTo>
                  <a:close/>
                </a:path>
                <a:path w="7620000" h="2874009">
                  <a:moveTo>
                    <a:pt x="1962147" y="28574"/>
                  </a:moveTo>
                  <a:lnTo>
                    <a:pt x="1933572" y="28574"/>
                  </a:lnTo>
                  <a:lnTo>
                    <a:pt x="1933572" y="0"/>
                  </a:lnTo>
                  <a:lnTo>
                    <a:pt x="1962147" y="0"/>
                  </a:lnTo>
                  <a:lnTo>
                    <a:pt x="1962147" y="28574"/>
                  </a:lnTo>
                  <a:close/>
                </a:path>
                <a:path w="7620000" h="2874009">
                  <a:moveTo>
                    <a:pt x="2019297" y="28574"/>
                  </a:moveTo>
                  <a:lnTo>
                    <a:pt x="1990723" y="28574"/>
                  </a:lnTo>
                  <a:lnTo>
                    <a:pt x="1990723" y="0"/>
                  </a:lnTo>
                  <a:lnTo>
                    <a:pt x="2019297" y="0"/>
                  </a:lnTo>
                  <a:lnTo>
                    <a:pt x="2019297" y="28574"/>
                  </a:lnTo>
                  <a:close/>
                </a:path>
                <a:path w="7620000" h="2874009">
                  <a:moveTo>
                    <a:pt x="2076447" y="28574"/>
                  </a:moveTo>
                  <a:lnTo>
                    <a:pt x="2047872" y="28574"/>
                  </a:lnTo>
                  <a:lnTo>
                    <a:pt x="2047872" y="0"/>
                  </a:lnTo>
                  <a:lnTo>
                    <a:pt x="2076447" y="0"/>
                  </a:lnTo>
                  <a:lnTo>
                    <a:pt x="2076447" y="28574"/>
                  </a:lnTo>
                  <a:close/>
                </a:path>
                <a:path w="7620000" h="2874009">
                  <a:moveTo>
                    <a:pt x="2133597" y="28574"/>
                  </a:moveTo>
                  <a:lnTo>
                    <a:pt x="2105022" y="28574"/>
                  </a:lnTo>
                  <a:lnTo>
                    <a:pt x="2105022" y="0"/>
                  </a:lnTo>
                  <a:lnTo>
                    <a:pt x="2133597" y="0"/>
                  </a:lnTo>
                  <a:lnTo>
                    <a:pt x="2133597" y="28574"/>
                  </a:lnTo>
                  <a:close/>
                </a:path>
                <a:path w="7620000" h="2874009">
                  <a:moveTo>
                    <a:pt x="2190748" y="28574"/>
                  </a:moveTo>
                  <a:lnTo>
                    <a:pt x="2162172" y="28574"/>
                  </a:lnTo>
                  <a:lnTo>
                    <a:pt x="2162172" y="0"/>
                  </a:lnTo>
                  <a:lnTo>
                    <a:pt x="2190748" y="0"/>
                  </a:lnTo>
                  <a:lnTo>
                    <a:pt x="2190748" y="28574"/>
                  </a:lnTo>
                  <a:close/>
                </a:path>
                <a:path w="7620000" h="2874009">
                  <a:moveTo>
                    <a:pt x="2247897" y="28574"/>
                  </a:moveTo>
                  <a:lnTo>
                    <a:pt x="2219322" y="28574"/>
                  </a:lnTo>
                  <a:lnTo>
                    <a:pt x="2219322" y="0"/>
                  </a:lnTo>
                  <a:lnTo>
                    <a:pt x="2247897" y="0"/>
                  </a:lnTo>
                  <a:lnTo>
                    <a:pt x="2247897" y="28574"/>
                  </a:lnTo>
                  <a:close/>
                </a:path>
                <a:path w="7620000" h="2874009">
                  <a:moveTo>
                    <a:pt x="2305047" y="28574"/>
                  </a:moveTo>
                  <a:lnTo>
                    <a:pt x="2276473" y="28574"/>
                  </a:lnTo>
                  <a:lnTo>
                    <a:pt x="2276473" y="0"/>
                  </a:lnTo>
                  <a:lnTo>
                    <a:pt x="2305047" y="0"/>
                  </a:lnTo>
                  <a:lnTo>
                    <a:pt x="2305047" y="28574"/>
                  </a:lnTo>
                  <a:close/>
                </a:path>
                <a:path w="7620000" h="2874009">
                  <a:moveTo>
                    <a:pt x="2362197" y="28574"/>
                  </a:moveTo>
                  <a:lnTo>
                    <a:pt x="2333622" y="28574"/>
                  </a:lnTo>
                  <a:lnTo>
                    <a:pt x="2333622" y="0"/>
                  </a:lnTo>
                  <a:lnTo>
                    <a:pt x="2362197" y="0"/>
                  </a:lnTo>
                  <a:lnTo>
                    <a:pt x="2362197" y="28574"/>
                  </a:lnTo>
                  <a:close/>
                </a:path>
                <a:path w="7620000" h="2874009">
                  <a:moveTo>
                    <a:pt x="2419347" y="28574"/>
                  </a:moveTo>
                  <a:lnTo>
                    <a:pt x="2390772" y="28574"/>
                  </a:lnTo>
                  <a:lnTo>
                    <a:pt x="2390772" y="0"/>
                  </a:lnTo>
                  <a:lnTo>
                    <a:pt x="2419347" y="0"/>
                  </a:lnTo>
                  <a:lnTo>
                    <a:pt x="2419347" y="28574"/>
                  </a:lnTo>
                  <a:close/>
                </a:path>
                <a:path w="7620000" h="2874009">
                  <a:moveTo>
                    <a:pt x="2476498" y="28574"/>
                  </a:moveTo>
                  <a:lnTo>
                    <a:pt x="2447923" y="28574"/>
                  </a:lnTo>
                  <a:lnTo>
                    <a:pt x="2447923" y="0"/>
                  </a:lnTo>
                  <a:lnTo>
                    <a:pt x="2476498" y="0"/>
                  </a:lnTo>
                  <a:lnTo>
                    <a:pt x="2476498" y="28574"/>
                  </a:lnTo>
                  <a:close/>
                </a:path>
                <a:path w="7620000" h="2874009">
                  <a:moveTo>
                    <a:pt x="2533648" y="28574"/>
                  </a:moveTo>
                  <a:lnTo>
                    <a:pt x="2505072" y="28574"/>
                  </a:lnTo>
                  <a:lnTo>
                    <a:pt x="2505072" y="0"/>
                  </a:lnTo>
                  <a:lnTo>
                    <a:pt x="2533648" y="0"/>
                  </a:lnTo>
                  <a:lnTo>
                    <a:pt x="2533648" y="28574"/>
                  </a:lnTo>
                  <a:close/>
                </a:path>
                <a:path w="7620000" h="2874009">
                  <a:moveTo>
                    <a:pt x="2590797" y="28574"/>
                  </a:moveTo>
                  <a:lnTo>
                    <a:pt x="2562223" y="28574"/>
                  </a:lnTo>
                  <a:lnTo>
                    <a:pt x="2562223" y="0"/>
                  </a:lnTo>
                  <a:lnTo>
                    <a:pt x="2590797" y="0"/>
                  </a:lnTo>
                  <a:lnTo>
                    <a:pt x="2590797" y="28574"/>
                  </a:lnTo>
                  <a:close/>
                </a:path>
                <a:path w="7620000" h="2874009">
                  <a:moveTo>
                    <a:pt x="2647948" y="28574"/>
                  </a:moveTo>
                  <a:lnTo>
                    <a:pt x="2619373" y="28574"/>
                  </a:lnTo>
                  <a:lnTo>
                    <a:pt x="2619373" y="0"/>
                  </a:lnTo>
                  <a:lnTo>
                    <a:pt x="2647948" y="0"/>
                  </a:lnTo>
                  <a:lnTo>
                    <a:pt x="2647948" y="28574"/>
                  </a:lnTo>
                  <a:close/>
                </a:path>
                <a:path w="7620000" h="2874009">
                  <a:moveTo>
                    <a:pt x="2705098" y="28574"/>
                  </a:moveTo>
                  <a:lnTo>
                    <a:pt x="2676523" y="28574"/>
                  </a:lnTo>
                  <a:lnTo>
                    <a:pt x="2676523" y="0"/>
                  </a:lnTo>
                  <a:lnTo>
                    <a:pt x="2705098" y="0"/>
                  </a:lnTo>
                  <a:lnTo>
                    <a:pt x="2705098" y="28574"/>
                  </a:lnTo>
                  <a:close/>
                </a:path>
                <a:path w="7620000" h="2874009">
                  <a:moveTo>
                    <a:pt x="2762248" y="28574"/>
                  </a:moveTo>
                  <a:lnTo>
                    <a:pt x="2733673" y="28574"/>
                  </a:lnTo>
                  <a:lnTo>
                    <a:pt x="2733673" y="0"/>
                  </a:lnTo>
                  <a:lnTo>
                    <a:pt x="2762248" y="0"/>
                  </a:lnTo>
                  <a:lnTo>
                    <a:pt x="2762248" y="28574"/>
                  </a:lnTo>
                  <a:close/>
                </a:path>
                <a:path w="7620000" h="2874009">
                  <a:moveTo>
                    <a:pt x="2819398" y="28574"/>
                  </a:moveTo>
                  <a:lnTo>
                    <a:pt x="2790823" y="28574"/>
                  </a:lnTo>
                  <a:lnTo>
                    <a:pt x="2790823" y="0"/>
                  </a:lnTo>
                  <a:lnTo>
                    <a:pt x="2819398" y="0"/>
                  </a:lnTo>
                  <a:lnTo>
                    <a:pt x="2819398" y="28574"/>
                  </a:lnTo>
                  <a:close/>
                </a:path>
                <a:path w="7620000" h="2874009">
                  <a:moveTo>
                    <a:pt x="2876548" y="28574"/>
                  </a:moveTo>
                  <a:lnTo>
                    <a:pt x="2847973" y="28574"/>
                  </a:lnTo>
                  <a:lnTo>
                    <a:pt x="2847973" y="0"/>
                  </a:lnTo>
                  <a:lnTo>
                    <a:pt x="2876548" y="0"/>
                  </a:lnTo>
                  <a:lnTo>
                    <a:pt x="2876548" y="28574"/>
                  </a:lnTo>
                  <a:close/>
                </a:path>
                <a:path w="7620000" h="2874009">
                  <a:moveTo>
                    <a:pt x="2933698" y="28574"/>
                  </a:moveTo>
                  <a:lnTo>
                    <a:pt x="2905123" y="28574"/>
                  </a:lnTo>
                  <a:lnTo>
                    <a:pt x="2905123" y="0"/>
                  </a:lnTo>
                  <a:lnTo>
                    <a:pt x="2933698" y="0"/>
                  </a:lnTo>
                  <a:lnTo>
                    <a:pt x="2933698" y="28574"/>
                  </a:lnTo>
                  <a:close/>
                </a:path>
                <a:path w="7620000" h="2874009">
                  <a:moveTo>
                    <a:pt x="2990848" y="28574"/>
                  </a:moveTo>
                  <a:lnTo>
                    <a:pt x="2962273" y="28574"/>
                  </a:lnTo>
                  <a:lnTo>
                    <a:pt x="2962273" y="0"/>
                  </a:lnTo>
                  <a:lnTo>
                    <a:pt x="2990848" y="0"/>
                  </a:lnTo>
                  <a:lnTo>
                    <a:pt x="2990848" y="28574"/>
                  </a:lnTo>
                  <a:close/>
                </a:path>
                <a:path w="7620000" h="2874009">
                  <a:moveTo>
                    <a:pt x="3047998" y="28574"/>
                  </a:moveTo>
                  <a:lnTo>
                    <a:pt x="3019423" y="28574"/>
                  </a:lnTo>
                  <a:lnTo>
                    <a:pt x="3019423" y="0"/>
                  </a:lnTo>
                  <a:lnTo>
                    <a:pt x="3047998" y="0"/>
                  </a:lnTo>
                  <a:lnTo>
                    <a:pt x="3047998" y="28574"/>
                  </a:lnTo>
                  <a:close/>
                </a:path>
                <a:path w="7620000" h="2874009">
                  <a:moveTo>
                    <a:pt x="3105147" y="28574"/>
                  </a:moveTo>
                  <a:lnTo>
                    <a:pt x="3076573" y="28574"/>
                  </a:lnTo>
                  <a:lnTo>
                    <a:pt x="3076573" y="0"/>
                  </a:lnTo>
                  <a:lnTo>
                    <a:pt x="3105147" y="0"/>
                  </a:lnTo>
                  <a:lnTo>
                    <a:pt x="3105147" y="28574"/>
                  </a:lnTo>
                  <a:close/>
                </a:path>
                <a:path w="7620000" h="2874009">
                  <a:moveTo>
                    <a:pt x="3162297" y="28574"/>
                  </a:moveTo>
                  <a:lnTo>
                    <a:pt x="3133722" y="28574"/>
                  </a:lnTo>
                  <a:lnTo>
                    <a:pt x="3133722" y="0"/>
                  </a:lnTo>
                  <a:lnTo>
                    <a:pt x="3162297" y="0"/>
                  </a:lnTo>
                  <a:lnTo>
                    <a:pt x="3162297" y="28574"/>
                  </a:lnTo>
                  <a:close/>
                </a:path>
                <a:path w="7620000" h="2874009">
                  <a:moveTo>
                    <a:pt x="3219447" y="28574"/>
                  </a:moveTo>
                  <a:lnTo>
                    <a:pt x="3190872" y="28574"/>
                  </a:lnTo>
                  <a:lnTo>
                    <a:pt x="3190872" y="0"/>
                  </a:lnTo>
                  <a:lnTo>
                    <a:pt x="3219447" y="0"/>
                  </a:lnTo>
                  <a:lnTo>
                    <a:pt x="3219447" y="28574"/>
                  </a:lnTo>
                  <a:close/>
                </a:path>
                <a:path w="7620000" h="2874009">
                  <a:moveTo>
                    <a:pt x="3276597" y="28574"/>
                  </a:moveTo>
                  <a:lnTo>
                    <a:pt x="3248022" y="28574"/>
                  </a:lnTo>
                  <a:lnTo>
                    <a:pt x="3248022" y="0"/>
                  </a:lnTo>
                  <a:lnTo>
                    <a:pt x="3276597" y="0"/>
                  </a:lnTo>
                  <a:lnTo>
                    <a:pt x="3276597" y="28574"/>
                  </a:lnTo>
                  <a:close/>
                </a:path>
                <a:path w="7620000" h="2874009">
                  <a:moveTo>
                    <a:pt x="3333747" y="28574"/>
                  </a:moveTo>
                  <a:lnTo>
                    <a:pt x="3305172" y="28574"/>
                  </a:lnTo>
                  <a:lnTo>
                    <a:pt x="3305172" y="0"/>
                  </a:lnTo>
                  <a:lnTo>
                    <a:pt x="3333747" y="0"/>
                  </a:lnTo>
                  <a:lnTo>
                    <a:pt x="3333747" y="28574"/>
                  </a:lnTo>
                  <a:close/>
                </a:path>
                <a:path w="7620000" h="2874009">
                  <a:moveTo>
                    <a:pt x="3390897" y="28574"/>
                  </a:moveTo>
                  <a:lnTo>
                    <a:pt x="3362322" y="28574"/>
                  </a:lnTo>
                  <a:lnTo>
                    <a:pt x="3362322" y="0"/>
                  </a:lnTo>
                  <a:lnTo>
                    <a:pt x="3390897" y="0"/>
                  </a:lnTo>
                  <a:lnTo>
                    <a:pt x="3390897" y="28574"/>
                  </a:lnTo>
                  <a:close/>
                </a:path>
                <a:path w="7620000" h="2874009">
                  <a:moveTo>
                    <a:pt x="3448047" y="28574"/>
                  </a:moveTo>
                  <a:lnTo>
                    <a:pt x="3419472" y="28574"/>
                  </a:lnTo>
                  <a:lnTo>
                    <a:pt x="3419472" y="0"/>
                  </a:lnTo>
                  <a:lnTo>
                    <a:pt x="3448047" y="0"/>
                  </a:lnTo>
                  <a:lnTo>
                    <a:pt x="3448047" y="28574"/>
                  </a:lnTo>
                  <a:close/>
                </a:path>
                <a:path w="7620000" h="2874009">
                  <a:moveTo>
                    <a:pt x="3505197" y="28574"/>
                  </a:moveTo>
                  <a:lnTo>
                    <a:pt x="3476622" y="28574"/>
                  </a:lnTo>
                  <a:lnTo>
                    <a:pt x="3476622" y="0"/>
                  </a:lnTo>
                  <a:lnTo>
                    <a:pt x="3505197" y="0"/>
                  </a:lnTo>
                  <a:lnTo>
                    <a:pt x="3505197" y="28574"/>
                  </a:lnTo>
                  <a:close/>
                </a:path>
                <a:path w="7620000" h="2874009">
                  <a:moveTo>
                    <a:pt x="3562347" y="28574"/>
                  </a:moveTo>
                  <a:lnTo>
                    <a:pt x="3533772" y="28574"/>
                  </a:lnTo>
                  <a:lnTo>
                    <a:pt x="3533772" y="0"/>
                  </a:lnTo>
                  <a:lnTo>
                    <a:pt x="3562347" y="0"/>
                  </a:lnTo>
                  <a:lnTo>
                    <a:pt x="3562347" y="28574"/>
                  </a:lnTo>
                  <a:close/>
                </a:path>
                <a:path w="7620000" h="2874009">
                  <a:moveTo>
                    <a:pt x="3619497" y="28574"/>
                  </a:moveTo>
                  <a:lnTo>
                    <a:pt x="3590922" y="28574"/>
                  </a:lnTo>
                  <a:lnTo>
                    <a:pt x="3590922" y="0"/>
                  </a:lnTo>
                  <a:lnTo>
                    <a:pt x="3619497" y="0"/>
                  </a:lnTo>
                  <a:lnTo>
                    <a:pt x="3619497" y="28574"/>
                  </a:lnTo>
                  <a:close/>
                </a:path>
                <a:path w="7620000" h="2874009">
                  <a:moveTo>
                    <a:pt x="3676647" y="28574"/>
                  </a:moveTo>
                  <a:lnTo>
                    <a:pt x="3648072" y="28574"/>
                  </a:lnTo>
                  <a:lnTo>
                    <a:pt x="3648072" y="0"/>
                  </a:lnTo>
                  <a:lnTo>
                    <a:pt x="3676647" y="0"/>
                  </a:lnTo>
                  <a:lnTo>
                    <a:pt x="3676647" y="28574"/>
                  </a:lnTo>
                  <a:close/>
                </a:path>
                <a:path w="7620000" h="2874009">
                  <a:moveTo>
                    <a:pt x="3733797" y="28574"/>
                  </a:moveTo>
                  <a:lnTo>
                    <a:pt x="3705222" y="28574"/>
                  </a:lnTo>
                  <a:lnTo>
                    <a:pt x="3705222" y="0"/>
                  </a:lnTo>
                  <a:lnTo>
                    <a:pt x="3733797" y="0"/>
                  </a:lnTo>
                  <a:lnTo>
                    <a:pt x="3733797" y="28574"/>
                  </a:lnTo>
                  <a:close/>
                </a:path>
                <a:path w="7620000" h="2874009">
                  <a:moveTo>
                    <a:pt x="3790947" y="28574"/>
                  </a:moveTo>
                  <a:lnTo>
                    <a:pt x="3762372" y="28574"/>
                  </a:lnTo>
                  <a:lnTo>
                    <a:pt x="3762372" y="0"/>
                  </a:lnTo>
                  <a:lnTo>
                    <a:pt x="3790947" y="0"/>
                  </a:lnTo>
                  <a:lnTo>
                    <a:pt x="3790947" y="28574"/>
                  </a:lnTo>
                  <a:close/>
                </a:path>
                <a:path w="7620000" h="2874009">
                  <a:moveTo>
                    <a:pt x="3848097" y="28574"/>
                  </a:moveTo>
                  <a:lnTo>
                    <a:pt x="3819523" y="28574"/>
                  </a:lnTo>
                  <a:lnTo>
                    <a:pt x="3819523" y="0"/>
                  </a:lnTo>
                  <a:lnTo>
                    <a:pt x="3848097" y="0"/>
                  </a:lnTo>
                  <a:lnTo>
                    <a:pt x="3848097" y="28574"/>
                  </a:lnTo>
                  <a:close/>
                </a:path>
                <a:path w="7620000" h="2874009">
                  <a:moveTo>
                    <a:pt x="3905247" y="28574"/>
                  </a:moveTo>
                  <a:lnTo>
                    <a:pt x="3876672" y="28574"/>
                  </a:lnTo>
                  <a:lnTo>
                    <a:pt x="3876672" y="0"/>
                  </a:lnTo>
                  <a:lnTo>
                    <a:pt x="3905247" y="0"/>
                  </a:lnTo>
                  <a:lnTo>
                    <a:pt x="3905247" y="28574"/>
                  </a:lnTo>
                  <a:close/>
                </a:path>
                <a:path w="7620000" h="2874009">
                  <a:moveTo>
                    <a:pt x="3962397" y="28574"/>
                  </a:moveTo>
                  <a:lnTo>
                    <a:pt x="3933822" y="28574"/>
                  </a:lnTo>
                  <a:lnTo>
                    <a:pt x="3933822" y="0"/>
                  </a:lnTo>
                  <a:lnTo>
                    <a:pt x="3962397" y="0"/>
                  </a:lnTo>
                  <a:lnTo>
                    <a:pt x="3962397" y="28574"/>
                  </a:lnTo>
                  <a:close/>
                </a:path>
                <a:path w="7620000" h="2874009">
                  <a:moveTo>
                    <a:pt x="4019548" y="28574"/>
                  </a:moveTo>
                  <a:lnTo>
                    <a:pt x="3990972" y="28574"/>
                  </a:lnTo>
                  <a:lnTo>
                    <a:pt x="3990972" y="0"/>
                  </a:lnTo>
                  <a:lnTo>
                    <a:pt x="4019548" y="0"/>
                  </a:lnTo>
                  <a:lnTo>
                    <a:pt x="4019548" y="28574"/>
                  </a:lnTo>
                  <a:close/>
                </a:path>
                <a:path w="7620000" h="2874009">
                  <a:moveTo>
                    <a:pt x="4076697" y="28574"/>
                  </a:moveTo>
                  <a:lnTo>
                    <a:pt x="4048122" y="28574"/>
                  </a:lnTo>
                  <a:lnTo>
                    <a:pt x="4048122" y="0"/>
                  </a:lnTo>
                  <a:lnTo>
                    <a:pt x="4076697" y="0"/>
                  </a:lnTo>
                  <a:lnTo>
                    <a:pt x="4076697" y="28574"/>
                  </a:lnTo>
                  <a:close/>
                </a:path>
                <a:path w="7620000" h="2874009">
                  <a:moveTo>
                    <a:pt x="4133847" y="28574"/>
                  </a:moveTo>
                  <a:lnTo>
                    <a:pt x="4105272" y="28574"/>
                  </a:lnTo>
                  <a:lnTo>
                    <a:pt x="4105272" y="0"/>
                  </a:lnTo>
                  <a:lnTo>
                    <a:pt x="4133847" y="0"/>
                  </a:lnTo>
                  <a:lnTo>
                    <a:pt x="4133847" y="28574"/>
                  </a:lnTo>
                  <a:close/>
                </a:path>
                <a:path w="7620000" h="2874009">
                  <a:moveTo>
                    <a:pt x="4190998" y="28574"/>
                  </a:moveTo>
                  <a:lnTo>
                    <a:pt x="4162422" y="28574"/>
                  </a:lnTo>
                  <a:lnTo>
                    <a:pt x="4162422" y="0"/>
                  </a:lnTo>
                  <a:lnTo>
                    <a:pt x="4190998" y="0"/>
                  </a:lnTo>
                  <a:lnTo>
                    <a:pt x="4190998" y="28574"/>
                  </a:lnTo>
                  <a:close/>
                </a:path>
                <a:path w="7620000" h="2874009">
                  <a:moveTo>
                    <a:pt x="4248147" y="28574"/>
                  </a:moveTo>
                  <a:lnTo>
                    <a:pt x="4219573" y="28574"/>
                  </a:lnTo>
                  <a:lnTo>
                    <a:pt x="4219573" y="0"/>
                  </a:lnTo>
                  <a:lnTo>
                    <a:pt x="4248147" y="0"/>
                  </a:lnTo>
                  <a:lnTo>
                    <a:pt x="4248147" y="28574"/>
                  </a:lnTo>
                  <a:close/>
                </a:path>
                <a:path w="7620000" h="2874009">
                  <a:moveTo>
                    <a:pt x="4305297" y="28574"/>
                  </a:moveTo>
                  <a:lnTo>
                    <a:pt x="4276722" y="28574"/>
                  </a:lnTo>
                  <a:lnTo>
                    <a:pt x="4276722" y="0"/>
                  </a:lnTo>
                  <a:lnTo>
                    <a:pt x="4305297" y="0"/>
                  </a:lnTo>
                  <a:lnTo>
                    <a:pt x="4305297" y="28574"/>
                  </a:lnTo>
                  <a:close/>
                </a:path>
                <a:path w="7620000" h="2874009">
                  <a:moveTo>
                    <a:pt x="4362447" y="28574"/>
                  </a:moveTo>
                  <a:lnTo>
                    <a:pt x="4333872" y="28574"/>
                  </a:lnTo>
                  <a:lnTo>
                    <a:pt x="4333872" y="0"/>
                  </a:lnTo>
                  <a:lnTo>
                    <a:pt x="4362447" y="0"/>
                  </a:lnTo>
                  <a:lnTo>
                    <a:pt x="4362447" y="28574"/>
                  </a:lnTo>
                  <a:close/>
                </a:path>
                <a:path w="7620000" h="2874009">
                  <a:moveTo>
                    <a:pt x="4419598" y="28574"/>
                  </a:moveTo>
                  <a:lnTo>
                    <a:pt x="4391023" y="28574"/>
                  </a:lnTo>
                  <a:lnTo>
                    <a:pt x="4391023" y="0"/>
                  </a:lnTo>
                  <a:lnTo>
                    <a:pt x="4419598" y="0"/>
                  </a:lnTo>
                  <a:lnTo>
                    <a:pt x="4419598" y="28574"/>
                  </a:lnTo>
                  <a:close/>
                </a:path>
                <a:path w="7620000" h="2874009">
                  <a:moveTo>
                    <a:pt x="4476747" y="28574"/>
                  </a:moveTo>
                  <a:lnTo>
                    <a:pt x="4448172" y="28574"/>
                  </a:lnTo>
                  <a:lnTo>
                    <a:pt x="4448172" y="0"/>
                  </a:lnTo>
                  <a:lnTo>
                    <a:pt x="4476747" y="0"/>
                  </a:lnTo>
                  <a:lnTo>
                    <a:pt x="4476747" y="28574"/>
                  </a:lnTo>
                  <a:close/>
                </a:path>
                <a:path w="7620000" h="2874009">
                  <a:moveTo>
                    <a:pt x="4533897" y="28574"/>
                  </a:moveTo>
                  <a:lnTo>
                    <a:pt x="4505322" y="28574"/>
                  </a:lnTo>
                  <a:lnTo>
                    <a:pt x="4505322" y="0"/>
                  </a:lnTo>
                  <a:lnTo>
                    <a:pt x="4533897" y="0"/>
                  </a:lnTo>
                  <a:lnTo>
                    <a:pt x="4533897" y="28574"/>
                  </a:lnTo>
                  <a:close/>
                </a:path>
                <a:path w="7620000" h="2874009">
                  <a:moveTo>
                    <a:pt x="4591048" y="28574"/>
                  </a:moveTo>
                  <a:lnTo>
                    <a:pt x="4562472" y="28574"/>
                  </a:lnTo>
                  <a:lnTo>
                    <a:pt x="4562472" y="0"/>
                  </a:lnTo>
                  <a:lnTo>
                    <a:pt x="4591048" y="0"/>
                  </a:lnTo>
                  <a:lnTo>
                    <a:pt x="4591048" y="28574"/>
                  </a:lnTo>
                  <a:close/>
                </a:path>
                <a:path w="7620000" h="2874009">
                  <a:moveTo>
                    <a:pt x="4648197" y="28574"/>
                  </a:moveTo>
                  <a:lnTo>
                    <a:pt x="4619622" y="28574"/>
                  </a:lnTo>
                  <a:lnTo>
                    <a:pt x="4619622" y="0"/>
                  </a:lnTo>
                  <a:lnTo>
                    <a:pt x="4648197" y="0"/>
                  </a:lnTo>
                  <a:lnTo>
                    <a:pt x="4648197" y="28574"/>
                  </a:lnTo>
                  <a:close/>
                </a:path>
                <a:path w="7620000" h="2874009">
                  <a:moveTo>
                    <a:pt x="4705347" y="28574"/>
                  </a:moveTo>
                  <a:lnTo>
                    <a:pt x="4676772" y="28574"/>
                  </a:lnTo>
                  <a:lnTo>
                    <a:pt x="4676772" y="0"/>
                  </a:lnTo>
                  <a:lnTo>
                    <a:pt x="4705347" y="0"/>
                  </a:lnTo>
                  <a:lnTo>
                    <a:pt x="4705347" y="28574"/>
                  </a:lnTo>
                  <a:close/>
                </a:path>
                <a:path w="7620000" h="2874009">
                  <a:moveTo>
                    <a:pt x="4762497" y="28574"/>
                  </a:moveTo>
                  <a:lnTo>
                    <a:pt x="4733922" y="28574"/>
                  </a:lnTo>
                  <a:lnTo>
                    <a:pt x="4733922" y="0"/>
                  </a:lnTo>
                  <a:lnTo>
                    <a:pt x="4762497" y="0"/>
                  </a:lnTo>
                  <a:lnTo>
                    <a:pt x="4762497" y="28574"/>
                  </a:lnTo>
                  <a:close/>
                </a:path>
                <a:path w="7620000" h="2874009">
                  <a:moveTo>
                    <a:pt x="4819647" y="28574"/>
                  </a:moveTo>
                  <a:lnTo>
                    <a:pt x="4791073" y="28574"/>
                  </a:lnTo>
                  <a:lnTo>
                    <a:pt x="4791073" y="0"/>
                  </a:lnTo>
                  <a:lnTo>
                    <a:pt x="4819647" y="0"/>
                  </a:lnTo>
                  <a:lnTo>
                    <a:pt x="4819647" y="28574"/>
                  </a:lnTo>
                  <a:close/>
                </a:path>
                <a:path w="7620000" h="2874009">
                  <a:moveTo>
                    <a:pt x="4876797" y="28574"/>
                  </a:moveTo>
                  <a:lnTo>
                    <a:pt x="4848222" y="28574"/>
                  </a:lnTo>
                  <a:lnTo>
                    <a:pt x="4848222" y="0"/>
                  </a:lnTo>
                  <a:lnTo>
                    <a:pt x="4876797" y="0"/>
                  </a:lnTo>
                  <a:lnTo>
                    <a:pt x="4876797" y="28574"/>
                  </a:lnTo>
                  <a:close/>
                </a:path>
                <a:path w="7620000" h="2874009">
                  <a:moveTo>
                    <a:pt x="4933947" y="28574"/>
                  </a:moveTo>
                  <a:lnTo>
                    <a:pt x="4905372" y="28574"/>
                  </a:lnTo>
                  <a:lnTo>
                    <a:pt x="4905372" y="0"/>
                  </a:lnTo>
                  <a:lnTo>
                    <a:pt x="4933947" y="0"/>
                  </a:lnTo>
                  <a:lnTo>
                    <a:pt x="4933947" y="28574"/>
                  </a:lnTo>
                  <a:close/>
                </a:path>
                <a:path w="7620000" h="2874009">
                  <a:moveTo>
                    <a:pt x="4991097" y="28574"/>
                  </a:moveTo>
                  <a:lnTo>
                    <a:pt x="4962522" y="28574"/>
                  </a:lnTo>
                  <a:lnTo>
                    <a:pt x="4962522" y="0"/>
                  </a:lnTo>
                  <a:lnTo>
                    <a:pt x="4991097" y="0"/>
                  </a:lnTo>
                  <a:lnTo>
                    <a:pt x="4991097" y="28574"/>
                  </a:lnTo>
                  <a:close/>
                </a:path>
                <a:path w="7620000" h="2874009">
                  <a:moveTo>
                    <a:pt x="5048247" y="28574"/>
                  </a:moveTo>
                  <a:lnTo>
                    <a:pt x="5019672" y="28574"/>
                  </a:lnTo>
                  <a:lnTo>
                    <a:pt x="5019672" y="0"/>
                  </a:lnTo>
                  <a:lnTo>
                    <a:pt x="5048247" y="0"/>
                  </a:lnTo>
                  <a:lnTo>
                    <a:pt x="5048247" y="28574"/>
                  </a:lnTo>
                  <a:close/>
                </a:path>
                <a:path w="7620000" h="2874009">
                  <a:moveTo>
                    <a:pt x="5105397" y="28574"/>
                  </a:moveTo>
                  <a:lnTo>
                    <a:pt x="5076822" y="28574"/>
                  </a:lnTo>
                  <a:lnTo>
                    <a:pt x="5076822" y="0"/>
                  </a:lnTo>
                  <a:lnTo>
                    <a:pt x="5105397" y="0"/>
                  </a:lnTo>
                  <a:lnTo>
                    <a:pt x="5105397" y="28574"/>
                  </a:lnTo>
                  <a:close/>
                </a:path>
                <a:path w="7620000" h="2874009">
                  <a:moveTo>
                    <a:pt x="5162547" y="28574"/>
                  </a:moveTo>
                  <a:lnTo>
                    <a:pt x="5133972" y="28574"/>
                  </a:lnTo>
                  <a:lnTo>
                    <a:pt x="5133972" y="0"/>
                  </a:lnTo>
                  <a:lnTo>
                    <a:pt x="5162547" y="0"/>
                  </a:lnTo>
                  <a:lnTo>
                    <a:pt x="5162547" y="28574"/>
                  </a:lnTo>
                  <a:close/>
                </a:path>
                <a:path w="7620000" h="2874009">
                  <a:moveTo>
                    <a:pt x="5219697" y="28574"/>
                  </a:moveTo>
                  <a:lnTo>
                    <a:pt x="5191122" y="28574"/>
                  </a:lnTo>
                  <a:lnTo>
                    <a:pt x="5191122" y="0"/>
                  </a:lnTo>
                  <a:lnTo>
                    <a:pt x="5219697" y="0"/>
                  </a:lnTo>
                  <a:lnTo>
                    <a:pt x="5219697" y="28574"/>
                  </a:lnTo>
                  <a:close/>
                </a:path>
                <a:path w="7620000" h="2874009">
                  <a:moveTo>
                    <a:pt x="5276847" y="28574"/>
                  </a:moveTo>
                  <a:lnTo>
                    <a:pt x="5248272" y="28574"/>
                  </a:lnTo>
                  <a:lnTo>
                    <a:pt x="5248272" y="0"/>
                  </a:lnTo>
                  <a:lnTo>
                    <a:pt x="5276847" y="0"/>
                  </a:lnTo>
                  <a:lnTo>
                    <a:pt x="5276847" y="28574"/>
                  </a:lnTo>
                  <a:close/>
                </a:path>
                <a:path w="7620000" h="2874009">
                  <a:moveTo>
                    <a:pt x="5333997" y="28574"/>
                  </a:moveTo>
                  <a:lnTo>
                    <a:pt x="5305422" y="28574"/>
                  </a:lnTo>
                  <a:lnTo>
                    <a:pt x="5305422" y="0"/>
                  </a:lnTo>
                  <a:lnTo>
                    <a:pt x="5333997" y="0"/>
                  </a:lnTo>
                  <a:lnTo>
                    <a:pt x="5333997" y="28574"/>
                  </a:lnTo>
                  <a:close/>
                </a:path>
                <a:path w="7620000" h="2874009">
                  <a:moveTo>
                    <a:pt x="5391147" y="28574"/>
                  </a:moveTo>
                  <a:lnTo>
                    <a:pt x="5362572" y="28574"/>
                  </a:lnTo>
                  <a:lnTo>
                    <a:pt x="5362572" y="0"/>
                  </a:lnTo>
                  <a:lnTo>
                    <a:pt x="5391147" y="0"/>
                  </a:lnTo>
                  <a:lnTo>
                    <a:pt x="5391147" y="28574"/>
                  </a:lnTo>
                  <a:close/>
                </a:path>
                <a:path w="7620000" h="2874009">
                  <a:moveTo>
                    <a:pt x="5448297" y="28574"/>
                  </a:moveTo>
                  <a:lnTo>
                    <a:pt x="5419722" y="28574"/>
                  </a:lnTo>
                  <a:lnTo>
                    <a:pt x="5419722" y="0"/>
                  </a:lnTo>
                  <a:lnTo>
                    <a:pt x="5448297" y="0"/>
                  </a:lnTo>
                  <a:lnTo>
                    <a:pt x="5448297" y="28574"/>
                  </a:lnTo>
                  <a:close/>
                </a:path>
                <a:path w="7620000" h="2874009">
                  <a:moveTo>
                    <a:pt x="5505447" y="28574"/>
                  </a:moveTo>
                  <a:lnTo>
                    <a:pt x="5476872" y="28574"/>
                  </a:lnTo>
                  <a:lnTo>
                    <a:pt x="5476872" y="0"/>
                  </a:lnTo>
                  <a:lnTo>
                    <a:pt x="5505447" y="0"/>
                  </a:lnTo>
                  <a:lnTo>
                    <a:pt x="5505447" y="28574"/>
                  </a:lnTo>
                  <a:close/>
                </a:path>
                <a:path w="7620000" h="2874009">
                  <a:moveTo>
                    <a:pt x="5562597" y="28574"/>
                  </a:moveTo>
                  <a:lnTo>
                    <a:pt x="5534022" y="28574"/>
                  </a:lnTo>
                  <a:lnTo>
                    <a:pt x="5534022" y="0"/>
                  </a:lnTo>
                  <a:lnTo>
                    <a:pt x="5562597" y="0"/>
                  </a:lnTo>
                  <a:lnTo>
                    <a:pt x="5562597" y="28574"/>
                  </a:lnTo>
                  <a:close/>
                </a:path>
                <a:path w="7620000" h="2874009">
                  <a:moveTo>
                    <a:pt x="5619747" y="28574"/>
                  </a:moveTo>
                  <a:lnTo>
                    <a:pt x="5591172" y="28574"/>
                  </a:lnTo>
                  <a:lnTo>
                    <a:pt x="5591172" y="0"/>
                  </a:lnTo>
                  <a:lnTo>
                    <a:pt x="5619747" y="0"/>
                  </a:lnTo>
                  <a:lnTo>
                    <a:pt x="5619747" y="28574"/>
                  </a:lnTo>
                  <a:close/>
                </a:path>
                <a:path w="7620000" h="2874009">
                  <a:moveTo>
                    <a:pt x="5676897" y="28574"/>
                  </a:moveTo>
                  <a:lnTo>
                    <a:pt x="5648322" y="28574"/>
                  </a:lnTo>
                  <a:lnTo>
                    <a:pt x="5648322" y="0"/>
                  </a:lnTo>
                  <a:lnTo>
                    <a:pt x="5676897" y="0"/>
                  </a:lnTo>
                  <a:lnTo>
                    <a:pt x="5676897" y="28574"/>
                  </a:lnTo>
                  <a:close/>
                </a:path>
                <a:path w="7620000" h="2874009">
                  <a:moveTo>
                    <a:pt x="5734047" y="28574"/>
                  </a:moveTo>
                  <a:lnTo>
                    <a:pt x="5705472" y="28574"/>
                  </a:lnTo>
                  <a:lnTo>
                    <a:pt x="5705472" y="0"/>
                  </a:lnTo>
                  <a:lnTo>
                    <a:pt x="5734047" y="0"/>
                  </a:lnTo>
                  <a:lnTo>
                    <a:pt x="5734047" y="28574"/>
                  </a:lnTo>
                  <a:close/>
                </a:path>
                <a:path w="7620000" h="2874009">
                  <a:moveTo>
                    <a:pt x="5791197" y="28574"/>
                  </a:moveTo>
                  <a:lnTo>
                    <a:pt x="5762622" y="28574"/>
                  </a:lnTo>
                  <a:lnTo>
                    <a:pt x="5762622" y="0"/>
                  </a:lnTo>
                  <a:lnTo>
                    <a:pt x="5791197" y="0"/>
                  </a:lnTo>
                  <a:lnTo>
                    <a:pt x="5791197" y="28574"/>
                  </a:lnTo>
                  <a:close/>
                </a:path>
                <a:path w="7620000" h="2874009">
                  <a:moveTo>
                    <a:pt x="5848347" y="28574"/>
                  </a:moveTo>
                  <a:lnTo>
                    <a:pt x="5819772" y="28574"/>
                  </a:lnTo>
                  <a:lnTo>
                    <a:pt x="5819772" y="0"/>
                  </a:lnTo>
                  <a:lnTo>
                    <a:pt x="5848347" y="0"/>
                  </a:lnTo>
                  <a:lnTo>
                    <a:pt x="5848347" y="28574"/>
                  </a:lnTo>
                  <a:close/>
                </a:path>
                <a:path w="7620000" h="2874009">
                  <a:moveTo>
                    <a:pt x="5905497" y="28574"/>
                  </a:moveTo>
                  <a:lnTo>
                    <a:pt x="5876922" y="28574"/>
                  </a:lnTo>
                  <a:lnTo>
                    <a:pt x="5876922" y="0"/>
                  </a:lnTo>
                  <a:lnTo>
                    <a:pt x="5905497" y="0"/>
                  </a:lnTo>
                  <a:lnTo>
                    <a:pt x="5905497" y="28574"/>
                  </a:lnTo>
                  <a:close/>
                </a:path>
                <a:path w="7620000" h="2874009">
                  <a:moveTo>
                    <a:pt x="5962647" y="28574"/>
                  </a:moveTo>
                  <a:lnTo>
                    <a:pt x="5934072" y="28574"/>
                  </a:lnTo>
                  <a:lnTo>
                    <a:pt x="5934072" y="0"/>
                  </a:lnTo>
                  <a:lnTo>
                    <a:pt x="5962647" y="0"/>
                  </a:lnTo>
                  <a:lnTo>
                    <a:pt x="5962647" y="28574"/>
                  </a:lnTo>
                  <a:close/>
                </a:path>
                <a:path w="7620000" h="2874009">
                  <a:moveTo>
                    <a:pt x="6019797" y="28574"/>
                  </a:moveTo>
                  <a:lnTo>
                    <a:pt x="5991222" y="28574"/>
                  </a:lnTo>
                  <a:lnTo>
                    <a:pt x="5991222" y="0"/>
                  </a:lnTo>
                  <a:lnTo>
                    <a:pt x="6019797" y="0"/>
                  </a:lnTo>
                  <a:lnTo>
                    <a:pt x="6019797" y="28574"/>
                  </a:lnTo>
                  <a:close/>
                </a:path>
                <a:path w="7620000" h="2874009">
                  <a:moveTo>
                    <a:pt x="6076947" y="28574"/>
                  </a:moveTo>
                  <a:lnTo>
                    <a:pt x="6048372" y="28574"/>
                  </a:lnTo>
                  <a:lnTo>
                    <a:pt x="6048372" y="0"/>
                  </a:lnTo>
                  <a:lnTo>
                    <a:pt x="6076947" y="0"/>
                  </a:lnTo>
                  <a:lnTo>
                    <a:pt x="6076947" y="28574"/>
                  </a:lnTo>
                  <a:close/>
                </a:path>
                <a:path w="7620000" h="2874009">
                  <a:moveTo>
                    <a:pt x="6134097" y="28574"/>
                  </a:moveTo>
                  <a:lnTo>
                    <a:pt x="6105522" y="28574"/>
                  </a:lnTo>
                  <a:lnTo>
                    <a:pt x="6105522" y="0"/>
                  </a:lnTo>
                  <a:lnTo>
                    <a:pt x="6134097" y="0"/>
                  </a:lnTo>
                  <a:lnTo>
                    <a:pt x="6134097" y="28574"/>
                  </a:lnTo>
                  <a:close/>
                </a:path>
                <a:path w="7620000" h="2874009">
                  <a:moveTo>
                    <a:pt x="6191247" y="28574"/>
                  </a:moveTo>
                  <a:lnTo>
                    <a:pt x="6162672" y="28574"/>
                  </a:lnTo>
                  <a:lnTo>
                    <a:pt x="6162672" y="0"/>
                  </a:lnTo>
                  <a:lnTo>
                    <a:pt x="6191247" y="0"/>
                  </a:lnTo>
                  <a:lnTo>
                    <a:pt x="6191247" y="28574"/>
                  </a:lnTo>
                  <a:close/>
                </a:path>
                <a:path w="7620000" h="2874009">
                  <a:moveTo>
                    <a:pt x="6248397" y="28574"/>
                  </a:moveTo>
                  <a:lnTo>
                    <a:pt x="6219822" y="28574"/>
                  </a:lnTo>
                  <a:lnTo>
                    <a:pt x="6219822" y="0"/>
                  </a:lnTo>
                  <a:lnTo>
                    <a:pt x="6248397" y="0"/>
                  </a:lnTo>
                  <a:lnTo>
                    <a:pt x="6248397" y="28574"/>
                  </a:lnTo>
                  <a:close/>
                </a:path>
                <a:path w="7620000" h="2874009">
                  <a:moveTo>
                    <a:pt x="6305547" y="28574"/>
                  </a:moveTo>
                  <a:lnTo>
                    <a:pt x="6276972" y="28574"/>
                  </a:lnTo>
                  <a:lnTo>
                    <a:pt x="6276972" y="0"/>
                  </a:lnTo>
                  <a:lnTo>
                    <a:pt x="6305547" y="0"/>
                  </a:lnTo>
                  <a:lnTo>
                    <a:pt x="6305547" y="28574"/>
                  </a:lnTo>
                  <a:close/>
                </a:path>
                <a:path w="7620000" h="2874009">
                  <a:moveTo>
                    <a:pt x="6362697" y="28574"/>
                  </a:moveTo>
                  <a:lnTo>
                    <a:pt x="6334122" y="28574"/>
                  </a:lnTo>
                  <a:lnTo>
                    <a:pt x="6334122" y="0"/>
                  </a:lnTo>
                  <a:lnTo>
                    <a:pt x="6362697" y="0"/>
                  </a:lnTo>
                  <a:lnTo>
                    <a:pt x="6362697" y="28574"/>
                  </a:lnTo>
                  <a:close/>
                </a:path>
                <a:path w="7620000" h="2874009">
                  <a:moveTo>
                    <a:pt x="6419847" y="28574"/>
                  </a:moveTo>
                  <a:lnTo>
                    <a:pt x="6391272" y="28574"/>
                  </a:lnTo>
                  <a:lnTo>
                    <a:pt x="6391272" y="0"/>
                  </a:lnTo>
                  <a:lnTo>
                    <a:pt x="6419847" y="0"/>
                  </a:lnTo>
                  <a:lnTo>
                    <a:pt x="6419847" y="28574"/>
                  </a:lnTo>
                  <a:close/>
                </a:path>
                <a:path w="7620000" h="2874009">
                  <a:moveTo>
                    <a:pt x="6476997" y="28574"/>
                  </a:moveTo>
                  <a:lnTo>
                    <a:pt x="6448422" y="28574"/>
                  </a:lnTo>
                  <a:lnTo>
                    <a:pt x="6448422" y="0"/>
                  </a:lnTo>
                  <a:lnTo>
                    <a:pt x="6476997" y="0"/>
                  </a:lnTo>
                  <a:lnTo>
                    <a:pt x="6476997" y="28574"/>
                  </a:lnTo>
                  <a:close/>
                </a:path>
                <a:path w="7620000" h="2874009">
                  <a:moveTo>
                    <a:pt x="6534147" y="28574"/>
                  </a:moveTo>
                  <a:lnTo>
                    <a:pt x="6505572" y="28574"/>
                  </a:lnTo>
                  <a:lnTo>
                    <a:pt x="6505572" y="0"/>
                  </a:lnTo>
                  <a:lnTo>
                    <a:pt x="6534147" y="0"/>
                  </a:lnTo>
                  <a:lnTo>
                    <a:pt x="6534147" y="28574"/>
                  </a:lnTo>
                  <a:close/>
                </a:path>
                <a:path w="7620000" h="2874009">
                  <a:moveTo>
                    <a:pt x="6591297" y="28574"/>
                  </a:moveTo>
                  <a:lnTo>
                    <a:pt x="6562722" y="28574"/>
                  </a:lnTo>
                  <a:lnTo>
                    <a:pt x="6562722" y="0"/>
                  </a:lnTo>
                  <a:lnTo>
                    <a:pt x="6591297" y="0"/>
                  </a:lnTo>
                  <a:lnTo>
                    <a:pt x="6591297" y="28574"/>
                  </a:lnTo>
                  <a:close/>
                </a:path>
                <a:path w="7620000" h="2874009">
                  <a:moveTo>
                    <a:pt x="6648447" y="28574"/>
                  </a:moveTo>
                  <a:lnTo>
                    <a:pt x="6619872" y="28574"/>
                  </a:lnTo>
                  <a:lnTo>
                    <a:pt x="6619872" y="0"/>
                  </a:lnTo>
                  <a:lnTo>
                    <a:pt x="6648447" y="0"/>
                  </a:lnTo>
                  <a:lnTo>
                    <a:pt x="6648447" y="28574"/>
                  </a:lnTo>
                  <a:close/>
                </a:path>
                <a:path w="7620000" h="2874009">
                  <a:moveTo>
                    <a:pt x="6705597" y="28574"/>
                  </a:moveTo>
                  <a:lnTo>
                    <a:pt x="6677022" y="28574"/>
                  </a:lnTo>
                  <a:lnTo>
                    <a:pt x="6677022" y="0"/>
                  </a:lnTo>
                  <a:lnTo>
                    <a:pt x="6705597" y="0"/>
                  </a:lnTo>
                  <a:lnTo>
                    <a:pt x="6705597" y="28574"/>
                  </a:lnTo>
                  <a:close/>
                </a:path>
                <a:path w="7620000" h="2874009">
                  <a:moveTo>
                    <a:pt x="6762747" y="28574"/>
                  </a:moveTo>
                  <a:lnTo>
                    <a:pt x="6734172" y="28574"/>
                  </a:lnTo>
                  <a:lnTo>
                    <a:pt x="6734172" y="0"/>
                  </a:lnTo>
                  <a:lnTo>
                    <a:pt x="6762747" y="0"/>
                  </a:lnTo>
                  <a:lnTo>
                    <a:pt x="6762747" y="28574"/>
                  </a:lnTo>
                  <a:close/>
                </a:path>
                <a:path w="7620000" h="2874009">
                  <a:moveTo>
                    <a:pt x="6819897" y="28574"/>
                  </a:moveTo>
                  <a:lnTo>
                    <a:pt x="6791322" y="28574"/>
                  </a:lnTo>
                  <a:lnTo>
                    <a:pt x="6791322" y="0"/>
                  </a:lnTo>
                  <a:lnTo>
                    <a:pt x="6819897" y="0"/>
                  </a:lnTo>
                  <a:lnTo>
                    <a:pt x="6819897" y="28574"/>
                  </a:lnTo>
                  <a:close/>
                </a:path>
                <a:path w="7620000" h="2874009">
                  <a:moveTo>
                    <a:pt x="6877047" y="28574"/>
                  </a:moveTo>
                  <a:lnTo>
                    <a:pt x="6848472" y="28574"/>
                  </a:lnTo>
                  <a:lnTo>
                    <a:pt x="6848472" y="0"/>
                  </a:lnTo>
                  <a:lnTo>
                    <a:pt x="6877047" y="0"/>
                  </a:lnTo>
                  <a:lnTo>
                    <a:pt x="6877047" y="28574"/>
                  </a:lnTo>
                  <a:close/>
                </a:path>
                <a:path w="7620000" h="2874009">
                  <a:moveTo>
                    <a:pt x="6934197" y="28574"/>
                  </a:moveTo>
                  <a:lnTo>
                    <a:pt x="6905622" y="28574"/>
                  </a:lnTo>
                  <a:lnTo>
                    <a:pt x="6905622" y="0"/>
                  </a:lnTo>
                  <a:lnTo>
                    <a:pt x="6934197" y="0"/>
                  </a:lnTo>
                  <a:lnTo>
                    <a:pt x="6934197" y="28574"/>
                  </a:lnTo>
                  <a:close/>
                </a:path>
                <a:path w="7620000" h="2874009">
                  <a:moveTo>
                    <a:pt x="6991347" y="28574"/>
                  </a:moveTo>
                  <a:lnTo>
                    <a:pt x="6962772" y="28574"/>
                  </a:lnTo>
                  <a:lnTo>
                    <a:pt x="6962772" y="0"/>
                  </a:lnTo>
                  <a:lnTo>
                    <a:pt x="6991347" y="0"/>
                  </a:lnTo>
                  <a:lnTo>
                    <a:pt x="6991347" y="28574"/>
                  </a:lnTo>
                  <a:close/>
                </a:path>
                <a:path w="7620000" h="2874009">
                  <a:moveTo>
                    <a:pt x="7048497" y="28574"/>
                  </a:moveTo>
                  <a:lnTo>
                    <a:pt x="7019922" y="28574"/>
                  </a:lnTo>
                  <a:lnTo>
                    <a:pt x="7019922" y="0"/>
                  </a:lnTo>
                  <a:lnTo>
                    <a:pt x="7048497" y="0"/>
                  </a:lnTo>
                  <a:lnTo>
                    <a:pt x="7048497" y="28574"/>
                  </a:lnTo>
                  <a:close/>
                </a:path>
                <a:path w="7620000" h="2874009">
                  <a:moveTo>
                    <a:pt x="7105647" y="28574"/>
                  </a:moveTo>
                  <a:lnTo>
                    <a:pt x="7077072" y="28574"/>
                  </a:lnTo>
                  <a:lnTo>
                    <a:pt x="7077072" y="0"/>
                  </a:lnTo>
                  <a:lnTo>
                    <a:pt x="7105647" y="0"/>
                  </a:lnTo>
                  <a:lnTo>
                    <a:pt x="7105647" y="28574"/>
                  </a:lnTo>
                  <a:close/>
                </a:path>
                <a:path w="7620000" h="2874009">
                  <a:moveTo>
                    <a:pt x="7162797" y="28574"/>
                  </a:moveTo>
                  <a:lnTo>
                    <a:pt x="7134222" y="28574"/>
                  </a:lnTo>
                  <a:lnTo>
                    <a:pt x="7134222" y="0"/>
                  </a:lnTo>
                  <a:lnTo>
                    <a:pt x="7162797" y="0"/>
                  </a:lnTo>
                  <a:lnTo>
                    <a:pt x="7162797" y="28574"/>
                  </a:lnTo>
                  <a:close/>
                </a:path>
                <a:path w="7620000" h="2874009">
                  <a:moveTo>
                    <a:pt x="7219947" y="28574"/>
                  </a:moveTo>
                  <a:lnTo>
                    <a:pt x="7191372" y="28574"/>
                  </a:lnTo>
                  <a:lnTo>
                    <a:pt x="7191372" y="0"/>
                  </a:lnTo>
                  <a:lnTo>
                    <a:pt x="7219947" y="0"/>
                  </a:lnTo>
                  <a:lnTo>
                    <a:pt x="7219947" y="28574"/>
                  </a:lnTo>
                  <a:close/>
                </a:path>
                <a:path w="7620000" h="2874009">
                  <a:moveTo>
                    <a:pt x="7277097" y="28574"/>
                  </a:moveTo>
                  <a:lnTo>
                    <a:pt x="7248522" y="28574"/>
                  </a:lnTo>
                  <a:lnTo>
                    <a:pt x="7248522" y="0"/>
                  </a:lnTo>
                  <a:lnTo>
                    <a:pt x="7277097" y="0"/>
                  </a:lnTo>
                  <a:lnTo>
                    <a:pt x="7277097" y="28574"/>
                  </a:lnTo>
                  <a:close/>
                </a:path>
                <a:path w="7620000" h="2874009">
                  <a:moveTo>
                    <a:pt x="7334247" y="28574"/>
                  </a:moveTo>
                  <a:lnTo>
                    <a:pt x="7305672" y="28574"/>
                  </a:lnTo>
                  <a:lnTo>
                    <a:pt x="7305672" y="0"/>
                  </a:lnTo>
                  <a:lnTo>
                    <a:pt x="7334247" y="0"/>
                  </a:lnTo>
                  <a:lnTo>
                    <a:pt x="7334247" y="28574"/>
                  </a:lnTo>
                  <a:close/>
                </a:path>
                <a:path w="7620000" h="2874009">
                  <a:moveTo>
                    <a:pt x="7391397" y="28574"/>
                  </a:moveTo>
                  <a:lnTo>
                    <a:pt x="7362822" y="28574"/>
                  </a:lnTo>
                  <a:lnTo>
                    <a:pt x="7362822" y="0"/>
                  </a:lnTo>
                  <a:lnTo>
                    <a:pt x="7391397" y="0"/>
                  </a:lnTo>
                  <a:lnTo>
                    <a:pt x="7391397" y="28574"/>
                  </a:lnTo>
                  <a:close/>
                </a:path>
                <a:path w="7620000" h="2874009">
                  <a:moveTo>
                    <a:pt x="7448547" y="28574"/>
                  </a:moveTo>
                  <a:lnTo>
                    <a:pt x="7419972" y="28574"/>
                  </a:lnTo>
                  <a:lnTo>
                    <a:pt x="7419972" y="0"/>
                  </a:lnTo>
                  <a:lnTo>
                    <a:pt x="7448547" y="0"/>
                  </a:lnTo>
                  <a:lnTo>
                    <a:pt x="7448547" y="28574"/>
                  </a:lnTo>
                  <a:close/>
                </a:path>
                <a:path w="7620000" h="2874009">
                  <a:moveTo>
                    <a:pt x="7497026" y="34416"/>
                  </a:moveTo>
                  <a:lnTo>
                    <a:pt x="7489471" y="32103"/>
                  </a:lnTo>
                  <a:lnTo>
                    <a:pt x="7481772" y="30474"/>
                  </a:lnTo>
                  <a:lnTo>
                    <a:pt x="7473929" y="29530"/>
                  </a:lnTo>
                  <a:lnTo>
                    <a:pt x="7477254" y="1905"/>
                  </a:lnTo>
                  <a:lnTo>
                    <a:pt x="7489727" y="3140"/>
                  </a:lnTo>
                  <a:lnTo>
                    <a:pt x="7505166" y="7831"/>
                  </a:lnTo>
                  <a:lnTo>
                    <a:pt x="7497026" y="34416"/>
                  </a:lnTo>
                  <a:close/>
                </a:path>
                <a:path w="7620000" h="2874009">
                  <a:moveTo>
                    <a:pt x="7538777" y="55832"/>
                  </a:moveTo>
                  <a:lnTo>
                    <a:pt x="7532498" y="51050"/>
                  </a:lnTo>
                  <a:lnTo>
                    <a:pt x="7525844" y="46857"/>
                  </a:lnTo>
                  <a:lnTo>
                    <a:pt x="7518816" y="43255"/>
                  </a:lnTo>
                  <a:lnTo>
                    <a:pt x="7531508" y="18493"/>
                  </a:lnTo>
                  <a:lnTo>
                    <a:pt x="7547824" y="27204"/>
                  </a:lnTo>
                  <a:lnTo>
                    <a:pt x="7555676" y="33642"/>
                  </a:lnTo>
                  <a:lnTo>
                    <a:pt x="7538777" y="55832"/>
                  </a:lnTo>
                  <a:close/>
                </a:path>
                <a:path w="7620000" h="2874009">
                  <a:moveTo>
                    <a:pt x="7570761" y="90757"/>
                  </a:moveTo>
                  <a:lnTo>
                    <a:pt x="7566527" y="84048"/>
                  </a:lnTo>
                  <a:lnTo>
                    <a:pt x="7561733" y="77767"/>
                  </a:lnTo>
                  <a:lnTo>
                    <a:pt x="7556378" y="71914"/>
                  </a:lnTo>
                  <a:lnTo>
                    <a:pt x="7577055" y="52997"/>
                  </a:lnTo>
                  <a:lnTo>
                    <a:pt x="7592708" y="72087"/>
                  </a:lnTo>
                  <a:lnTo>
                    <a:pt x="7594632" y="75693"/>
                  </a:lnTo>
                  <a:lnTo>
                    <a:pt x="7570761" y="90757"/>
                  </a:lnTo>
                  <a:close/>
                </a:path>
                <a:path w="7620000" h="2874009">
                  <a:moveTo>
                    <a:pt x="7588423" y="134191"/>
                  </a:moveTo>
                  <a:lnTo>
                    <a:pt x="7586785" y="126487"/>
                  </a:lnTo>
                  <a:lnTo>
                    <a:pt x="7584482" y="118986"/>
                  </a:lnTo>
                  <a:lnTo>
                    <a:pt x="7581514" y="111688"/>
                  </a:lnTo>
                  <a:lnTo>
                    <a:pt x="7607892" y="100961"/>
                  </a:lnTo>
                  <a:lnTo>
                    <a:pt x="7616195" y="128285"/>
                  </a:lnTo>
                  <a:lnTo>
                    <a:pt x="7588423" y="134191"/>
                  </a:lnTo>
                  <a:close/>
                </a:path>
                <a:path w="7620000" h="2874009">
                  <a:moveTo>
                    <a:pt x="7619913" y="185513"/>
                  </a:moveTo>
                  <a:lnTo>
                    <a:pt x="7591338" y="185513"/>
                  </a:lnTo>
                  <a:lnTo>
                    <a:pt x="7591272" y="157744"/>
                  </a:lnTo>
                  <a:lnTo>
                    <a:pt x="7619412" y="156862"/>
                  </a:lnTo>
                  <a:lnTo>
                    <a:pt x="7619913" y="161923"/>
                  </a:lnTo>
                  <a:lnTo>
                    <a:pt x="7619913" y="185513"/>
                  </a:lnTo>
                  <a:close/>
                </a:path>
                <a:path w="7620000" h="2874009">
                  <a:moveTo>
                    <a:pt x="7619913" y="242663"/>
                  </a:moveTo>
                  <a:lnTo>
                    <a:pt x="7591338" y="242663"/>
                  </a:lnTo>
                  <a:lnTo>
                    <a:pt x="7591338" y="214088"/>
                  </a:lnTo>
                  <a:lnTo>
                    <a:pt x="7619913" y="214088"/>
                  </a:lnTo>
                  <a:lnTo>
                    <a:pt x="7619913" y="242663"/>
                  </a:lnTo>
                  <a:close/>
                </a:path>
                <a:path w="7620000" h="2874009">
                  <a:moveTo>
                    <a:pt x="7619913" y="299813"/>
                  </a:moveTo>
                  <a:lnTo>
                    <a:pt x="7591338" y="299813"/>
                  </a:lnTo>
                  <a:lnTo>
                    <a:pt x="7591338" y="271238"/>
                  </a:lnTo>
                  <a:lnTo>
                    <a:pt x="7619913" y="271238"/>
                  </a:lnTo>
                  <a:lnTo>
                    <a:pt x="7619913" y="299813"/>
                  </a:lnTo>
                  <a:close/>
                </a:path>
                <a:path w="7620000" h="2874009">
                  <a:moveTo>
                    <a:pt x="7619913" y="356963"/>
                  </a:moveTo>
                  <a:lnTo>
                    <a:pt x="7591338" y="356963"/>
                  </a:lnTo>
                  <a:lnTo>
                    <a:pt x="7591338" y="328388"/>
                  </a:lnTo>
                  <a:lnTo>
                    <a:pt x="7619913" y="328388"/>
                  </a:lnTo>
                  <a:lnTo>
                    <a:pt x="7619913" y="356963"/>
                  </a:lnTo>
                  <a:close/>
                </a:path>
                <a:path w="7620000" h="2874009">
                  <a:moveTo>
                    <a:pt x="7619913" y="414113"/>
                  </a:moveTo>
                  <a:lnTo>
                    <a:pt x="7591338" y="414113"/>
                  </a:lnTo>
                  <a:lnTo>
                    <a:pt x="7591338" y="385538"/>
                  </a:lnTo>
                  <a:lnTo>
                    <a:pt x="7619913" y="385538"/>
                  </a:lnTo>
                  <a:lnTo>
                    <a:pt x="7619913" y="414113"/>
                  </a:lnTo>
                  <a:close/>
                </a:path>
                <a:path w="7620000" h="2874009">
                  <a:moveTo>
                    <a:pt x="7619913" y="471263"/>
                  </a:moveTo>
                  <a:lnTo>
                    <a:pt x="7591338" y="471263"/>
                  </a:lnTo>
                  <a:lnTo>
                    <a:pt x="7591338" y="442688"/>
                  </a:lnTo>
                  <a:lnTo>
                    <a:pt x="7619913" y="442688"/>
                  </a:lnTo>
                  <a:lnTo>
                    <a:pt x="7619913" y="471263"/>
                  </a:lnTo>
                  <a:close/>
                </a:path>
                <a:path w="7620000" h="2874009">
                  <a:moveTo>
                    <a:pt x="7619913" y="528413"/>
                  </a:moveTo>
                  <a:lnTo>
                    <a:pt x="7591338" y="528413"/>
                  </a:lnTo>
                  <a:lnTo>
                    <a:pt x="7591338" y="499838"/>
                  </a:lnTo>
                  <a:lnTo>
                    <a:pt x="7619913" y="499838"/>
                  </a:lnTo>
                  <a:lnTo>
                    <a:pt x="7619913" y="528413"/>
                  </a:lnTo>
                  <a:close/>
                </a:path>
                <a:path w="7620000" h="2874009">
                  <a:moveTo>
                    <a:pt x="7619913" y="585563"/>
                  </a:moveTo>
                  <a:lnTo>
                    <a:pt x="7591338" y="585563"/>
                  </a:lnTo>
                  <a:lnTo>
                    <a:pt x="7591338" y="556988"/>
                  </a:lnTo>
                  <a:lnTo>
                    <a:pt x="7619913" y="556988"/>
                  </a:lnTo>
                  <a:lnTo>
                    <a:pt x="7619913" y="585563"/>
                  </a:lnTo>
                  <a:close/>
                </a:path>
                <a:path w="7620000" h="2874009">
                  <a:moveTo>
                    <a:pt x="7619913" y="642713"/>
                  </a:moveTo>
                  <a:lnTo>
                    <a:pt x="7591338" y="642713"/>
                  </a:lnTo>
                  <a:lnTo>
                    <a:pt x="7591338" y="614138"/>
                  </a:lnTo>
                  <a:lnTo>
                    <a:pt x="7619913" y="614138"/>
                  </a:lnTo>
                  <a:lnTo>
                    <a:pt x="7619913" y="642713"/>
                  </a:lnTo>
                  <a:close/>
                </a:path>
                <a:path w="7620000" h="2874009">
                  <a:moveTo>
                    <a:pt x="7619913" y="699863"/>
                  </a:moveTo>
                  <a:lnTo>
                    <a:pt x="7591338" y="699863"/>
                  </a:lnTo>
                  <a:lnTo>
                    <a:pt x="7591338" y="671288"/>
                  </a:lnTo>
                  <a:lnTo>
                    <a:pt x="7619913" y="671288"/>
                  </a:lnTo>
                  <a:lnTo>
                    <a:pt x="7619913" y="699863"/>
                  </a:lnTo>
                  <a:close/>
                </a:path>
                <a:path w="7620000" h="2874009">
                  <a:moveTo>
                    <a:pt x="7619913" y="757013"/>
                  </a:moveTo>
                  <a:lnTo>
                    <a:pt x="7591338" y="757013"/>
                  </a:lnTo>
                  <a:lnTo>
                    <a:pt x="7591338" y="728438"/>
                  </a:lnTo>
                  <a:lnTo>
                    <a:pt x="7619913" y="728438"/>
                  </a:lnTo>
                  <a:lnTo>
                    <a:pt x="7619913" y="757013"/>
                  </a:lnTo>
                  <a:close/>
                </a:path>
                <a:path w="7620000" h="2874009">
                  <a:moveTo>
                    <a:pt x="7619913" y="814163"/>
                  </a:moveTo>
                  <a:lnTo>
                    <a:pt x="7591338" y="814163"/>
                  </a:lnTo>
                  <a:lnTo>
                    <a:pt x="7591338" y="785588"/>
                  </a:lnTo>
                  <a:lnTo>
                    <a:pt x="7619913" y="785588"/>
                  </a:lnTo>
                  <a:lnTo>
                    <a:pt x="7619913" y="814163"/>
                  </a:lnTo>
                  <a:close/>
                </a:path>
                <a:path w="7620000" h="2874009">
                  <a:moveTo>
                    <a:pt x="7619913" y="871313"/>
                  </a:moveTo>
                  <a:lnTo>
                    <a:pt x="7591338" y="871313"/>
                  </a:lnTo>
                  <a:lnTo>
                    <a:pt x="7591338" y="842738"/>
                  </a:lnTo>
                  <a:lnTo>
                    <a:pt x="7619913" y="842738"/>
                  </a:lnTo>
                  <a:lnTo>
                    <a:pt x="7619913" y="871313"/>
                  </a:lnTo>
                  <a:close/>
                </a:path>
                <a:path w="7620000" h="2874009">
                  <a:moveTo>
                    <a:pt x="7619913" y="928463"/>
                  </a:moveTo>
                  <a:lnTo>
                    <a:pt x="7591338" y="928463"/>
                  </a:lnTo>
                  <a:lnTo>
                    <a:pt x="7591338" y="899888"/>
                  </a:lnTo>
                  <a:lnTo>
                    <a:pt x="7619913" y="899888"/>
                  </a:lnTo>
                  <a:lnTo>
                    <a:pt x="7619913" y="928463"/>
                  </a:lnTo>
                  <a:close/>
                </a:path>
                <a:path w="7620000" h="2874009">
                  <a:moveTo>
                    <a:pt x="7619913" y="985613"/>
                  </a:moveTo>
                  <a:lnTo>
                    <a:pt x="7591338" y="985613"/>
                  </a:lnTo>
                  <a:lnTo>
                    <a:pt x="7591338" y="957038"/>
                  </a:lnTo>
                  <a:lnTo>
                    <a:pt x="7619913" y="957038"/>
                  </a:lnTo>
                  <a:lnTo>
                    <a:pt x="7619913" y="985613"/>
                  </a:lnTo>
                  <a:close/>
                </a:path>
                <a:path w="7620000" h="2874009">
                  <a:moveTo>
                    <a:pt x="7619913" y="1042763"/>
                  </a:moveTo>
                  <a:lnTo>
                    <a:pt x="7591338" y="1042763"/>
                  </a:lnTo>
                  <a:lnTo>
                    <a:pt x="7591338" y="1014188"/>
                  </a:lnTo>
                  <a:lnTo>
                    <a:pt x="7619913" y="1014188"/>
                  </a:lnTo>
                  <a:lnTo>
                    <a:pt x="7619913" y="1042763"/>
                  </a:lnTo>
                  <a:close/>
                </a:path>
                <a:path w="7620000" h="2874009">
                  <a:moveTo>
                    <a:pt x="7619913" y="1099913"/>
                  </a:moveTo>
                  <a:lnTo>
                    <a:pt x="7591338" y="1099913"/>
                  </a:lnTo>
                  <a:lnTo>
                    <a:pt x="7591338" y="1071338"/>
                  </a:lnTo>
                  <a:lnTo>
                    <a:pt x="7619913" y="1071338"/>
                  </a:lnTo>
                  <a:lnTo>
                    <a:pt x="7619913" y="1099913"/>
                  </a:lnTo>
                  <a:close/>
                </a:path>
                <a:path w="7620000" h="2874009">
                  <a:moveTo>
                    <a:pt x="7619913" y="1157063"/>
                  </a:moveTo>
                  <a:lnTo>
                    <a:pt x="7591338" y="1157063"/>
                  </a:lnTo>
                  <a:lnTo>
                    <a:pt x="7591338" y="1128488"/>
                  </a:lnTo>
                  <a:lnTo>
                    <a:pt x="7619913" y="1128488"/>
                  </a:lnTo>
                  <a:lnTo>
                    <a:pt x="7619913" y="1157063"/>
                  </a:lnTo>
                  <a:close/>
                </a:path>
                <a:path w="7620000" h="2874009">
                  <a:moveTo>
                    <a:pt x="7619913" y="1214213"/>
                  </a:moveTo>
                  <a:lnTo>
                    <a:pt x="7591338" y="1214213"/>
                  </a:lnTo>
                  <a:lnTo>
                    <a:pt x="7591338" y="1185638"/>
                  </a:lnTo>
                  <a:lnTo>
                    <a:pt x="7619913" y="1185638"/>
                  </a:lnTo>
                  <a:lnTo>
                    <a:pt x="7619913" y="1214213"/>
                  </a:lnTo>
                  <a:close/>
                </a:path>
                <a:path w="7620000" h="2874009">
                  <a:moveTo>
                    <a:pt x="7619913" y="1271363"/>
                  </a:moveTo>
                  <a:lnTo>
                    <a:pt x="7591338" y="1271363"/>
                  </a:lnTo>
                  <a:lnTo>
                    <a:pt x="7591338" y="1242788"/>
                  </a:lnTo>
                  <a:lnTo>
                    <a:pt x="7619913" y="1242788"/>
                  </a:lnTo>
                  <a:lnTo>
                    <a:pt x="7619913" y="1271363"/>
                  </a:lnTo>
                  <a:close/>
                </a:path>
                <a:path w="7620000" h="2874009">
                  <a:moveTo>
                    <a:pt x="7619913" y="1328513"/>
                  </a:moveTo>
                  <a:lnTo>
                    <a:pt x="7591338" y="1328513"/>
                  </a:lnTo>
                  <a:lnTo>
                    <a:pt x="7591338" y="1299938"/>
                  </a:lnTo>
                  <a:lnTo>
                    <a:pt x="7619913" y="1299938"/>
                  </a:lnTo>
                  <a:lnTo>
                    <a:pt x="7619913" y="1328513"/>
                  </a:lnTo>
                  <a:close/>
                </a:path>
                <a:path w="7620000" h="2874009">
                  <a:moveTo>
                    <a:pt x="7619913" y="1385663"/>
                  </a:moveTo>
                  <a:lnTo>
                    <a:pt x="7591338" y="1385663"/>
                  </a:lnTo>
                  <a:lnTo>
                    <a:pt x="7591338" y="1357088"/>
                  </a:lnTo>
                  <a:lnTo>
                    <a:pt x="7619913" y="1357088"/>
                  </a:lnTo>
                  <a:lnTo>
                    <a:pt x="7619913" y="1385663"/>
                  </a:lnTo>
                  <a:close/>
                </a:path>
                <a:path w="7620000" h="2874009">
                  <a:moveTo>
                    <a:pt x="7619913" y="1442813"/>
                  </a:moveTo>
                  <a:lnTo>
                    <a:pt x="7591338" y="1442813"/>
                  </a:lnTo>
                  <a:lnTo>
                    <a:pt x="7591338" y="1414238"/>
                  </a:lnTo>
                  <a:lnTo>
                    <a:pt x="7619913" y="1414238"/>
                  </a:lnTo>
                  <a:lnTo>
                    <a:pt x="7619913" y="1442813"/>
                  </a:lnTo>
                  <a:close/>
                </a:path>
                <a:path w="7620000" h="2874009">
                  <a:moveTo>
                    <a:pt x="7619913" y="1499963"/>
                  </a:moveTo>
                  <a:lnTo>
                    <a:pt x="7591338" y="1499963"/>
                  </a:lnTo>
                  <a:lnTo>
                    <a:pt x="7591338" y="1471388"/>
                  </a:lnTo>
                  <a:lnTo>
                    <a:pt x="7619913" y="1471388"/>
                  </a:lnTo>
                  <a:lnTo>
                    <a:pt x="7619913" y="1499963"/>
                  </a:lnTo>
                  <a:close/>
                </a:path>
                <a:path w="7620000" h="2874009">
                  <a:moveTo>
                    <a:pt x="7619913" y="1557113"/>
                  </a:moveTo>
                  <a:lnTo>
                    <a:pt x="7591338" y="1557113"/>
                  </a:lnTo>
                  <a:lnTo>
                    <a:pt x="7591338" y="1528538"/>
                  </a:lnTo>
                  <a:lnTo>
                    <a:pt x="7619913" y="1528538"/>
                  </a:lnTo>
                  <a:lnTo>
                    <a:pt x="7619913" y="1557113"/>
                  </a:lnTo>
                  <a:close/>
                </a:path>
                <a:path w="7620000" h="2874009">
                  <a:moveTo>
                    <a:pt x="7619913" y="1614263"/>
                  </a:moveTo>
                  <a:lnTo>
                    <a:pt x="7591338" y="1614263"/>
                  </a:lnTo>
                  <a:lnTo>
                    <a:pt x="7591338" y="1585688"/>
                  </a:lnTo>
                  <a:lnTo>
                    <a:pt x="7619913" y="1585688"/>
                  </a:lnTo>
                  <a:lnTo>
                    <a:pt x="7619913" y="1614263"/>
                  </a:lnTo>
                  <a:close/>
                </a:path>
                <a:path w="7620000" h="2874009">
                  <a:moveTo>
                    <a:pt x="7619913" y="1671413"/>
                  </a:moveTo>
                  <a:lnTo>
                    <a:pt x="7591338" y="1671413"/>
                  </a:lnTo>
                  <a:lnTo>
                    <a:pt x="7591338" y="1642838"/>
                  </a:lnTo>
                  <a:lnTo>
                    <a:pt x="7619913" y="1642838"/>
                  </a:lnTo>
                  <a:lnTo>
                    <a:pt x="7619913" y="1671413"/>
                  </a:lnTo>
                  <a:close/>
                </a:path>
                <a:path w="7620000" h="2874009">
                  <a:moveTo>
                    <a:pt x="7619913" y="1728563"/>
                  </a:moveTo>
                  <a:lnTo>
                    <a:pt x="7591338" y="1728563"/>
                  </a:lnTo>
                  <a:lnTo>
                    <a:pt x="7591338" y="1699988"/>
                  </a:lnTo>
                  <a:lnTo>
                    <a:pt x="7619913" y="1699988"/>
                  </a:lnTo>
                  <a:lnTo>
                    <a:pt x="7619913" y="1728563"/>
                  </a:lnTo>
                  <a:close/>
                </a:path>
                <a:path w="7620000" h="2874009">
                  <a:moveTo>
                    <a:pt x="7619913" y="1785713"/>
                  </a:moveTo>
                  <a:lnTo>
                    <a:pt x="7591338" y="1785713"/>
                  </a:lnTo>
                  <a:lnTo>
                    <a:pt x="7591338" y="1757138"/>
                  </a:lnTo>
                  <a:lnTo>
                    <a:pt x="7619913" y="1757138"/>
                  </a:lnTo>
                  <a:lnTo>
                    <a:pt x="7619913" y="1785713"/>
                  </a:lnTo>
                  <a:close/>
                </a:path>
                <a:path w="7620000" h="2874009">
                  <a:moveTo>
                    <a:pt x="7619913" y="1842863"/>
                  </a:moveTo>
                  <a:lnTo>
                    <a:pt x="7591338" y="1842863"/>
                  </a:lnTo>
                  <a:lnTo>
                    <a:pt x="7591338" y="1814288"/>
                  </a:lnTo>
                  <a:lnTo>
                    <a:pt x="7619913" y="1814288"/>
                  </a:lnTo>
                  <a:lnTo>
                    <a:pt x="7619913" y="1842863"/>
                  </a:lnTo>
                  <a:close/>
                </a:path>
                <a:path w="7620000" h="2874009">
                  <a:moveTo>
                    <a:pt x="7619913" y="1900013"/>
                  </a:moveTo>
                  <a:lnTo>
                    <a:pt x="7591338" y="1900013"/>
                  </a:lnTo>
                  <a:lnTo>
                    <a:pt x="7591338" y="1871438"/>
                  </a:lnTo>
                  <a:lnTo>
                    <a:pt x="7619913" y="1871438"/>
                  </a:lnTo>
                  <a:lnTo>
                    <a:pt x="7619913" y="1900013"/>
                  </a:lnTo>
                  <a:close/>
                </a:path>
                <a:path w="7620000" h="2874009">
                  <a:moveTo>
                    <a:pt x="7619913" y="1957163"/>
                  </a:moveTo>
                  <a:lnTo>
                    <a:pt x="7591338" y="1957163"/>
                  </a:lnTo>
                  <a:lnTo>
                    <a:pt x="7591338" y="1928588"/>
                  </a:lnTo>
                  <a:lnTo>
                    <a:pt x="7619913" y="1928588"/>
                  </a:lnTo>
                  <a:lnTo>
                    <a:pt x="7619913" y="1957163"/>
                  </a:lnTo>
                  <a:close/>
                </a:path>
                <a:path w="7620000" h="2874009">
                  <a:moveTo>
                    <a:pt x="7619913" y="2014313"/>
                  </a:moveTo>
                  <a:lnTo>
                    <a:pt x="7591338" y="2014313"/>
                  </a:lnTo>
                  <a:lnTo>
                    <a:pt x="7591338" y="1985738"/>
                  </a:lnTo>
                  <a:lnTo>
                    <a:pt x="7619913" y="1985738"/>
                  </a:lnTo>
                  <a:lnTo>
                    <a:pt x="7619913" y="2014313"/>
                  </a:lnTo>
                  <a:close/>
                </a:path>
                <a:path w="7620000" h="2874009">
                  <a:moveTo>
                    <a:pt x="7619913" y="2071463"/>
                  </a:moveTo>
                  <a:lnTo>
                    <a:pt x="7591338" y="2071463"/>
                  </a:lnTo>
                  <a:lnTo>
                    <a:pt x="7591338" y="2042888"/>
                  </a:lnTo>
                  <a:lnTo>
                    <a:pt x="7619913" y="2042888"/>
                  </a:lnTo>
                  <a:lnTo>
                    <a:pt x="7619913" y="2071463"/>
                  </a:lnTo>
                  <a:close/>
                </a:path>
                <a:path w="7620000" h="2874009">
                  <a:moveTo>
                    <a:pt x="7619913" y="2128613"/>
                  </a:moveTo>
                  <a:lnTo>
                    <a:pt x="7591338" y="2128613"/>
                  </a:lnTo>
                  <a:lnTo>
                    <a:pt x="7591338" y="2100038"/>
                  </a:lnTo>
                  <a:lnTo>
                    <a:pt x="7619913" y="2100038"/>
                  </a:lnTo>
                  <a:lnTo>
                    <a:pt x="7619913" y="2128613"/>
                  </a:lnTo>
                  <a:close/>
                </a:path>
                <a:path w="7620000" h="2874009">
                  <a:moveTo>
                    <a:pt x="7619913" y="2185763"/>
                  </a:moveTo>
                  <a:lnTo>
                    <a:pt x="7591338" y="2185763"/>
                  </a:lnTo>
                  <a:lnTo>
                    <a:pt x="7591338" y="2157188"/>
                  </a:lnTo>
                  <a:lnTo>
                    <a:pt x="7619913" y="2157188"/>
                  </a:lnTo>
                  <a:lnTo>
                    <a:pt x="7619913" y="2185763"/>
                  </a:lnTo>
                  <a:close/>
                </a:path>
                <a:path w="7620000" h="2874009">
                  <a:moveTo>
                    <a:pt x="7619913" y="2242913"/>
                  </a:moveTo>
                  <a:lnTo>
                    <a:pt x="7591338" y="2242913"/>
                  </a:lnTo>
                  <a:lnTo>
                    <a:pt x="7591338" y="2214338"/>
                  </a:lnTo>
                  <a:lnTo>
                    <a:pt x="7619913" y="2214338"/>
                  </a:lnTo>
                  <a:lnTo>
                    <a:pt x="7619913" y="2242913"/>
                  </a:lnTo>
                  <a:close/>
                </a:path>
                <a:path w="7620000" h="2874009">
                  <a:moveTo>
                    <a:pt x="7619913" y="2300063"/>
                  </a:moveTo>
                  <a:lnTo>
                    <a:pt x="7591338" y="2300063"/>
                  </a:lnTo>
                  <a:lnTo>
                    <a:pt x="7591338" y="2271488"/>
                  </a:lnTo>
                  <a:lnTo>
                    <a:pt x="7619913" y="2271488"/>
                  </a:lnTo>
                  <a:lnTo>
                    <a:pt x="7619913" y="2300063"/>
                  </a:lnTo>
                  <a:close/>
                </a:path>
                <a:path w="7620000" h="2874009">
                  <a:moveTo>
                    <a:pt x="7619913" y="2357213"/>
                  </a:moveTo>
                  <a:lnTo>
                    <a:pt x="7591338" y="2357213"/>
                  </a:lnTo>
                  <a:lnTo>
                    <a:pt x="7591338" y="2328638"/>
                  </a:lnTo>
                  <a:lnTo>
                    <a:pt x="7619913" y="2328638"/>
                  </a:lnTo>
                  <a:lnTo>
                    <a:pt x="7619913" y="2357213"/>
                  </a:lnTo>
                  <a:close/>
                </a:path>
                <a:path w="7620000" h="2874009">
                  <a:moveTo>
                    <a:pt x="7619913" y="2414363"/>
                  </a:moveTo>
                  <a:lnTo>
                    <a:pt x="7591338" y="2414363"/>
                  </a:lnTo>
                  <a:lnTo>
                    <a:pt x="7591338" y="2385788"/>
                  </a:lnTo>
                  <a:lnTo>
                    <a:pt x="7619913" y="2385788"/>
                  </a:lnTo>
                  <a:lnTo>
                    <a:pt x="7619913" y="2414363"/>
                  </a:lnTo>
                  <a:close/>
                </a:path>
                <a:path w="7620000" h="2874009">
                  <a:moveTo>
                    <a:pt x="7619913" y="2471513"/>
                  </a:moveTo>
                  <a:lnTo>
                    <a:pt x="7591338" y="2471513"/>
                  </a:lnTo>
                  <a:lnTo>
                    <a:pt x="7591338" y="2442938"/>
                  </a:lnTo>
                  <a:lnTo>
                    <a:pt x="7619913" y="2442938"/>
                  </a:lnTo>
                  <a:lnTo>
                    <a:pt x="7619913" y="2471513"/>
                  </a:lnTo>
                  <a:close/>
                </a:path>
                <a:path w="7620000" h="2874009">
                  <a:moveTo>
                    <a:pt x="7619913" y="2528663"/>
                  </a:moveTo>
                  <a:lnTo>
                    <a:pt x="7591338" y="2528663"/>
                  </a:lnTo>
                  <a:lnTo>
                    <a:pt x="7591338" y="2500088"/>
                  </a:lnTo>
                  <a:lnTo>
                    <a:pt x="7619913" y="2500088"/>
                  </a:lnTo>
                  <a:lnTo>
                    <a:pt x="7619913" y="2528663"/>
                  </a:lnTo>
                  <a:close/>
                </a:path>
                <a:path w="7620000" h="2874009">
                  <a:moveTo>
                    <a:pt x="7619913" y="2585813"/>
                  </a:moveTo>
                  <a:lnTo>
                    <a:pt x="7591338" y="2585813"/>
                  </a:lnTo>
                  <a:lnTo>
                    <a:pt x="7591338" y="2557238"/>
                  </a:lnTo>
                  <a:lnTo>
                    <a:pt x="7619913" y="2557238"/>
                  </a:lnTo>
                  <a:lnTo>
                    <a:pt x="7619913" y="2585813"/>
                  </a:lnTo>
                  <a:close/>
                </a:path>
                <a:path w="7620000" h="2874009">
                  <a:moveTo>
                    <a:pt x="7619913" y="2642963"/>
                  </a:moveTo>
                  <a:lnTo>
                    <a:pt x="7591338" y="2642963"/>
                  </a:lnTo>
                  <a:lnTo>
                    <a:pt x="7591338" y="2614388"/>
                  </a:lnTo>
                  <a:lnTo>
                    <a:pt x="7619913" y="2614388"/>
                  </a:lnTo>
                  <a:lnTo>
                    <a:pt x="7619913" y="2642963"/>
                  </a:lnTo>
                  <a:close/>
                </a:path>
                <a:path w="7620000" h="2874009">
                  <a:moveTo>
                    <a:pt x="7619913" y="2700113"/>
                  </a:moveTo>
                  <a:lnTo>
                    <a:pt x="7591338" y="2700113"/>
                  </a:lnTo>
                  <a:lnTo>
                    <a:pt x="7591338" y="2671538"/>
                  </a:lnTo>
                  <a:lnTo>
                    <a:pt x="7619913" y="2671538"/>
                  </a:lnTo>
                  <a:lnTo>
                    <a:pt x="7619913" y="2700113"/>
                  </a:lnTo>
                  <a:close/>
                </a:path>
                <a:path w="7620000" h="2874009">
                  <a:moveTo>
                    <a:pt x="7612774" y="2756843"/>
                  </a:moveTo>
                  <a:lnTo>
                    <a:pt x="7586060" y="2749094"/>
                  </a:lnTo>
                  <a:lnTo>
                    <a:pt x="7588262" y="2741500"/>
                  </a:lnTo>
                  <a:lnTo>
                    <a:pt x="7589778" y="2733772"/>
                  </a:lnTo>
                  <a:lnTo>
                    <a:pt x="7590605" y="2725911"/>
                  </a:lnTo>
                  <a:lnTo>
                    <a:pt x="7618243" y="2728820"/>
                  </a:lnTo>
                  <a:lnTo>
                    <a:pt x="7616773" y="2743684"/>
                  </a:lnTo>
                  <a:lnTo>
                    <a:pt x="7612774" y="2756843"/>
                  </a:lnTo>
                  <a:close/>
                </a:path>
                <a:path w="7620000" h="2874009">
                  <a:moveTo>
                    <a:pt x="7587793" y="2807776"/>
                  </a:moveTo>
                  <a:lnTo>
                    <a:pt x="7565270" y="2791148"/>
                  </a:lnTo>
                  <a:lnTo>
                    <a:pt x="7569957" y="2784799"/>
                  </a:lnTo>
                  <a:lnTo>
                    <a:pt x="7574048" y="2778088"/>
                  </a:lnTo>
                  <a:lnTo>
                    <a:pt x="7577542" y="2771014"/>
                  </a:lnTo>
                  <a:lnTo>
                    <a:pt x="7602541" y="2783363"/>
                  </a:lnTo>
                  <a:lnTo>
                    <a:pt x="7592708" y="2801782"/>
                  </a:lnTo>
                  <a:lnTo>
                    <a:pt x="7587793" y="2807776"/>
                  </a:lnTo>
                  <a:close/>
                </a:path>
                <a:path w="7620000" h="2874009">
                  <a:moveTo>
                    <a:pt x="7546341" y="2847458"/>
                  </a:moveTo>
                  <a:lnTo>
                    <a:pt x="7530819" y="2823651"/>
                  </a:lnTo>
                  <a:lnTo>
                    <a:pt x="7537471" y="2819315"/>
                  </a:lnTo>
                  <a:lnTo>
                    <a:pt x="7543685" y="2814423"/>
                  </a:lnTo>
                  <a:lnTo>
                    <a:pt x="7549463" y="2808975"/>
                  </a:lnTo>
                  <a:lnTo>
                    <a:pt x="7568791" y="2829474"/>
                  </a:lnTo>
                  <a:lnTo>
                    <a:pt x="7547824" y="2846665"/>
                  </a:lnTo>
                  <a:lnTo>
                    <a:pt x="7546341" y="2847458"/>
                  </a:lnTo>
                  <a:close/>
                </a:path>
                <a:path w="7620000" h="2874009">
                  <a:moveTo>
                    <a:pt x="7493927" y="2869454"/>
                  </a:moveTo>
                  <a:lnTo>
                    <a:pt x="7487652" y="2841955"/>
                  </a:lnTo>
                  <a:lnTo>
                    <a:pt x="7495327" y="2840203"/>
                  </a:lnTo>
                  <a:lnTo>
                    <a:pt x="7502791" y="2837790"/>
                  </a:lnTo>
                  <a:lnTo>
                    <a:pt x="7510043" y="2834716"/>
                  </a:lnTo>
                  <a:lnTo>
                    <a:pt x="7521147" y="2860908"/>
                  </a:lnTo>
                  <a:lnTo>
                    <a:pt x="7519955" y="2861545"/>
                  </a:lnTo>
                  <a:lnTo>
                    <a:pt x="7493927" y="2869454"/>
                  </a:lnTo>
                  <a:close/>
                </a:path>
                <a:path w="7620000" h="2874009">
                  <a:moveTo>
                    <a:pt x="7457990" y="2873871"/>
                  </a:moveTo>
                  <a:lnTo>
                    <a:pt x="7436791" y="2873871"/>
                  </a:lnTo>
                  <a:lnTo>
                    <a:pt x="7436791" y="2845152"/>
                  </a:lnTo>
                  <a:lnTo>
                    <a:pt x="7464169" y="2845152"/>
                  </a:lnTo>
                  <a:lnTo>
                    <a:pt x="7465464" y="2873131"/>
                  </a:lnTo>
                  <a:lnTo>
                    <a:pt x="7457990" y="2873871"/>
                  </a:lnTo>
                  <a:close/>
                </a:path>
                <a:path w="7620000" h="2874009">
                  <a:moveTo>
                    <a:pt x="7408216" y="2873871"/>
                  </a:moveTo>
                  <a:lnTo>
                    <a:pt x="7379641" y="2873871"/>
                  </a:lnTo>
                  <a:lnTo>
                    <a:pt x="7379641" y="2845295"/>
                  </a:lnTo>
                  <a:lnTo>
                    <a:pt x="7408216" y="2845295"/>
                  </a:lnTo>
                  <a:lnTo>
                    <a:pt x="7408216" y="2873871"/>
                  </a:lnTo>
                  <a:close/>
                </a:path>
                <a:path w="7620000" h="2874009">
                  <a:moveTo>
                    <a:pt x="7351066" y="2873871"/>
                  </a:moveTo>
                  <a:lnTo>
                    <a:pt x="7322491" y="2873871"/>
                  </a:lnTo>
                  <a:lnTo>
                    <a:pt x="7322491" y="2845295"/>
                  </a:lnTo>
                  <a:lnTo>
                    <a:pt x="7351066" y="2845295"/>
                  </a:lnTo>
                  <a:lnTo>
                    <a:pt x="7351066" y="2873871"/>
                  </a:lnTo>
                  <a:close/>
                </a:path>
                <a:path w="7620000" h="2874009">
                  <a:moveTo>
                    <a:pt x="7293916" y="2873871"/>
                  </a:moveTo>
                  <a:lnTo>
                    <a:pt x="7265341" y="2873871"/>
                  </a:lnTo>
                  <a:lnTo>
                    <a:pt x="7265341" y="2845295"/>
                  </a:lnTo>
                  <a:lnTo>
                    <a:pt x="7293916" y="2845295"/>
                  </a:lnTo>
                  <a:lnTo>
                    <a:pt x="7293916" y="2873871"/>
                  </a:lnTo>
                  <a:close/>
                </a:path>
                <a:path w="7620000" h="2874009">
                  <a:moveTo>
                    <a:pt x="7236766" y="2873871"/>
                  </a:moveTo>
                  <a:lnTo>
                    <a:pt x="7208191" y="2873871"/>
                  </a:lnTo>
                  <a:lnTo>
                    <a:pt x="7208191" y="2845295"/>
                  </a:lnTo>
                  <a:lnTo>
                    <a:pt x="7236766" y="2845295"/>
                  </a:lnTo>
                  <a:lnTo>
                    <a:pt x="7236766" y="2873871"/>
                  </a:lnTo>
                  <a:close/>
                </a:path>
                <a:path w="7620000" h="2874009">
                  <a:moveTo>
                    <a:pt x="7179616" y="2873871"/>
                  </a:moveTo>
                  <a:lnTo>
                    <a:pt x="7151041" y="2873871"/>
                  </a:lnTo>
                  <a:lnTo>
                    <a:pt x="7151041" y="2845295"/>
                  </a:lnTo>
                  <a:lnTo>
                    <a:pt x="7179616" y="2845295"/>
                  </a:lnTo>
                  <a:lnTo>
                    <a:pt x="7179616" y="2873871"/>
                  </a:lnTo>
                  <a:close/>
                </a:path>
                <a:path w="7620000" h="2874009">
                  <a:moveTo>
                    <a:pt x="7122466" y="2873871"/>
                  </a:moveTo>
                  <a:lnTo>
                    <a:pt x="7093891" y="2873871"/>
                  </a:lnTo>
                  <a:lnTo>
                    <a:pt x="7093891" y="2845295"/>
                  </a:lnTo>
                  <a:lnTo>
                    <a:pt x="7122466" y="2845295"/>
                  </a:lnTo>
                  <a:lnTo>
                    <a:pt x="7122466" y="2873871"/>
                  </a:lnTo>
                  <a:close/>
                </a:path>
                <a:path w="7620000" h="2874009">
                  <a:moveTo>
                    <a:pt x="7065316" y="2873871"/>
                  </a:moveTo>
                  <a:lnTo>
                    <a:pt x="7036741" y="2873871"/>
                  </a:lnTo>
                  <a:lnTo>
                    <a:pt x="7036741" y="2845295"/>
                  </a:lnTo>
                  <a:lnTo>
                    <a:pt x="7065316" y="2845295"/>
                  </a:lnTo>
                  <a:lnTo>
                    <a:pt x="7065316" y="2873871"/>
                  </a:lnTo>
                  <a:close/>
                </a:path>
                <a:path w="7620000" h="2874009">
                  <a:moveTo>
                    <a:pt x="7008166" y="2873871"/>
                  </a:moveTo>
                  <a:lnTo>
                    <a:pt x="6979591" y="2873871"/>
                  </a:lnTo>
                  <a:lnTo>
                    <a:pt x="6979591" y="2845295"/>
                  </a:lnTo>
                  <a:lnTo>
                    <a:pt x="7008166" y="2845295"/>
                  </a:lnTo>
                  <a:lnTo>
                    <a:pt x="7008166" y="2873871"/>
                  </a:lnTo>
                  <a:close/>
                </a:path>
                <a:path w="7620000" h="2874009">
                  <a:moveTo>
                    <a:pt x="6951016" y="2873871"/>
                  </a:moveTo>
                  <a:lnTo>
                    <a:pt x="6922441" y="2873871"/>
                  </a:lnTo>
                  <a:lnTo>
                    <a:pt x="6922441" y="2845295"/>
                  </a:lnTo>
                  <a:lnTo>
                    <a:pt x="6951016" y="2845295"/>
                  </a:lnTo>
                  <a:lnTo>
                    <a:pt x="6951016" y="2873871"/>
                  </a:lnTo>
                  <a:close/>
                </a:path>
                <a:path w="7620000" h="2874009">
                  <a:moveTo>
                    <a:pt x="6893866" y="2873871"/>
                  </a:moveTo>
                  <a:lnTo>
                    <a:pt x="6865291" y="2873871"/>
                  </a:lnTo>
                  <a:lnTo>
                    <a:pt x="6865291" y="2845295"/>
                  </a:lnTo>
                  <a:lnTo>
                    <a:pt x="6893866" y="2845295"/>
                  </a:lnTo>
                  <a:lnTo>
                    <a:pt x="6893866" y="2873871"/>
                  </a:lnTo>
                  <a:close/>
                </a:path>
                <a:path w="7620000" h="2874009">
                  <a:moveTo>
                    <a:pt x="6836716" y="2873871"/>
                  </a:moveTo>
                  <a:lnTo>
                    <a:pt x="6808141" y="2873871"/>
                  </a:lnTo>
                  <a:lnTo>
                    <a:pt x="6808141" y="2845295"/>
                  </a:lnTo>
                  <a:lnTo>
                    <a:pt x="6836716" y="2845295"/>
                  </a:lnTo>
                  <a:lnTo>
                    <a:pt x="6836716" y="2873871"/>
                  </a:lnTo>
                  <a:close/>
                </a:path>
                <a:path w="7620000" h="2874009">
                  <a:moveTo>
                    <a:pt x="6779566" y="2873871"/>
                  </a:moveTo>
                  <a:lnTo>
                    <a:pt x="6750991" y="2873871"/>
                  </a:lnTo>
                  <a:lnTo>
                    <a:pt x="6750991" y="2845295"/>
                  </a:lnTo>
                  <a:lnTo>
                    <a:pt x="6779566" y="2845295"/>
                  </a:lnTo>
                  <a:lnTo>
                    <a:pt x="6779566" y="2873871"/>
                  </a:lnTo>
                  <a:close/>
                </a:path>
                <a:path w="7620000" h="2874009">
                  <a:moveTo>
                    <a:pt x="6722416" y="2873871"/>
                  </a:moveTo>
                  <a:lnTo>
                    <a:pt x="6693841" y="2873871"/>
                  </a:lnTo>
                  <a:lnTo>
                    <a:pt x="6693841" y="2845295"/>
                  </a:lnTo>
                  <a:lnTo>
                    <a:pt x="6722416" y="2845295"/>
                  </a:lnTo>
                  <a:lnTo>
                    <a:pt x="6722416" y="2873871"/>
                  </a:lnTo>
                  <a:close/>
                </a:path>
                <a:path w="7620000" h="2874009">
                  <a:moveTo>
                    <a:pt x="6665266" y="2873871"/>
                  </a:moveTo>
                  <a:lnTo>
                    <a:pt x="6636691" y="2873871"/>
                  </a:lnTo>
                  <a:lnTo>
                    <a:pt x="6636691" y="2845295"/>
                  </a:lnTo>
                  <a:lnTo>
                    <a:pt x="6665266" y="2845295"/>
                  </a:lnTo>
                  <a:lnTo>
                    <a:pt x="6665266" y="2873871"/>
                  </a:lnTo>
                  <a:close/>
                </a:path>
                <a:path w="7620000" h="2874009">
                  <a:moveTo>
                    <a:pt x="6608116" y="2873871"/>
                  </a:moveTo>
                  <a:lnTo>
                    <a:pt x="6579541" y="2873871"/>
                  </a:lnTo>
                  <a:lnTo>
                    <a:pt x="6579541" y="2845295"/>
                  </a:lnTo>
                  <a:lnTo>
                    <a:pt x="6608116" y="2845295"/>
                  </a:lnTo>
                  <a:lnTo>
                    <a:pt x="6608116" y="2873871"/>
                  </a:lnTo>
                  <a:close/>
                </a:path>
                <a:path w="7620000" h="2874009">
                  <a:moveTo>
                    <a:pt x="6550966" y="2873871"/>
                  </a:moveTo>
                  <a:lnTo>
                    <a:pt x="6522391" y="2873871"/>
                  </a:lnTo>
                  <a:lnTo>
                    <a:pt x="6522391" y="2845295"/>
                  </a:lnTo>
                  <a:lnTo>
                    <a:pt x="6550966" y="2845295"/>
                  </a:lnTo>
                  <a:lnTo>
                    <a:pt x="6550966" y="2873871"/>
                  </a:lnTo>
                  <a:close/>
                </a:path>
                <a:path w="7620000" h="2874009">
                  <a:moveTo>
                    <a:pt x="6493816" y="2873871"/>
                  </a:moveTo>
                  <a:lnTo>
                    <a:pt x="6465241" y="2873871"/>
                  </a:lnTo>
                  <a:lnTo>
                    <a:pt x="6465241" y="2845295"/>
                  </a:lnTo>
                  <a:lnTo>
                    <a:pt x="6493816" y="2845295"/>
                  </a:lnTo>
                  <a:lnTo>
                    <a:pt x="6493816" y="2873871"/>
                  </a:lnTo>
                  <a:close/>
                </a:path>
                <a:path w="7620000" h="2874009">
                  <a:moveTo>
                    <a:pt x="6436666" y="2873871"/>
                  </a:moveTo>
                  <a:lnTo>
                    <a:pt x="6408091" y="2873871"/>
                  </a:lnTo>
                  <a:lnTo>
                    <a:pt x="6408091" y="2845295"/>
                  </a:lnTo>
                  <a:lnTo>
                    <a:pt x="6436666" y="2845295"/>
                  </a:lnTo>
                  <a:lnTo>
                    <a:pt x="6436666" y="2873871"/>
                  </a:lnTo>
                  <a:close/>
                </a:path>
                <a:path w="7620000" h="2874009">
                  <a:moveTo>
                    <a:pt x="6379516" y="2873871"/>
                  </a:moveTo>
                  <a:lnTo>
                    <a:pt x="6350941" y="2873871"/>
                  </a:lnTo>
                  <a:lnTo>
                    <a:pt x="6350941" y="2845295"/>
                  </a:lnTo>
                  <a:lnTo>
                    <a:pt x="6379516" y="2845295"/>
                  </a:lnTo>
                  <a:lnTo>
                    <a:pt x="6379516" y="2873871"/>
                  </a:lnTo>
                  <a:close/>
                </a:path>
                <a:path w="7620000" h="2874009">
                  <a:moveTo>
                    <a:pt x="6322366" y="2873871"/>
                  </a:moveTo>
                  <a:lnTo>
                    <a:pt x="6293791" y="2873871"/>
                  </a:lnTo>
                  <a:lnTo>
                    <a:pt x="6293791" y="2845295"/>
                  </a:lnTo>
                  <a:lnTo>
                    <a:pt x="6322366" y="2845295"/>
                  </a:lnTo>
                  <a:lnTo>
                    <a:pt x="6322366" y="2873871"/>
                  </a:lnTo>
                  <a:close/>
                </a:path>
                <a:path w="7620000" h="2874009">
                  <a:moveTo>
                    <a:pt x="6265216" y="2873871"/>
                  </a:moveTo>
                  <a:lnTo>
                    <a:pt x="6236641" y="2873871"/>
                  </a:lnTo>
                  <a:lnTo>
                    <a:pt x="6236641" y="2845295"/>
                  </a:lnTo>
                  <a:lnTo>
                    <a:pt x="6265216" y="2845295"/>
                  </a:lnTo>
                  <a:lnTo>
                    <a:pt x="6265216" y="2873871"/>
                  </a:lnTo>
                  <a:close/>
                </a:path>
                <a:path w="7620000" h="2874009">
                  <a:moveTo>
                    <a:pt x="6208066" y="2873871"/>
                  </a:moveTo>
                  <a:lnTo>
                    <a:pt x="6179491" y="2873871"/>
                  </a:lnTo>
                  <a:lnTo>
                    <a:pt x="6179491" y="2845295"/>
                  </a:lnTo>
                  <a:lnTo>
                    <a:pt x="6208066" y="2845295"/>
                  </a:lnTo>
                  <a:lnTo>
                    <a:pt x="6208066" y="2873871"/>
                  </a:lnTo>
                  <a:close/>
                </a:path>
                <a:path w="7620000" h="2874009">
                  <a:moveTo>
                    <a:pt x="6150916" y="2873871"/>
                  </a:moveTo>
                  <a:lnTo>
                    <a:pt x="6122341" y="2873871"/>
                  </a:lnTo>
                  <a:lnTo>
                    <a:pt x="6122341" y="2845295"/>
                  </a:lnTo>
                  <a:lnTo>
                    <a:pt x="6150916" y="2845295"/>
                  </a:lnTo>
                  <a:lnTo>
                    <a:pt x="6150916" y="2873871"/>
                  </a:lnTo>
                  <a:close/>
                </a:path>
                <a:path w="7620000" h="2874009">
                  <a:moveTo>
                    <a:pt x="6093766" y="2873871"/>
                  </a:moveTo>
                  <a:lnTo>
                    <a:pt x="6065191" y="2873871"/>
                  </a:lnTo>
                  <a:lnTo>
                    <a:pt x="6065191" y="2845295"/>
                  </a:lnTo>
                  <a:lnTo>
                    <a:pt x="6093766" y="2845295"/>
                  </a:lnTo>
                  <a:lnTo>
                    <a:pt x="6093766" y="2873871"/>
                  </a:lnTo>
                  <a:close/>
                </a:path>
                <a:path w="7620000" h="2874009">
                  <a:moveTo>
                    <a:pt x="6036616" y="2873871"/>
                  </a:moveTo>
                  <a:lnTo>
                    <a:pt x="6008041" y="2873871"/>
                  </a:lnTo>
                  <a:lnTo>
                    <a:pt x="6008041" y="2845295"/>
                  </a:lnTo>
                  <a:lnTo>
                    <a:pt x="6036616" y="2845295"/>
                  </a:lnTo>
                  <a:lnTo>
                    <a:pt x="6036616" y="2873871"/>
                  </a:lnTo>
                  <a:close/>
                </a:path>
                <a:path w="7620000" h="2874009">
                  <a:moveTo>
                    <a:pt x="5979466" y="2873871"/>
                  </a:moveTo>
                  <a:lnTo>
                    <a:pt x="5950891" y="2873871"/>
                  </a:lnTo>
                  <a:lnTo>
                    <a:pt x="5950891" y="2845295"/>
                  </a:lnTo>
                  <a:lnTo>
                    <a:pt x="5979466" y="2845295"/>
                  </a:lnTo>
                  <a:lnTo>
                    <a:pt x="5979466" y="2873871"/>
                  </a:lnTo>
                  <a:close/>
                </a:path>
                <a:path w="7620000" h="2874009">
                  <a:moveTo>
                    <a:pt x="5922316" y="2873871"/>
                  </a:moveTo>
                  <a:lnTo>
                    <a:pt x="5893741" y="2873871"/>
                  </a:lnTo>
                  <a:lnTo>
                    <a:pt x="5893741" y="2845295"/>
                  </a:lnTo>
                  <a:lnTo>
                    <a:pt x="5922316" y="2845295"/>
                  </a:lnTo>
                  <a:lnTo>
                    <a:pt x="5922316" y="2873871"/>
                  </a:lnTo>
                  <a:close/>
                </a:path>
                <a:path w="7620000" h="2874009">
                  <a:moveTo>
                    <a:pt x="5865166" y="2873871"/>
                  </a:moveTo>
                  <a:lnTo>
                    <a:pt x="5836591" y="2873871"/>
                  </a:lnTo>
                  <a:lnTo>
                    <a:pt x="5836591" y="2845295"/>
                  </a:lnTo>
                  <a:lnTo>
                    <a:pt x="5865166" y="2845295"/>
                  </a:lnTo>
                  <a:lnTo>
                    <a:pt x="5865166" y="2873871"/>
                  </a:lnTo>
                  <a:close/>
                </a:path>
                <a:path w="7620000" h="2874009">
                  <a:moveTo>
                    <a:pt x="5808016" y="2873871"/>
                  </a:moveTo>
                  <a:lnTo>
                    <a:pt x="5779441" y="2873871"/>
                  </a:lnTo>
                  <a:lnTo>
                    <a:pt x="5779441" y="2845295"/>
                  </a:lnTo>
                  <a:lnTo>
                    <a:pt x="5808016" y="2845295"/>
                  </a:lnTo>
                  <a:lnTo>
                    <a:pt x="5808016" y="2873871"/>
                  </a:lnTo>
                  <a:close/>
                </a:path>
                <a:path w="7620000" h="2874009">
                  <a:moveTo>
                    <a:pt x="5750866" y="2873871"/>
                  </a:moveTo>
                  <a:lnTo>
                    <a:pt x="5722291" y="2873871"/>
                  </a:lnTo>
                  <a:lnTo>
                    <a:pt x="5722291" y="2845295"/>
                  </a:lnTo>
                  <a:lnTo>
                    <a:pt x="5750866" y="2845295"/>
                  </a:lnTo>
                  <a:lnTo>
                    <a:pt x="5750866" y="2873871"/>
                  </a:lnTo>
                  <a:close/>
                </a:path>
                <a:path w="7620000" h="2874009">
                  <a:moveTo>
                    <a:pt x="5693716" y="2873871"/>
                  </a:moveTo>
                  <a:lnTo>
                    <a:pt x="5665141" y="2873871"/>
                  </a:lnTo>
                  <a:lnTo>
                    <a:pt x="5665141" y="2845295"/>
                  </a:lnTo>
                  <a:lnTo>
                    <a:pt x="5693716" y="2845295"/>
                  </a:lnTo>
                  <a:lnTo>
                    <a:pt x="5693716" y="2873871"/>
                  </a:lnTo>
                  <a:close/>
                </a:path>
                <a:path w="7620000" h="2874009">
                  <a:moveTo>
                    <a:pt x="5636566" y="2873871"/>
                  </a:moveTo>
                  <a:lnTo>
                    <a:pt x="5607991" y="2873871"/>
                  </a:lnTo>
                  <a:lnTo>
                    <a:pt x="5607991" y="2845295"/>
                  </a:lnTo>
                  <a:lnTo>
                    <a:pt x="5636566" y="2845295"/>
                  </a:lnTo>
                  <a:lnTo>
                    <a:pt x="5636566" y="2873871"/>
                  </a:lnTo>
                  <a:close/>
                </a:path>
                <a:path w="7620000" h="2874009">
                  <a:moveTo>
                    <a:pt x="5579416" y="2873871"/>
                  </a:moveTo>
                  <a:lnTo>
                    <a:pt x="5550841" y="2873871"/>
                  </a:lnTo>
                  <a:lnTo>
                    <a:pt x="5550841" y="2845295"/>
                  </a:lnTo>
                  <a:lnTo>
                    <a:pt x="5579416" y="2845295"/>
                  </a:lnTo>
                  <a:lnTo>
                    <a:pt x="5579416" y="2873871"/>
                  </a:lnTo>
                  <a:close/>
                </a:path>
                <a:path w="7620000" h="2874009">
                  <a:moveTo>
                    <a:pt x="5522266" y="2873871"/>
                  </a:moveTo>
                  <a:lnTo>
                    <a:pt x="5493691" y="2873871"/>
                  </a:lnTo>
                  <a:lnTo>
                    <a:pt x="5493691" y="2845295"/>
                  </a:lnTo>
                  <a:lnTo>
                    <a:pt x="5522266" y="2845295"/>
                  </a:lnTo>
                  <a:lnTo>
                    <a:pt x="5522266" y="2873871"/>
                  </a:lnTo>
                  <a:close/>
                </a:path>
                <a:path w="7620000" h="2874009">
                  <a:moveTo>
                    <a:pt x="5465116" y="2873871"/>
                  </a:moveTo>
                  <a:lnTo>
                    <a:pt x="5436541" y="2873871"/>
                  </a:lnTo>
                  <a:lnTo>
                    <a:pt x="5436541" y="2845295"/>
                  </a:lnTo>
                  <a:lnTo>
                    <a:pt x="5465116" y="2845295"/>
                  </a:lnTo>
                  <a:lnTo>
                    <a:pt x="5465116" y="2873871"/>
                  </a:lnTo>
                  <a:close/>
                </a:path>
                <a:path w="7620000" h="2874009">
                  <a:moveTo>
                    <a:pt x="5407966" y="2873871"/>
                  </a:moveTo>
                  <a:lnTo>
                    <a:pt x="5379391" y="2873871"/>
                  </a:lnTo>
                  <a:lnTo>
                    <a:pt x="5379391" y="2845295"/>
                  </a:lnTo>
                  <a:lnTo>
                    <a:pt x="5407966" y="2845295"/>
                  </a:lnTo>
                  <a:lnTo>
                    <a:pt x="5407966" y="2873871"/>
                  </a:lnTo>
                  <a:close/>
                </a:path>
                <a:path w="7620000" h="2874009">
                  <a:moveTo>
                    <a:pt x="5350816" y="2873871"/>
                  </a:moveTo>
                  <a:lnTo>
                    <a:pt x="5322241" y="2873871"/>
                  </a:lnTo>
                  <a:lnTo>
                    <a:pt x="5322241" y="2845295"/>
                  </a:lnTo>
                  <a:lnTo>
                    <a:pt x="5350816" y="2845295"/>
                  </a:lnTo>
                  <a:lnTo>
                    <a:pt x="5350816" y="2873871"/>
                  </a:lnTo>
                  <a:close/>
                </a:path>
                <a:path w="7620000" h="2874009">
                  <a:moveTo>
                    <a:pt x="5293666" y="2873871"/>
                  </a:moveTo>
                  <a:lnTo>
                    <a:pt x="5265091" y="2873871"/>
                  </a:lnTo>
                  <a:lnTo>
                    <a:pt x="5265091" y="2845295"/>
                  </a:lnTo>
                  <a:lnTo>
                    <a:pt x="5293666" y="2845295"/>
                  </a:lnTo>
                  <a:lnTo>
                    <a:pt x="5293666" y="2873871"/>
                  </a:lnTo>
                  <a:close/>
                </a:path>
                <a:path w="7620000" h="2874009">
                  <a:moveTo>
                    <a:pt x="5236516" y="2873871"/>
                  </a:moveTo>
                  <a:lnTo>
                    <a:pt x="5207941" y="2873871"/>
                  </a:lnTo>
                  <a:lnTo>
                    <a:pt x="5207941" y="2845295"/>
                  </a:lnTo>
                  <a:lnTo>
                    <a:pt x="5236516" y="2845295"/>
                  </a:lnTo>
                  <a:lnTo>
                    <a:pt x="5236516" y="2873871"/>
                  </a:lnTo>
                  <a:close/>
                </a:path>
                <a:path w="7620000" h="2874009">
                  <a:moveTo>
                    <a:pt x="5179366" y="2873871"/>
                  </a:moveTo>
                  <a:lnTo>
                    <a:pt x="5150791" y="2873871"/>
                  </a:lnTo>
                  <a:lnTo>
                    <a:pt x="5150791" y="2845295"/>
                  </a:lnTo>
                  <a:lnTo>
                    <a:pt x="5179366" y="2845295"/>
                  </a:lnTo>
                  <a:lnTo>
                    <a:pt x="5179366" y="2873871"/>
                  </a:lnTo>
                  <a:close/>
                </a:path>
                <a:path w="7620000" h="2874009">
                  <a:moveTo>
                    <a:pt x="5122216" y="2873871"/>
                  </a:moveTo>
                  <a:lnTo>
                    <a:pt x="5093641" y="2873871"/>
                  </a:lnTo>
                  <a:lnTo>
                    <a:pt x="5093641" y="2845295"/>
                  </a:lnTo>
                  <a:lnTo>
                    <a:pt x="5122216" y="2845295"/>
                  </a:lnTo>
                  <a:lnTo>
                    <a:pt x="5122216" y="2873871"/>
                  </a:lnTo>
                  <a:close/>
                </a:path>
                <a:path w="7620000" h="2874009">
                  <a:moveTo>
                    <a:pt x="5065066" y="2873871"/>
                  </a:moveTo>
                  <a:lnTo>
                    <a:pt x="5036491" y="2873871"/>
                  </a:lnTo>
                  <a:lnTo>
                    <a:pt x="5036491" y="2845295"/>
                  </a:lnTo>
                  <a:lnTo>
                    <a:pt x="5065066" y="2845295"/>
                  </a:lnTo>
                  <a:lnTo>
                    <a:pt x="5065066" y="2873871"/>
                  </a:lnTo>
                  <a:close/>
                </a:path>
                <a:path w="7620000" h="2874009">
                  <a:moveTo>
                    <a:pt x="5007916" y="2873871"/>
                  </a:moveTo>
                  <a:lnTo>
                    <a:pt x="4979341" y="2873871"/>
                  </a:lnTo>
                  <a:lnTo>
                    <a:pt x="4979341" y="2845295"/>
                  </a:lnTo>
                  <a:lnTo>
                    <a:pt x="5007916" y="2845295"/>
                  </a:lnTo>
                  <a:lnTo>
                    <a:pt x="5007916" y="2873871"/>
                  </a:lnTo>
                  <a:close/>
                </a:path>
                <a:path w="7620000" h="2874009">
                  <a:moveTo>
                    <a:pt x="4950766" y="2873871"/>
                  </a:moveTo>
                  <a:lnTo>
                    <a:pt x="4922191" y="2873871"/>
                  </a:lnTo>
                  <a:lnTo>
                    <a:pt x="4922191" y="2845295"/>
                  </a:lnTo>
                  <a:lnTo>
                    <a:pt x="4950766" y="2845295"/>
                  </a:lnTo>
                  <a:lnTo>
                    <a:pt x="4950766" y="2873871"/>
                  </a:lnTo>
                  <a:close/>
                </a:path>
                <a:path w="7620000" h="2874009">
                  <a:moveTo>
                    <a:pt x="4893616" y="2873871"/>
                  </a:moveTo>
                  <a:lnTo>
                    <a:pt x="4865041" y="2873871"/>
                  </a:lnTo>
                  <a:lnTo>
                    <a:pt x="4865041" y="2845295"/>
                  </a:lnTo>
                  <a:lnTo>
                    <a:pt x="4893616" y="2845295"/>
                  </a:lnTo>
                  <a:lnTo>
                    <a:pt x="4893616" y="2873871"/>
                  </a:lnTo>
                  <a:close/>
                </a:path>
                <a:path w="7620000" h="2874009">
                  <a:moveTo>
                    <a:pt x="4836466" y="2873871"/>
                  </a:moveTo>
                  <a:lnTo>
                    <a:pt x="4807891" y="2873871"/>
                  </a:lnTo>
                  <a:lnTo>
                    <a:pt x="4807891" y="2845295"/>
                  </a:lnTo>
                  <a:lnTo>
                    <a:pt x="4836466" y="2845295"/>
                  </a:lnTo>
                  <a:lnTo>
                    <a:pt x="4836466" y="2873871"/>
                  </a:lnTo>
                  <a:close/>
                </a:path>
                <a:path w="7620000" h="2874009">
                  <a:moveTo>
                    <a:pt x="4779316" y="2873871"/>
                  </a:moveTo>
                  <a:lnTo>
                    <a:pt x="4750741" y="2873871"/>
                  </a:lnTo>
                  <a:lnTo>
                    <a:pt x="4750741" y="2845295"/>
                  </a:lnTo>
                  <a:lnTo>
                    <a:pt x="4779316" y="2845295"/>
                  </a:lnTo>
                  <a:lnTo>
                    <a:pt x="4779316" y="2873871"/>
                  </a:lnTo>
                  <a:close/>
                </a:path>
                <a:path w="7620000" h="2874009">
                  <a:moveTo>
                    <a:pt x="4722166" y="2873871"/>
                  </a:moveTo>
                  <a:lnTo>
                    <a:pt x="4693591" y="2873871"/>
                  </a:lnTo>
                  <a:lnTo>
                    <a:pt x="4693591" y="2845295"/>
                  </a:lnTo>
                  <a:lnTo>
                    <a:pt x="4722166" y="2845295"/>
                  </a:lnTo>
                  <a:lnTo>
                    <a:pt x="4722166" y="2873871"/>
                  </a:lnTo>
                  <a:close/>
                </a:path>
                <a:path w="7620000" h="2874009">
                  <a:moveTo>
                    <a:pt x="4665016" y="2873871"/>
                  </a:moveTo>
                  <a:lnTo>
                    <a:pt x="4636441" y="2873871"/>
                  </a:lnTo>
                  <a:lnTo>
                    <a:pt x="4636441" y="2845295"/>
                  </a:lnTo>
                  <a:lnTo>
                    <a:pt x="4665016" y="2845295"/>
                  </a:lnTo>
                  <a:lnTo>
                    <a:pt x="4665016" y="2873871"/>
                  </a:lnTo>
                  <a:close/>
                </a:path>
                <a:path w="7620000" h="2874009">
                  <a:moveTo>
                    <a:pt x="4607866" y="2873871"/>
                  </a:moveTo>
                  <a:lnTo>
                    <a:pt x="4579291" y="2873871"/>
                  </a:lnTo>
                  <a:lnTo>
                    <a:pt x="4579291" y="2845295"/>
                  </a:lnTo>
                  <a:lnTo>
                    <a:pt x="4607866" y="2845295"/>
                  </a:lnTo>
                  <a:lnTo>
                    <a:pt x="4607866" y="2873871"/>
                  </a:lnTo>
                  <a:close/>
                </a:path>
                <a:path w="7620000" h="2874009">
                  <a:moveTo>
                    <a:pt x="4550716" y="2873871"/>
                  </a:moveTo>
                  <a:lnTo>
                    <a:pt x="4522141" y="2873871"/>
                  </a:lnTo>
                  <a:lnTo>
                    <a:pt x="4522141" y="2845295"/>
                  </a:lnTo>
                  <a:lnTo>
                    <a:pt x="4550716" y="2845295"/>
                  </a:lnTo>
                  <a:lnTo>
                    <a:pt x="4550716" y="2873871"/>
                  </a:lnTo>
                  <a:close/>
                </a:path>
                <a:path w="7620000" h="2874009">
                  <a:moveTo>
                    <a:pt x="4493566" y="2873871"/>
                  </a:moveTo>
                  <a:lnTo>
                    <a:pt x="4464991" y="2873871"/>
                  </a:lnTo>
                  <a:lnTo>
                    <a:pt x="4464991" y="2845295"/>
                  </a:lnTo>
                  <a:lnTo>
                    <a:pt x="4493566" y="2845295"/>
                  </a:lnTo>
                  <a:lnTo>
                    <a:pt x="4493566" y="2873871"/>
                  </a:lnTo>
                  <a:close/>
                </a:path>
                <a:path w="7620000" h="2874009">
                  <a:moveTo>
                    <a:pt x="4436416" y="2873871"/>
                  </a:moveTo>
                  <a:lnTo>
                    <a:pt x="4407841" y="2873871"/>
                  </a:lnTo>
                  <a:lnTo>
                    <a:pt x="4407841" y="2845295"/>
                  </a:lnTo>
                  <a:lnTo>
                    <a:pt x="4436416" y="2845295"/>
                  </a:lnTo>
                  <a:lnTo>
                    <a:pt x="4436416" y="2873871"/>
                  </a:lnTo>
                  <a:close/>
                </a:path>
                <a:path w="7620000" h="2874009">
                  <a:moveTo>
                    <a:pt x="4379266" y="2873871"/>
                  </a:moveTo>
                  <a:lnTo>
                    <a:pt x="4350691" y="2873871"/>
                  </a:lnTo>
                  <a:lnTo>
                    <a:pt x="4350691" y="2845295"/>
                  </a:lnTo>
                  <a:lnTo>
                    <a:pt x="4379266" y="2845295"/>
                  </a:lnTo>
                  <a:lnTo>
                    <a:pt x="4379266" y="2873871"/>
                  </a:lnTo>
                  <a:close/>
                </a:path>
                <a:path w="7620000" h="2874009">
                  <a:moveTo>
                    <a:pt x="4322116" y="2873871"/>
                  </a:moveTo>
                  <a:lnTo>
                    <a:pt x="4293541" y="2873871"/>
                  </a:lnTo>
                  <a:lnTo>
                    <a:pt x="4293541" y="2845295"/>
                  </a:lnTo>
                  <a:lnTo>
                    <a:pt x="4322116" y="2845295"/>
                  </a:lnTo>
                  <a:lnTo>
                    <a:pt x="4322116" y="2873871"/>
                  </a:lnTo>
                  <a:close/>
                </a:path>
                <a:path w="7620000" h="2874009">
                  <a:moveTo>
                    <a:pt x="4264966" y="2873871"/>
                  </a:moveTo>
                  <a:lnTo>
                    <a:pt x="4236391" y="2873871"/>
                  </a:lnTo>
                  <a:lnTo>
                    <a:pt x="4236391" y="2845295"/>
                  </a:lnTo>
                  <a:lnTo>
                    <a:pt x="4264966" y="2845295"/>
                  </a:lnTo>
                  <a:lnTo>
                    <a:pt x="4264966" y="2873871"/>
                  </a:lnTo>
                  <a:close/>
                </a:path>
                <a:path w="7620000" h="2874009">
                  <a:moveTo>
                    <a:pt x="4207816" y="2873871"/>
                  </a:moveTo>
                  <a:lnTo>
                    <a:pt x="4179241" y="2873871"/>
                  </a:lnTo>
                  <a:lnTo>
                    <a:pt x="4179241" y="2845295"/>
                  </a:lnTo>
                  <a:lnTo>
                    <a:pt x="4207816" y="2845295"/>
                  </a:lnTo>
                  <a:lnTo>
                    <a:pt x="4207816" y="2873871"/>
                  </a:lnTo>
                  <a:close/>
                </a:path>
                <a:path w="7620000" h="2874009">
                  <a:moveTo>
                    <a:pt x="4150666" y="2873871"/>
                  </a:moveTo>
                  <a:lnTo>
                    <a:pt x="4122091" y="2873871"/>
                  </a:lnTo>
                  <a:lnTo>
                    <a:pt x="4122091" y="2845295"/>
                  </a:lnTo>
                  <a:lnTo>
                    <a:pt x="4150666" y="2845295"/>
                  </a:lnTo>
                  <a:lnTo>
                    <a:pt x="4150666" y="2873871"/>
                  </a:lnTo>
                  <a:close/>
                </a:path>
                <a:path w="7620000" h="2874009">
                  <a:moveTo>
                    <a:pt x="4093516" y="2873871"/>
                  </a:moveTo>
                  <a:lnTo>
                    <a:pt x="4064941" y="2873871"/>
                  </a:lnTo>
                  <a:lnTo>
                    <a:pt x="4064941" y="2845295"/>
                  </a:lnTo>
                  <a:lnTo>
                    <a:pt x="4093516" y="2845295"/>
                  </a:lnTo>
                  <a:lnTo>
                    <a:pt x="4093516" y="2873871"/>
                  </a:lnTo>
                  <a:close/>
                </a:path>
                <a:path w="7620000" h="2874009">
                  <a:moveTo>
                    <a:pt x="4036366" y="2873871"/>
                  </a:moveTo>
                  <a:lnTo>
                    <a:pt x="4007791" y="2873871"/>
                  </a:lnTo>
                  <a:lnTo>
                    <a:pt x="4007791" y="2845295"/>
                  </a:lnTo>
                  <a:lnTo>
                    <a:pt x="4036366" y="2845295"/>
                  </a:lnTo>
                  <a:lnTo>
                    <a:pt x="4036366" y="2873871"/>
                  </a:lnTo>
                  <a:close/>
                </a:path>
                <a:path w="7620000" h="2874009">
                  <a:moveTo>
                    <a:pt x="3979216" y="2873871"/>
                  </a:moveTo>
                  <a:lnTo>
                    <a:pt x="3950641" y="2873871"/>
                  </a:lnTo>
                  <a:lnTo>
                    <a:pt x="3950641" y="2845295"/>
                  </a:lnTo>
                  <a:lnTo>
                    <a:pt x="3979216" y="2845295"/>
                  </a:lnTo>
                  <a:lnTo>
                    <a:pt x="3979216" y="2873871"/>
                  </a:lnTo>
                  <a:close/>
                </a:path>
                <a:path w="7620000" h="2874009">
                  <a:moveTo>
                    <a:pt x="3922066" y="2873871"/>
                  </a:moveTo>
                  <a:lnTo>
                    <a:pt x="3893491" y="2873871"/>
                  </a:lnTo>
                  <a:lnTo>
                    <a:pt x="3893491" y="2845295"/>
                  </a:lnTo>
                  <a:lnTo>
                    <a:pt x="3922066" y="2845295"/>
                  </a:lnTo>
                  <a:lnTo>
                    <a:pt x="3922066" y="2873871"/>
                  </a:lnTo>
                  <a:close/>
                </a:path>
                <a:path w="7620000" h="2874009">
                  <a:moveTo>
                    <a:pt x="3864916" y="2873871"/>
                  </a:moveTo>
                  <a:lnTo>
                    <a:pt x="3836341" y="2873871"/>
                  </a:lnTo>
                  <a:lnTo>
                    <a:pt x="3836341" y="2845295"/>
                  </a:lnTo>
                  <a:lnTo>
                    <a:pt x="3864916" y="2845295"/>
                  </a:lnTo>
                  <a:lnTo>
                    <a:pt x="3864916" y="2873871"/>
                  </a:lnTo>
                  <a:close/>
                </a:path>
                <a:path w="7620000" h="2874009">
                  <a:moveTo>
                    <a:pt x="3807766" y="2873871"/>
                  </a:moveTo>
                  <a:lnTo>
                    <a:pt x="3779191" y="2873871"/>
                  </a:lnTo>
                  <a:lnTo>
                    <a:pt x="3779191" y="2845295"/>
                  </a:lnTo>
                  <a:lnTo>
                    <a:pt x="3807766" y="2845295"/>
                  </a:lnTo>
                  <a:lnTo>
                    <a:pt x="3807766" y="2873871"/>
                  </a:lnTo>
                  <a:close/>
                </a:path>
                <a:path w="7620000" h="2874009">
                  <a:moveTo>
                    <a:pt x="3750616" y="2873871"/>
                  </a:moveTo>
                  <a:lnTo>
                    <a:pt x="3722041" y="2873871"/>
                  </a:lnTo>
                  <a:lnTo>
                    <a:pt x="3722041" y="2845295"/>
                  </a:lnTo>
                  <a:lnTo>
                    <a:pt x="3750616" y="2845295"/>
                  </a:lnTo>
                  <a:lnTo>
                    <a:pt x="3750616" y="2873871"/>
                  </a:lnTo>
                  <a:close/>
                </a:path>
                <a:path w="7620000" h="2874009">
                  <a:moveTo>
                    <a:pt x="3693466" y="2873871"/>
                  </a:moveTo>
                  <a:lnTo>
                    <a:pt x="3664891" y="2873871"/>
                  </a:lnTo>
                  <a:lnTo>
                    <a:pt x="3664891" y="2845295"/>
                  </a:lnTo>
                  <a:lnTo>
                    <a:pt x="3693466" y="2845295"/>
                  </a:lnTo>
                  <a:lnTo>
                    <a:pt x="3693466" y="2873871"/>
                  </a:lnTo>
                  <a:close/>
                </a:path>
                <a:path w="7620000" h="2874009">
                  <a:moveTo>
                    <a:pt x="3636316" y="2873871"/>
                  </a:moveTo>
                  <a:lnTo>
                    <a:pt x="3607741" y="2873871"/>
                  </a:lnTo>
                  <a:lnTo>
                    <a:pt x="3607741" y="2845295"/>
                  </a:lnTo>
                  <a:lnTo>
                    <a:pt x="3636316" y="2845295"/>
                  </a:lnTo>
                  <a:lnTo>
                    <a:pt x="3636316" y="2873871"/>
                  </a:lnTo>
                  <a:close/>
                </a:path>
                <a:path w="7620000" h="2874009">
                  <a:moveTo>
                    <a:pt x="3579166" y="2873871"/>
                  </a:moveTo>
                  <a:lnTo>
                    <a:pt x="3550591" y="2873871"/>
                  </a:lnTo>
                  <a:lnTo>
                    <a:pt x="3550591" y="2845295"/>
                  </a:lnTo>
                  <a:lnTo>
                    <a:pt x="3579166" y="2845295"/>
                  </a:lnTo>
                  <a:lnTo>
                    <a:pt x="3579166" y="2873871"/>
                  </a:lnTo>
                  <a:close/>
                </a:path>
                <a:path w="7620000" h="2874009">
                  <a:moveTo>
                    <a:pt x="3522016" y="2873871"/>
                  </a:moveTo>
                  <a:lnTo>
                    <a:pt x="3493441" y="2873871"/>
                  </a:lnTo>
                  <a:lnTo>
                    <a:pt x="3493441" y="2845295"/>
                  </a:lnTo>
                  <a:lnTo>
                    <a:pt x="3522016" y="2845295"/>
                  </a:lnTo>
                  <a:lnTo>
                    <a:pt x="3522016" y="2873871"/>
                  </a:lnTo>
                  <a:close/>
                </a:path>
                <a:path w="7620000" h="2874009">
                  <a:moveTo>
                    <a:pt x="3464866" y="2873871"/>
                  </a:moveTo>
                  <a:lnTo>
                    <a:pt x="3436291" y="2873871"/>
                  </a:lnTo>
                  <a:lnTo>
                    <a:pt x="3436291" y="2845295"/>
                  </a:lnTo>
                  <a:lnTo>
                    <a:pt x="3464866" y="2845295"/>
                  </a:lnTo>
                  <a:lnTo>
                    <a:pt x="3464866" y="2873871"/>
                  </a:lnTo>
                  <a:close/>
                </a:path>
                <a:path w="7620000" h="2874009">
                  <a:moveTo>
                    <a:pt x="3407716" y="2873871"/>
                  </a:moveTo>
                  <a:lnTo>
                    <a:pt x="3379141" y="2873871"/>
                  </a:lnTo>
                  <a:lnTo>
                    <a:pt x="3379141" y="2845295"/>
                  </a:lnTo>
                  <a:lnTo>
                    <a:pt x="3407716" y="2845295"/>
                  </a:lnTo>
                  <a:lnTo>
                    <a:pt x="3407716" y="2873871"/>
                  </a:lnTo>
                  <a:close/>
                </a:path>
                <a:path w="7620000" h="2874009">
                  <a:moveTo>
                    <a:pt x="3350566" y="2873871"/>
                  </a:moveTo>
                  <a:lnTo>
                    <a:pt x="3321991" y="2873871"/>
                  </a:lnTo>
                  <a:lnTo>
                    <a:pt x="3321991" y="2845295"/>
                  </a:lnTo>
                  <a:lnTo>
                    <a:pt x="3350566" y="2845295"/>
                  </a:lnTo>
                  <a:lnTo>
                    <a:pt x="3350566" y="2873871"/>
                  </a:lnTo>
                  <a:close/>
                </a:path>
                <a:path w="7620000" h="2874009">
                  <a:moveTo>
                    <a:pt x="3293416" y="2873871"/>
                  </a:moveTo>
                  <a:lnTo>
                    <a:pt x="3264841" y="2873871"/>
                  </a:lnTo>
                  <a:lnTo>
                    <a:pt x="3264841" y="2845295"/>
                  </a:lnTo>
                  <a:lnTo>
                    <a:pt x="3293416" y="2845295"/>
                  </a:lnTo>
                  <a:lnTo>
                    <a:pt x="3293416" y="2873871"/>
                  </a:lnTo>
                  <a:close/>
                </a:path>
                <a:path w="7620000" h="2874009">
                  <a:moveTo>
                    <a:pt x="3236266" y="2873871"/>
                  </a:moveTo>
                  <a:lnTo>
                    <a:pt x="3207691" y="2873871"/>
                  </a:lnTo>
                  <a:lnTo>
                    <a:pt x="3207691" y="2845295"/>
                  </a:lnTo>
                  <a:lnTo>
                    <a:pt x="3236266" y="2845295"/>
                  </a:lnTo>
                  <a:lnTo>
                    <a:pt x="3236266" y="2873871"/>
                  </a:lnTo>
                  <a:close/>
                </a:path>
                <a:path w="7620000" h="2874009">
                  <a:moveTo>
                    <a:pt x="3179116" y="2873871"/>
                  </a:moveTo>
                  <a:lnTo>
                    <a:pt x="3150541" y="2873871"/>
                  </a:lnTo>
                  <a:lnTo>
                    <a:pt x="3150541" y="2845295"/>
                  </a:lnTo>
                  <a:lnTo>
                    <a:pt x="3179116" y="2845295"/>
                  </a:lnTo>
                  <a:lnTo>
                    <a:pt x="3179116" y="2873871"/>
                  </a:lnTo>
                  <a:close/>
                </a:path>
                <a:path w="7620000" h="2874009">
                  <a:moveTo>
                    <a:pt x="3121966" y="2873871"/>
                  </a:moveTo>
                  <a:lnTo>
                    <a:pt x="3093391" y="2873871"/>
                  </a:lnTo>
                  <a:lnTo>
                    <a:pt x="3093391" y="2845295"/>
                  </a:lnTo>
                  <a:lnTo>
                    <a:pt x="3121966" y="2845295"/>
                  </a:lnTo>
                  <a:lnTo>
                    <a:pt x="3121966" y="2873871"/>
                  </a:lnTo>
                  <a:close/>
                </a:path>
                <a:path w="7620000" h="2874009">
                  <a:moveTo>
                    <a:pt x="3064816" y="2873871"/>
                  </a:moveTo>
                  <a:lnTo>
                    <a:pt x="3036241" y="2873871"/>
                  </a:lnTo>
                  <a:lnTo>
                    <a:pt x="3036241" y="2845295"/>
                  </a:lnTo>
                  <a:lnTo>
                    <a:pt x="3064816" y="2845295"/>
                  </a:lnTo>
                  <a:lnTo>
                    <a:pt x="3064816" y="2873871"/>
                  </a:lnTo>
                  <a:close/>
                </a:path>
                <a:path w="7620000" h="2874009">
                  <a:moveTo>
                    <a:pt x="3007666" y="2873871"/>
                  </a:moveTo>
                  <a:lnTo>
                    <a:pt x="2979091" y="2873871"/>
                  </a:lnTo>
                  <a:lnTo>
                    <a:pt x="2979091" y="2845295"/>
                  </a:lnTo>
                  <a:lnTo>
                    <a:pt x="3007666" y="2845295"/>
                  </a:lnTo>
                  <a:lnTo>
                    <a:pt x="3007666" y="2873871"/>
                  </a:lnTo>
                  <a:close/>
                </a:path>
                <a:path w="7620000" h="2874009">
                  <a:moveTo>
                    <a:pt x="2950516" y="2873871"/>
                  </a:moveTo>
                  <a:lnTo>
                    <a:pt x="2921941" y="2873871"/>
                  </a:lnTo>
                  <a:lnTo>
                    <a:pt x="2921941" y="2845295"/>
                  </a:lnTo>
                  <a:lnTo>
                    <a:pt x="2950516" y="2845295"/>
                  </a:lnTo>
                  <a:lnTo>
                    <a:pt x="2950516" y="2873871"/>
                  </a:lnTo>
                  <a:close/>
                </a:path>
                <a:path w="7620000" h="2874009">
                  <a:moveTo>
                    <a:pt x="2893366" y="2873871"/>
                  </a:moveTo>
                  <a:lnTo>
                    <a:pt x="2864791" y="2873871"/>
                  </a:lnTo>
                  <a:lnTo>
                    <a:pt x="2864791" y="2845295"/>
                  </a:lnTo>
                  <a:lnTo>
                    <a:pt x="2893366" y="2845295"/>
                  </a:lnTo>
                  <a:lnTo>
                    <a:pt x="2893366" y="2873871"/>
                  </a:lnTo>
                  <a:close/>
                </a:path>
                <a:path w="7620000" h="2874009">
                  <a:moveTo>
                    <a:pt x="2836216" y="2873871"/>
                  </a:moveTo>
                  <a:lnTo>
                    <a:pt x="2807641" y="2873871"/>
                  </a:lnTo>
                  <a:lnTo>
                    <a:pt x="2807641" y="2845295"/>
                  </a:lnTo>
                  <a:lnTo>
                    <a:pt x="2836216" y="2845295"/>
                  </a:lnTo>
                  <a:lnTo>
                    <a:pt x="2836216" y="2873871"/>
                  </a:lnTo>
                  <a:close/>
                </a:path>
                <a:path w="7620000" h="2874009">
                  <a:moveTo>
                    <a:pt x="2779066" y="2873871"/>
                  </a:moveTo>
                  <a:lnTo>
                    <a:pt x="2750491" y="2873871"/>
                  </a:lnTo>
                  <a:lnTo>
                    <a:pt x="2750491" y="2845295"/>
                  </a:lnTo>
                  <a:lnTo>
                    <a:pt x="2779066" y="2845295"/>
                  </a:lnTo>
                  <a:lnTo>
                    <a:pt x="2779066" y="2873871"/>
                  </a:lnTo>
                  <a:close/>
                </a:path>
                <a:path w="7620000" h="2874009">
                  <a:moveTo>
                    <a:pt x="2721916" y="2873871"/>
                  </a:moveTo>
                  <a:lnTo>
                    <a:pt x="2693341" y="2873871"/>
                  </a:lnTo>
                  <a:lnTo>
                    <a:pt x="2693341" y="2845295"/>
                  </a:lnTo>
                  <a:lnTo>
                    <a:pt x="2721916" y="2845295"/>
                  </a:lnTo>
                  <a:lnTo>
                    <a:pt x="2721916" y="2873871"/>
                  </a:lnTo>
                  <a:close/>
                </a:path>
                <a:path w="7620000" h="2874009">
                  <a:moveTo>
                    <a:pt x="2664766" y="2873871"/>
                  </a:moveTo>
                  <a:lnTo>
                    <a:pt x="2636191" y="2873871"/>
                  </a:lnTo>
                  <a:lnTo>
                    <a:pt x="2636191" y="2845295"/>
                  </a:lnTo>
                  <a:lnTo>
                    <a:pt x="2664766" y="2845295"/>
                  </a:lnTo>
                  <a:lnTo>
                    <a:pt x="2664766" y="2873871"/>
                  </a:lnTo>
                  <a:close/>
                </a:path>
                <a:path w="7620000" h="2874009">
                  <a:moveTo>
                    <a:pt x="2607616" y="2873871"/>
                  </a:moveTo>
                  <a:lnTo>
                    <a:pt x="2579041" y="2873871"/>
                  </a:lnTo>
                  <a:lnTo>
                    <a:pt x="2579041" y="2845295"/>
                  </a:lnTo>
                  <a:lnTo>
                    <a:pt x="2607616" y="2845295"/>
                  </a:lnTo>
                  <a:lnTo>
                    <a:pt x="2607616" y="2873871"/>
                  </a:lnTo>
                  <a:close/>
                </a:path>
                <a:path w="7620000" h="2874009">
                  <a:moveTo>
                    <a:pt x="2550466" y="2873871"/>
                  </a:moveTo>
                  <a:lnTo>
                    <a:pt x="2521891" y="2873871"/>
                  </a:lnTo>
                  <a:lnTo>
                    <a:pt x="2521891" y="2845295"/>
                  </a:lnTo>
                  <a:lnTo>
                    <a:pt x="2550466" y="2845295"/>
                  </a:lnTo>
                  <a:lnTo>
                    <a:pt x="2550466" y="2873871"/>
                  </a:lnTo>
                  <a:close/>
                </a:path>
                <a:path w="7620000" h="2874009">
                  <a:moveTo>
                    <a:pt x="2493316" y="2873871"/>
                  </a:moveTo>
                  <a:lnTo>
                    <a:pt x="2464741" y="2873871"/>
                  </a:lnTo>
                  <a:lnTo>
                    <a:pt x="2464741" y="2845295"/>
                  </a:lnTo>
                  <a:lnTo>
                    <a:pt x="2493316" y="2845295"/>
                  </a:lnTo>
                  <a:lnTo>
                    <a:pt x="2493316" y="2873871"/>
                  </a:lnTo>
                  <a:close/>
                </a:path>
                <a:path w="7620000" h="2874009">
                  <a:moveTo>
                    <a:pt x="2436166" y="2873871"/>
                  </a:moveTo>
                  <a:lnTo>
                    <a:pt x="2407591" y="2873871"/>
                  </a:lnTo>
                  <a:lnTo>
                    <a:pt x="2407591" y="2845295"/>
                  </a:lnTo>
                  <a:lnTo>
                    <a:pt x="2436166" y="2845295"/>
                  </a:lnTo>
                  <a:lnTo>
                    <a:pt x="2436166" y="2873871"/>
                  </a:lnTo>
                  <a:close/>
                </a:path>
                <a:path w="7620000" h="2874009">
                  <a:moveTo>
                    <a:pt x="2379016" y="2873871"/>
                  </a:moveTo>
                  <a:lnTo>
                    <a:pt x="2350441" y="2873871"/>
                  </a:lnTo>
                  <a:lnTo>
                    <a:pt x="2350441" y="2845295"/>
                  </a:lnTo>
                  <a:lnTo>
                    <a:pt x="2379016" y="2845295"/>
                  </a:lnTo>
                  <a:lnTo>
                    <a:pt x="2379016" y="2873871"/>
                  </a:lnTo>
                  <a:close/>
                </a:path>
                <a:path w="7620000" h="2874009">
                  <a:moveTo>
                    <a:pt x="2321866" y="2873871"/>
                  </a:moveTo>
                  <a:lnTo>
                    <a:pt x="2293291" y="2873871"/>
                  </a:lnTo>
                  <a:lnTo>
                    <a:pt x="2293291" y="2845295"/>
                  </a:lnTo>
                  <a:lnTo>
                    <a:pt x="2321866" y="2845295"/>
                  </a:lnTo>
                  <a:lnTo>
                    <a:pt x="2321866" y="2873871"/>
                  </a:lnTo>
                  <a:close/>
                </a:path>
                <a:path w="7620000" h="2874009">
                  <a:moveTo>
                    <a:pt x="2264716" y="2873871"/>
                  </a:moveTo>
                  <a:lnTo>
                    <a:pt x="2236141" y="2873871"/>
                  </a:lnTo>
                  <a:lnTo>
                    <a:pt x="2236141" y="2845295"/>
                  </a:lnTo>
                  <a:lnTo>
                    <a:pt x="2264716" y="2845295"/>
                  </a:lnTo>
                  <a:lnTo>
                    <a:pt x="2264716" y="2873871"/>
                  </a:lnTo>
                  <a:close/>
                </a:path>
                <a:path w="7620000" h="2874009">
                  <a:moveTo>
                    <a:pt x="2207566" y="2873871"/>
                  </a:moveTo>
                  <a:lnTo>
                    <a:pt x="2178991" y="2873871"/>
                  </a:lnTo>
                  <a:lnTo>
                    <a:pt x="2178991" y="2845295"/>
                  </a:lnTo>
                  <a:lnTo>
                    <a:pt x="2207566" y="2845295"/>
                  </a:lnTo>
                  <a:lnTo>
                    <a:pt x="2207566" y="2873871"/>
                  </a:lnTo>
                  <a:close/>
                </a:path>
                <a:path w="7620000" h="2874009">
                  <a:moveTo>
                    <a:pt x="2150416" y="2873871"/>
                  </a:moveTo>
                  <a:lnTo>
                    <a:pt x="2121841" y="2873871"/>
                  </a:lnTo>
                  <a:lnTo>
                    <a:pt x="2121841" y="2845295"/>
                  </a:lnTo>
                  <a:lnTo>
                    <a:pt x="2150416" y="2845295"/>
                  </a:lnTo>
                  <a:lnTo>
                    <a:pt x="2150416" y="2873871"/>
                  </a:lnTo>
                  <a:close/>
                </a:path>
                <a:path w="7620000" h="2874009">
                  <a:moveTo>
                    <a:pt x="2093266" y="2873871"/>
                  </a:moveTo>
                  <a:lnTo>
                    <a:pt x="2064691" y="2873871"/>
                  </a:lnTo>
                  <a:lnTo>
                    <a:pt x="2064691" y="2845295"/>
                  </a:lnTo>
                  <a:lnTo>
                    <a:pt x="2093266" y="2845295"/>
                  </a:lnTo>
                  <a:lnTo>
                    <a:pt x="2093266" y="2873871"/>
                  </a:lnTo>
                  <a:close/>
                </a:path>
                <a:path w="7620000" h="2874009">
                  <a:moveTo>
                    <a:pt x="2036116" y="2873871"/>
                  </a:moveTo>
                  <a:lnTo>
                    <a:pt x="2007541" y="2873871"/>
                  </a:lnTo>
                  <a:lnTo>
                    <a:pt x="2007541" y="2845295"/>
                  </a:lnTo>
                  <a:lnTo>
                    <a:pt x="2036116" y="2845295"/>
                  </a:lnTo>
                  <a:lnTo>
                    <a:pt x="2036116" y="2873871"/>
                  </a:lnTo>
                  <a:close/>
                </a:path>
                <a:path w="7620000" h="2874009">
                  <a:moveTo>
                    <a:pt x="1978966" y="2873871"/>
                  </a:moveTo>
                  <a:lnTo>
                    <a:pt x="1950391" y="2873871"/>
                  </a:lnTo>
                  <a:lnTo>
                    <a:pt x="1950391" y="2845295"/>
                  </a:lnTo>
                  <a:lnTo>
                    <a:pt x="1978966" y="2845295"/>
                  </a:lnTo>
                  <a:lnTo>
                    <a:pt x="1978966" y="2873871"/>
                  </a:lnTo>
                  <a:close/>
                </a:path>
                <a:path w="7620000" h="2874009">
                  <a:moveTo>
                    <a:pt x="1921816" y="2873871"/>
                  </a:moveTo>
                  <a:lnTo>
                    <a:pt x="1893241" y="2873871"/>
                  </a:lnTo>
                  <a:lnTo>
                    <a:pt x="1893241" y="2845295"/>
                  </a:lnTo>
                  <a:lnTo>
                    <a:pt x="1921816" y="2845295"/>
                  </a:lnTo>
                  <a:lnTo>
                    <a:pt x="1921816" y="2873871"/>
                  </a:lnTo>
                  <a:close/>
                </a:path>
                <a:path w="7620000" h="2874009">
                  <a:moveTo>
                    <a:pt x="1864666" y="2873871"/>
                  </a:moveTo>
                  <a:lnTo>
                    <a:pt x="1836091" y="2873871"/>
                  </a:lnTo>
                  <a:lnTo>
                    <a:pt x="1836091" y="2845295"/>
                  </a:lnTo>
                  <a:lnTo>
                    <a:pt x="1864666" y="2845295"/>
                  </a:lnTo>
                  <a:lnTo>
                    <a:pt x="1864666" y="2873871"/>
                  </a:lnTo>
                  <a:close/>
                </a:path>
                <a:path w="7620000" h="2874009">
                  <a:moveTo>
                    <a:pt x="1807516" y="2873871"/>
                  </a:moveTo>
                  <a:lnTo>
                    <a:pt x="1778941" y="2873871"/>
                  </a:lnTo>
                  <a:lnTo>
                    <a:pt x="1778941" y="2845295"/>
                  </a:lnTo>
                  <a:lnTo>
                    <a:pt x="1807516" y="2845295"/>
                  </a:lnTo>
                  <a:lnTo>
                    <a:pt x="1807516" y="2873871"/>
                  </a:lnTo>
                  <a:close/>
                </a:path>
                <a:path w="7620000" h="2874009">
                  <a:moveTo>
                    <a:pt x="1750366" y="2873871"/>
                  </a:moveTo>
                  <a:lnTo>
                    <a:pt x="1721791" y="2873871"/>
                  </a:lnTo>
                  <a:lnTo>
                    <a:pt x="1721791" y="2845295"/>
                  </a:lnTo>
                  <a:lnTo>
                    <a:pt x="1750366" y="2845295"/>
                  </a:lnTo>
                  <a:lnTo>
                    <a:pt x="1750366" y="2873871"/>
                  </a:lnTo>
                  <a:close/>
                </a:path>
                <a:path w="7620000" h="2874009">
                  <a:moveTo>
                    <a:pt x="1693216" y="2873871"/>
                  </a:moveTo>
                  <a:lnTo>
                    <a:pt x="1664641" y="2873871"/>
                  </a:lnTo>
                  <a:lnTo>
                    <a:pt x="1664641" y="2845295"/>
                  </a:lnTo>
                  <a:lnTo>
                    <a:pt x="1693216" y="2845295"/>
                  </a:lnTo>
                  <a:lnTo>
                    <a:pt x="1693216" y="2873871"/>
                  </a:lnTo>
                  <a:close/>
                </a:path>
                <a:path w="7620000" h="2874009">
                  <a:moveTo>
                    <a:pt x="1636066" y="2873871"/>
                  </a:moveTo>
                  <a:lnTo>
                    <a:pt x="1607491" y="2873871"/>
                  </a:lnTo>
                  <a:lnTo>
                    <a:pt x="1607491" y="2845295"/>
                  </a:lnTo>
                  <a:lnTo>
                    <a:pt x="1636066" y="2845295"/>
                  </a:lnTo>
                  <a:lnTo>
                    <a:pt x="1636066" y="2873871"/>
                  </a:lnTo>
                  <a:close/>
                </a:path>
                <a:path w="7620000" h="2874009">
                  <a:moveTo>
                    <a:pt x="1578916" y="2873871"/>
                  </a:moveTo>
                  <a:lnTo>
                    <a:pt x="1550341" y="2873871"/>
                  </a:lnTo>
                  <a:lnTo>
                    <a:pt x="1550341" y="2845295"/>
                  </a:lnTo>
                  <a:lnTo>
                    <a:pt x="1578916" y="2845295"/>
                  </a:lnTo>
                  <a:lnTo>
                    <a:pt x="1578916" y="2873871"/>
                  </a:lnTo>
                  <a:close/>
                </a:path>
                <a:path w="7620000" h="2874009">
                  <a:moveTo>
                    <a:pt x="1521766" y="2873871"/>
                  </a:moveTo>
                  <a:lnTo>
                    <a:pt x="1493191" y="2873871"/>
                  </a:lnTo>
                  <a:lnTo>
                    <a:pt x="1493191" y="2845295"/>
                  </a:lnTo>
                  <a:lnTo>
                    <a:pt x="1521766" y="2845295"/>
                  </a:lnTo>
                  <a:lnTo>
                    <a:pt x="1521766" y="2873871"/>
                  </a:lnTo>
                  <a:close/>
                </a:path>
                <a:path w="7620000" h="2874009">
                  <a:moveTo>
                    <a:pt x="1464616" y="2873871"/>
                  </a:moveTo>
                  <a:lnTo>
                    <a:pt x="1436041" y="2873871"/>
                  </a:lnTo>
                  <a:lnTo>
                    <a:pt x="1436041" y="2845295"/>
                  </a:lnTo>
                  <a:lnTo>
                    <a:pt x="1464616" y="2845295"/>
                  </a:lnTo>
                  <a:lnTo>
                    <a:pt x="1464616" y="2873871"/>
                  </a:lnTo>
                  <a:close/>
                </a:path>
                <a:path w="7620000" h="2874009">
                  <a:moveTo>
                    <a:pt x="1407466" y="2873871"/>
                  </a:moveTo>
                  <a:lnTo>
                    <a:pt x="1378891" y="2873871"/>
                  </a:lnTo>
                  <a:lnTo>
                    <a:pt x="1378891" y="2845295"/>
                  </a:lnTo>
                  <a:lnTo>
                    <a:pt x="1407466" y="2845295"/>
                  </a:lnTo>
                  <a:lnTo>
                    <a:pt x="1407466" y="2873871"/>
                  </a:lnTo>
                  <a:close/>
                </a:path>
                <a:path w="7620000" h="2874009">
                  <a:moveTo>
                    <a:pt x="1350316" y="2873871"/>
                  </a:moveTo>
                  <a:lnTo>
                    <a:pt x="1321741" y="2873871"/>
                  </a:lnTo>
                  <a:lnTo>
                    <a:pt x="1321741" y="2845295"/>
                  </a:lnTo>
                  <a:lnTo>
                    <a:pt x="1350316" y="2845295"/>
                  </a:lnTo>
                  <a:lnTo>
                    <a:pt x="1350316" y="2873871"/>
                  </a:lnTo>
                  <a:close/>
                </a:path>
                <a:path w="7620000" h="2874009">
                  <a:moveTo>
                    <a:pt x="1293166" y="2873871"/>
                  </a:moveTo>
                  <a:lnTo>
                    <a:pt x="1264591" y="2873871"/>
                  </a:lnTo>
                  <a:lnTo>
                    <a:pt x="1264591" y="2845295"/>
                  </a:lnTo>
                  <a:lnTo>
                    <a:pt x="1293166" y="2845295"/>
                  </a:lnTo>
                  <a:lnTo>
                    <a:pt x="1293166" y="2873871"/>
                  </a:lnTo>
                  <a:close/>
                </a:path>
                <a:path w="7620000" h="2874009">
                  <a:moveTo>
                    <a:pt x="1236016" y="2873871"/>
                  </a:moveTo>
                  <a:lnTo>
                    <a:pt x="1207441" y="2873871"/>
                  </a:lnTo>
                  <a:lnTo>
                    <a:pt x="1207441" y="2845295"/>
                  </a:lnTo>
                  <a:lnTo>
                    <a:pt x="1236016" y="2845295"/>
                  </a:lnTo>
                  <a:lnTo>
                    <a:pt x="1236016" y="2873871"/>
                  </a:lnTo>
                  <a:close/>
                </a:path>
                <a:path w="7620000" h="2874009">
                  <a:moveTo>
                    <a:pt x="1178866" y="2873871"/>
                  </a:moveTo>
                  <a:lnTo>
                    <a:pt x="1150291" y="2873871"/>
                  </a:lnTo>
                  <a:lnTo>
                    <a:pt x="1150291" y="2845295"/>
                  </a:lnTo>
                  <a:lnTo>
                    <a:pt x="1178866" y="2845295"/>
                  </a:lnTo>
                  <a:lnTo>
                    <a:pt x="1178866" y="2873871"/>
                  </a:lnTo>
                  <a:close/>
                </a:path>
                <a:path w="7620000" h="2874009">
                  <a:moveTo>
                    <a:pt x="1121716" y="2873871"/>
                  </a:moveTo>
                  <a:lnTo>
                    <a:pt x="1093141" y="2873871"/>
                  </a:lnTo>
                  <a:lnTo>
                    <a:pt x="1093141" y="2845295"/>
                  </a:lnTo>
                  <a:lnTo>
                    <a:pt x="1121716" y="2845295"/>
                  </a:lnTo>
                  <a:lnTo>
                    <a:pt x="1121716" y="2873871"/>
                  </a:lnTo>
                  <a:close/>
                </a:path>
                <a:path w="7620000" h="2874009">
                  <a:moveTo>
                    <a:pt x="1064566" y="2873871"/>
                  </a:moveTo>
                  <a:lnTo>
                    <a:pt x="1035991" y="2873871"/>
                  </a:lnTo>
                  <a:lnTo>
                    <a:pt x="1035991" y="2845295"/>
                  </a:lnTo>
                  <a:lnTo>
                    <a:pt x="1064566" y="2845295"/>
                  </a:lnTo>
                  <a:lnTo>
                    <a:pt x="1064566" y="2873871"/>
                  </a:lnTo>
                  <a:close/>
                </a:path>
                <a:path w="7620000" h="2874009">
                  <a:moveTo>
                    <a:pt x="1007416" y="2873871"/>
                  </a:moveTo>
                  <a:lnTo>
                    <a:pt x="978841" y="2873871"/>
                  </a:lnTo>
                  <a:lnTo>
                    <a:pt x="978841" y="2845295"/>
                  </a:lnTo>
                  <a:lnTo>
                    <a:pt x="1007416" y="2845295"/>
                  </a:lnTo>
                  <a:lnTo>
                    <a:pt x="1007416" y="2873871"/>
                  </a:lnTo>
                  <a:close/>
                </a:path>
                <a:path w="7620000" h="2874009">
                  <a:moveTo>
                    <a:pt x="950266" y="2873871"/>
                  </a:moveTo>
                  <a:lnTo>
                    <a:pt x="921691" y="2873871"/>
                  </a:lnTo>
                  <a:lnTo>
                    <a:pt x="921691" y="2845295"/>
                  </a:lnTo>
                  <a:lnTo>
                    <a:pt x="950266" y="2845295"/>
                  </a:lnTo>
                  <a:lnTo>
                    <a:pt x="950266" y="2873871"/>
                  </a:lnTo>
                  <a:close/>
                </a:path>
                <a:path w="7620000" h="2874009">
                  <a:moveTo>
                    <a:pt x="893116" y="2873871"/>
                  </a:moveTo>
                  <a:lnTo>
                    <a:pt x="864541" y="2873871"/>
                  </a:lnTo>
                  <a:lnTo>
                    <a:pt x="864541" y="2845295"/>
                  </a:lnTo>
                  <a:lnTo>
                    <a:pt x="893116" y="2845295"/>
                  </a:lnTo>
                  <a:lnTo>
                    <a:pt x="893116" y="2873871"/>
                  </a:lnTo>
                  <a:close/>
                </a:path>
                <a:path w="7620000" h="2874009">
                  <a:moveTo>
                    <a:pt x="835966" y="2873871"/>
                  </a:moveTo>
                  <a:lnTo>
                    <a:pt x="807391" y="2873871"/>
                  </a:lnTo>
                  <a:lnTo>
                    <a:pt x="807391" y="2845295"/>
                  </a:lnTo>
                  <a:lnTo>
                    <a:pt x="835966" y="2845295"/>
                  </a:lnTo>
                  <a:lnTo>
                    <a:pt x="835966" y="2873871"/>
                  </a:lnTo>
                  <a:close/>
                </a:path>
                <a:path w="7620000" h="2874009">
                  <a:moveTo>
                    <a:pt x="778816" y="2873871"/>
                  </a:moveTo>
                  <a:lnTo>
                    <a:pt x="750241" y="2873871"/>
                  </a:lnTo>
                  <a:lnTo>
                    <a:pt x="750241" y="2845295"/>
                  </a:lnTo>
                  <a:lnTo>
                    <a:pt x="778816" y="2845295"/>
                  </a:lnTo>
                  <a:lnTo>
                    <a:pt x="778816" y="2873871"/>
                  </a:lnTo>
                  <a:close/>
                </a:path>
                <a:path w="7620000" h="2874009">
                  <a:moveTo>
                    <a:pt x="721666" y="2873871"/>
                  </a:moveTo>
                  <a:lnTo>
                    <a:pt x="693091" y="2873871"/>
                  </a:lnTo>
                  <a:lnTo>
                    <a:pt x="693091" y="2845295"/>
                  </a:lnTo>
                  <a:lnTo>
                    <a:pt x="721666" y="2845295"/>
                  </a:lnTo>
                  <a:lnTo>
                    <a:pt x="721666" y="2873871"/>
                  </a:lnTo>
                  <a:close/>
                </a:path>
                <a:path w="7620000" h="2874009">
                  <a:moveTo>
                    <a:pt x="664516" y="2873871"/>
                  </a:moveTo>
                  <a:lnTo>
                    <a:pt x="635941" y="2873871"/>
                  </a:lnTo>
                  <a:lnTo>
                    <a:pt x="635941" y="2845295"/>
                  </a:lnTo>
                  <a:lnTo>
                    <a:pt x="664516" y="2845295"/>
                  </a:lnTo>
                  <a:lnTo>
                    <a:pt x="664516" y="2873871"/>
                  </a:lnTo>
                  <a:close/>
                </a:path>
                <a:path w="7620000" h="2874009">
                  <a:moveTo>
                    <a:pt x="607366" y="2873871"/>
                  </a:moveTo>
                  <a:lnTo>
                    <a:pt x="578791" y="2873871"/>
                  </a:lnTo>
                  <a:lnTo>
                    <a:pt x="578791" y="2845295"/>
                  </a:lnTo>
                  <a:lnTo>
                    <a:pt x="607366" y="2845295"/>
                  </a:lnTo>
                  <a:lnTo>
                    <a:pt x="607366" y="2873871"/>
                  </a:lnTo>
                  <a:close/>
                </a:path>
                <a:path w="7620000" h="2874009">
                  <a:moveTo>
                    <a:pt x="550216" y="2873871"/>
                  </a:moveTo>
                  <a:lnTo>
                    <a:pt x="521641" y="2873871"/>
                  </a:lnTo>
                  <a:lnTo>
                    <a:pt x="521641" y="2845295"/>
                  </a:lnTo>
                  <a:lnTo>
                    <a:pt x="550216" y="2845295"/>
                  </a:lnTo>
                  <a:lnTo>
                    <a:pt x="550216" y="2873871"/>
                  </a:lnTo>
                  <a:close/>
                </a:path>
                <a:path w="7620000" h="2874009">
                  <a:moveTo>
                    <a:pt x="493066" y="2873871"/>
                  </a:moveTo>
                  <a:lnTo>
                    <a:pt x="464491" y="2873871"/>
                  </a:lnTo>
                  <a:lnTo>
                    <a:pt x="464491" y="2845295"/>
                  </a:lnTo>
                  <a:lnTo>
                    <a:pt x="493066" y="2845295"/>
                  </a:lnTo>
                  <a:lnTo>
                    <a:pt x="493066" y="2873871"/>
                  </a:lnTo>
                  <a:close/>
                </a:path>
                <a:path w="7620000" h="2874009">
                  <a:moveTo>
                    <a:pt x="435916" y="2873871"/>
                  </a:moveTo>
                  <a:lnTo>
                    <a:pt x="407341" y="2873871"/>
                  </a:lnTo>
                  <a:lnTo>
                    <a:pt x="407341" y="2845295"/>
                  </a:lnTo>
                  <a:lnTo>
                    <a:pt x="435916" y="2845295"/>
                  </a:lnTo>
                  <a:lnTo>
                    <a:pt x="435916" y="2873871"/>
                  </a:lnTo>
                  <a:close/>
                </a:path>
                <a:path w="7620000" h="2874009">
                  <a:moveTo>
                    <a:pt x="378766" y="2873871"/>
                  </a:moveTo>
                  <a:lnTo>
                    <a:pt x="350191" y="2873871"/>
                  </a:lnTo>
                  <a:lnTo>
                    <a:pt x="350191" y="2845295"/>
                  </a:lnTo>
                  <a:lnTo>
                    <a:pt x="378766" y="2845295"/>
                  </a:lnTo>
                  <a:lnTo>
                    <a:pt x="378766" y="2873871"/>
                  </a:lnTo>
                  <a:close/>
                </a:path>
                <a:path w="7620000" h="2874009">
                  <a:moveTo>
                    <a:pt x="321616" y="2873871"/>
                  </a:moveTo>
                  <a:lnTo>
                    <a:pt x="293041" y="2873871"/>
                  </a:lnTo>
                  <a:lnTo>
                    <a:pt x="293041" y="2845295"/>
                  </a:lnTo>
                  <a:lnTo>
                    <a:pt x="321616" y="2845295"/>
                  </a:lnTo>
                  <a:lnTo>
                    <a:pt x="321616" y="2873871"/>
                  </a:lnTo>
                  <a:close/>
                </a:path>
                <a:path w="7620000" h="2874009">
                  <a:moveTo>
                    <a:pt x="264466" y="2873871"/>
                  </a:moveTo>
                  <a:lnTo>
                    <a:pt x="235891" y="2873871"/>
                  </a:lnTo>
                  <a:lnTo>
                    <a:pt x="235891" y="2845295"/>
                  </a:lnTo>
                  <a:lnTo>
                    <a:pt x="264466" y="2845295"/>
                  </a:lnTo>
                  <a:lnTo>
                    <a:pt x="264466" y="2873871"/>
                  </a:lnTo>
                  <a:close/>
                </a:path>
                <a:path w="7620000" h="2874009">
                  <a:moveTo>
                    <a:pt x="207316" y="2873871"/>
                  </a:moveTo>
                  <a:lnTo>
                    <a:pt x="178741" y="2873871"/>
                  </a:lnTo>
                  <a:lnTo>
                    <a:pt x="178741" y="2845295"/>
                  </a:lnTo>
                  <a:lnTo>
                    <a:pt x="207316" y="2845295"/>
                  </a:lnTo>
                  <a:lnTo>
                    <a:pt x="207316" y="2873871"/>
                  </a:lnTo>
                  <a:close/>
                </a:path>
                <a:path w="7620000" h="2874009">
                  <a:moveTo>
                    <a:pt x="150043" y="2872695"/>
                  </a:moveTo>
                  <a:lnTo>
                    <a:pt x="130186" y="2870730"/>
                  </a:lnTo>
                  <a:lnTo>
                    <a:pt x="121787" y="2868178"/>
                  </a:lnTo>
                  <a:lnTo>
                    <a:pt x="128744" y="2841102"/>
                  </a:lnTo>
                  <a:lnTo>
                    <a:pt x="136414" y="2843073"/>
                  </a:lnTo>
                  <a:lnTo>
                    <a:pt x="144197" y="2844350"/>
                  </a:lnTo>
                  <a:lnTo>
                    <a:pt x="152093" y="2844933"/>
                  </a:lnTo>
                  <a:lnTo>
                    <a:pt x="150043" y="2872695"/>
                  </a:lnTo>
                  <a:close/>
                </a:path>
                <a:path w="7620000" h="2874009">
                  <a:moveTo>
                    <a:pt x="94895" y="2858842"/>
                  </a:moveTo>
                  <a:lnTo>
                    <a:pt x="72088" y="2846665"/>
                  </a:lnTo>
                  <a:lnTo>
                    <a:pt x="69972" y="2844931"/>
                  </a:lnTo>
                  <a:lnTo>
                    <a:pt x="86083" y="2821630"/>
                  </a:lnTo>
                  <a:lnTo>
                    <a:pt x="92566" y="2826112"/>
                  </a:lnTo>
                  <a:lnTo>
                    <a:pt x="99393" y="2829990"/>
                  </a:lnTo>
                  <a:lnTo>
                    <a:pt x="106566" y="2833262"/>
                  </a:lnTo>
                  <a:lnTo>
                    <a:pt x="94895" y="2858842"/>
                  </a:lnTo>
                  <a:close/>
                </a:path>
                <a:path w="7620000" h="2874009">
                  <a:moveTo>
                    <a:pt x="47665" y="2826640"/>
                  </a:moveTo>
                  <a:lnTo>
                    <a:pt x="47426" y="2826444"/>
                  </a:lnTo>
                  <a:lnTo>
                    <a:pt x="29325" y="2804368"/>
                  </a:lnTo>
                  <a:lnTo>
                    <a:pt x="52526" y="2788198"/>
                  </a:lnTo>
                  <a:lnTo>
                    <a:pt x="57026" y="2794655"/>
                  </a:lnTo>
                  <a:lnTo>
                    <a:pt x="62068" y="2800675"/>
                  </a:lnTo>
                  <a:lnTo>
                    <a:pt x="67817" y="2806424"/>
                  </a:lnTo>
                  <a:lnTo>
                    <a:pt x="47665" y="2826640"/>
                  </a:lnTo>
                  <a:close/>
                </a:path>
                <a:path w="7620000" h="2874009">
                  <a:moveTo>
                    <a:pt x="15313" y="2779508"/>
                  </a:moveTo>
                  <a:lnTo>
                    <a:pt x="12325" y="2773913"/>
                  </a:lnTo>
                  <a:lnTo>
                    <a:pt x="5867" y="2752660"/>
                  </a:lnTo>
                  <a:lnTo>
                    <a:pt x="32893" y="2745609"/>
                  </a:lnTo>
                  <a:lnTo>
                    <a:pt x="34880" y="2753225"/>
                  </a:lnTo>
                  <a:lnTo>
                    <a:pt x="37521" y="2760607"/>
                  </a:lnTo>
                  <a:lnTo>
                    <a:pt x="40815" y="2767757"/>
                  </a:lnTo>
                  <a:lnTo>
                    <a:pt x="15313" y="2779508"/>
                  </a:lnTo>
                  <a:close/>
                </a:path>
                <a:path w="7620000" h="2874009">
                  <a:moveTo>
                    <a:pt x="1235" y="2724433"/>
                  </a:moveTo>
                  <a:lnTo>
                    <a:pt x="0" y="2711947"/>
                  </a:lnTo>
                  <a:lnTo>
                    <a:pt x="0" y="2695733"/>
                  </a:lnTo>
                  <a:lnTo>
                    <a:pt x="28574" y="2695733"/>
                  </a:lnTo>
                  <a:lnTo>
                    <a:pt x="28574" y="2715397"/>
                  </a:lnTo>
                  <a:lnTo>
                    <a:pt x="28708" y="2718841"/>
                  </a:lnTo>
                  <a:lnTo>
                    <a:pt x="28975" y="2722279"/>
                  </a:lnTo>
                  <a:lnTo>
                    <a:pt x="1235" y="2724433"/>
                  </a:lnTo>
                  <a:close/>
                </a:path>
                <a:path w="7620000" h="2874009">
                  <a:moveTo>
                    <a:pt x="28574" y="2667158"/>
                  </a:moveTo>
                  <a:lnTo>
                    <a:pt x="0" y="2667158"/>
                  </a:lnTo>
                  <a:lnTo>
                    <a:pt x="0" y="2638583"/>
                  </a:lnTo>
                  <a:lnTo>
                    <a:pt x="28574" y="2638583"/>
                  </a:lnTo>
                  <a:lnTo>
                    <a:pt x="28574" y="2667158"/>
                  </a:lnTo>
                  <a:close/>
                </a:path>
                <a:path w="7620000" h="2874009">
                  <a:moveTo>
                    <a:pt x="28574" y="2610008"/>
                  </a:moveTo>
                  <a:lnTo>
                    <a:pt x="0" y="2610008"/>
                  </a:lnTo>
                  <a:lnTo>
                    <a:pt x="0" y="2581433"/>
                  </a:lnTo>
                  <a:lnTo>
                    <a:pt x="28574" y="2581433"/>
                  </a:lnTo>
                  <a:lnTo>
                    <a:pt x="28574" y="2610008"/>
                  </a:lnTo>
                  <a:close/>
                </a:path>
                <a:path w="7620000" h="2874009">
                  <a:moveTo>
                    <a:pt x="28574" y="2552858"/>
                  </a:moveTo>
                  <a:lnTo>
                    <a:pt x="0" y="2552858"/>
                  </a:lnTo>
                  <a:lnTo>
                    <a:pt x="0" y="2524283"/>
                  </a:lnTo>
                  <a:lnTo>
                    <a:pt x="28574" y="2524283"/>
                  </a:lnTo>
                  <a:lnTo>
                    <a:pt x="28574" y="2552858"/>
                  </a:lnTo>
                  <a:close/>
                </a:path>
                <a:path w="7620000" h="2874009">
                  <a:moveTo>
                    <a:pt x="28574" y="2495708"/>
                  </a:moveTo>
                  <a:lnTo>
                    <a:pt x="0" y="2495708"/>
                  </a:lnTo>
                  <a:lnTo>
                    <a:pt x="0" y="2467133"/>
                  </a:lnTo>
                  <a:lnTo>
                    <a:pt x="28574" y="2467133"/>
                  </a:lnTo>
                  <a:lnTo>
                    <a:pt x="28574" y="2495708"/>
                  </a:lnTo>
                  <a:close/>
                </a:path>
                <a:path w="7620000" h="2874009">
                  <a:moveTo>
                    <a:pt x="28574" y="2438558"/>
                  </a:moveTo>
                  <a:lnTo>
                    <a:pt x="0" y="2438558"/>
                  </a:lnTo>
                  <a:lnTo>
                    <a:pt x="0" y="2409983"/>
                  </a:lnTo>
                  <a:lnTo>
                    <a:pt x="28574" y="2409983"/>
                  </a:lnTo>
                  <a:lnTo>
                    <a:pt x="28574" y="2438558"/>
                  </a:lnTo>
                  <a:close/>
                </a:path>
                <a:path w="7620000" h="2874009">
                  <a:moveTo>
                    <a:pt x="28574" y="2381408"/>
                  </a:moveTo>
                  <a:lnTo>
                    <a:pt x="0" y="2381408"/>
                  </a:lnTo>
                  <a:lnTo>
                    <a:pt x="0" y="2352833"/>
                  </a:lnTo>
                  <a:lnTo>
                    <a:pt x="28574" y="2352833"/>
                  </a:lnTo>
                  <a:lnTo>
                    <a:pt x="28574" y="2381408"/>
                  </a:lnTo>
                  <a:close/>
                </a:path>
                <a:path w="7620000" h="2874009">
                  <a:moveTo>
                    <a:pt x="28574" y="2324258"/>
                  </a:moveTo>
                  <a:lnTo>
                    <a:pt x="0" y="2324258"/>
                  </a:lnTo>
                  <a:lnTo>
                    <a:pt x="0" y="2295683"/>
                  </a:lnTo>
                  <a:lnTo>
                    <a:pt x="28574" y="2295683"/>
                  </a:lnTo>
                  <a:lnTo>
                    <a:pt x="28574" y="2324258"/>
                  </a:lnTo>
                  <a:close/>
                </a:path>
                <a:path w="7620000" h="2874009">
                  <a:moveTo>
                    <a:pt x="28574" y="2267108"/>
                  </a:moveTo>
                  <a:lnTo>
                    <a:pt x="0" y="2267108"/>
                  </a:lnTo>
                  <a:lnTo>
                    <a:pt x="0" y="2238533"/>
                  </a:lnTo>
                  <a:lnTo>
                    <a:pt x="28574" y="2238533"/>
                  </a:lnTo>
                  <a:lnTo>
                    <a:pt x="28574" y="2267108"/>
                  </a:lnTo>
                  <a:close/>
                </a:path>
                <a:path w="7620000" h="2874009">
                  <a:moveTo>
                    <a:pt x="28574" y="2209958"/>
                  </a:moveTo>
                  <a:lnTo>
                    <a:pt x="0" y="2209958"/>
                  </a:lnTo>
                  <a:lnTo>
                    <a:pt x="0" y="2181383"/>
                  </a:lnTo>
                  <a:lnTo>
                    <a:pt x="28574" y="2181383"/>
                  </a:lnTo>
                  <a:lnTo>
                    <a:pt x="28574" y="2209958"/>
                  </a:lnTo>
                  <a:close/>
                </a:path>
                <a:path w="7620000" h="2874009">
                  <a:moveTo>
                    <a:pt x="28574" y="2152808"/>
                  </a:moveTo>
                  <a:lnTo>
                    <a:pt x="0" y="2152808"/>
                  </a:lnTo>
                  <a:lnTo>
                    <a:pt x="0" y="2124233"/>
                  </a:lnTo>
                  <a:lnTo>
                    <a:pt x="28574" y="2124233"/>
                  </a:lnTo>
                  <a:lnTo>
                    <a:pt x="28574" y="2152808"/>
                  </a:lnTo>
                  <a:close/>
                </a:path>
                <a:path w="7620000" h="2874009">
                  <a:moveTo>
                    <a:pt x="28574" y="2095658"/>
                  </a:moveTo>
                  <a:lnTo>
                    <a:pt x="0" y="2095658"/>
                  </a:lnTo>
                  <a:lnTo>
                    <a:pt x="0" y="2067083"/>
                  </a:lnTo>
                  <a:lnTo>
                    <a:pt x="28574" y="2067083"/>
                  </a:lnTo>
                  <a:lnTo>
                    <a:pt x="28574" y="2095658"/>
                  </a:lnTo>
                  <a:close/>
                </a:path>
                <a:path w="7620000" h="2874009">
                  <a:moveTo>
                    <a:pt x="28574" y="2038508"/>
                  </a:moveTo>
                  <a:lnTo>
                    <a:pt x="0" y="2038508"/>
                  </a:lnTo>
                  <a:lnTo>
                    <a:pt x="0" y="2009933"/>
                  </a:lnTo>
                  <a:lnTo>
                    <a:pt x="28574" y="2009933"/>
                  </a:lnTo>
                  <a:lnTo>
                    <a:pt x="28574" y="2038508"/>
                  </a:lnTo>
                  <a:close/>
                </a:path>
                <a:path w="7620000" h="2874009">
                  <a:moveTo>
                    <a:pt x="28574" y="1981358"/>
                  </a:moveTo>
                  <a:lnTo>
                    <a:pt x="0" y="1981358"/>
                  </a:lnTo>
                  <a:lnTo>
                    <a:pt x="0" y="1952783"/>
                  </a:lnTo>
                  <a:lnTo>
                    <a:pt x="28574" y="1952783"/>
                  </a:lnTo>
                  <a:lnTo>
                    <a:pt x="28574" y="1981358"/>
                  </a:lnTo>
                  <a:close/>
                </a:path>
                <a:path w="7620000" h="2874009">
                  <a:moveTo>
                    <a:pt x="28574" y="1924208"/>
                  </a:moveTo>
                  <a:lnTo>
                    <a:pt x="0" y="1924208"/>
                  </a:lnTo>
                  <a:lnTo>
                    <a:pt x="0" y="1895633"/>
                  </a:lnTo>
                  <a:lnTo>
                    <a:pt x="28574" y="1895633"/>
                  </a:lnTo>
                  <a:lnTo>
                    <a:pt x="28574" y="1924208"/>
                  </a:lnTo>
                  <a:close/>
                </a:path>
                <a:path w="7620000" h="2874009">
                  <a:moveTo>
                    <a:pt x="28574" y="1867058"/>
                  </a:moveTo>
                  <a:lnTo>
                    <a:pt x="0" y="1867058"/>
                  </a:lnTo>
                  <a:lnTo>
                    <a:pt x="0" y="1838483"/>
                  </a:lnTo>
                  <a:lnTo>
                    <a:pt x="28574" y="1838483"/>
                  </a:lnTo>
                  <a:lnTo>
                    <a:pt x="28574" y="1867058"/>
                  </a:lnTo>
                  <a:close/>
                </a:path>
                <a:path w="7620000" h="2874009">
                  <a:moveTo>
                    <a:pt x="28574" y="1809908"/>
                  </a:moveTo>
                  <a:lnTo>
                    <a:pt x="0" y="1809908"/>
                  </a:lnTo>
                  <a:lnTo>
                    <a:pt x="0" y="1781333"/>
                  </a:lnTo>
                  <a:lnTo>
                    <a:pt x="28574" y="1781333"/>
                  </a:lnTo>
                  <a:lnTo>
                    <a:pt x="28574" y="1809908"/>
                  </a:lnTo>
                  <a:close/>
                </a:path>
                <a:path w="7620000" h="2874009">
                  <a:moveTo>
                    <a:pt x="28574" y="1752758"/>
                  </a:moveTo>
                  <a:lnTo>
                    <a:pt x="0" y="1752758"/>
                  </a:lnTo>
                  <a:lnTo>
                    <a:pt x="0" y="1724183"/>
                  </a:lnTo>
                  <a:lnTo>
                    <a:pt x="28574" y="1724183"/>
                  </a:lnTo>
                  <a:lnTo>
                    <a:pt x="28574" y="1752758"/>
                  </a:lnTo>
                  <a:close/>
                </a:path>
                <a:path w="7620000" h="2874009">
                  <a:moveTo>
                    <a:pt x="28574" y="1695608"/>
                  </a:moveTo>
                  <a:lnTo>
                    <a:pt x="0" y="1695608"/>
                  </a:lnTo>
                  <a:lnTo>
                    <a:pt x="0" y="1667033"/>
                  </a:lnTo>
                  <a:lnTo>
                    <a:pt x="28574" y="1667033"/>
                  </a:lnTo>
                  <a:lnTo>
                    <a:pt x="28574" y="1695608"/>
                  </a:lnTo>
                  <a:close/>
                </a:path>
                <a:path w="7620000" h="2874009">
                  <a:moveTo>
                    <a:pt x="28574" y="1638458"/>
                  </a:moveTo>
                  <a:lnTo>
                    <a:pt x="0" y="1638458"/>
                  </a:lnTo>
                  <a:lnTo>
                    <a:pt x="0" y="1609883"/>
                  </a:lnTo>
                  <a:lnTo>
                    <a:pt x="28574" y="1609883"/>
                  </a:lnTo>
                  <a:lnTo>
                    <a:pt x="28574" y="1638458"/>
                  </a:lnTo>
                  <a:close/>
                </a:path>
                <a:path w="7620000" h="2874009">
                  <a:moveTo>
                    <a:pt x="28574" y="1581308"/>
                  </a:moveTo>
                  <a:lnTo>
                    <a:pt x="0" y="1581308"/>
                  </a:lnTo>
                  <a:lnTo>
                    <a:pt x="0" y="1552733"/>
                  </a:lnTo>
                  <a:lnTo>
                    <a:pt x="28574" y="1552733"/>
                  </a:lnTo>
                  <a:lnTo>
                    <a:pt x="28574" y="1581308"/>
                  </a:lnTo>
                  <a:close/>
                </a:path>
                <a:path w="7620000" h="2874009">
                  <a:moveTo>
                    <a:pt x="28574" y="1524158"/>
                  </a:moveTo>
                  <a:lnTo>
                    <a:pt x="0" y="1524158"/>
                  </a:lnTo>
                  <a:lnTo>
                    <a:pt x="0" y="1495583"/>
                  </a:lnTo>
                  <a:lnTo>
                    <a:pt x="28574" y="1495583"/>
                  </a:lnTo>
                  <a:lnTo>
                    <a:pt x="28574" y="1524158"/>
                  </a:lnTo>
                  <a:close/>
                </a:path>
                <a:path w="7620000" h="2874009">
                  <a:moveTo>
                    <a:pt x="28574" y="1467008"/>
                  </a:moveTo>
                  <a:lnTo>
                    <a:pt x="0" y="1467008"/>
                  </a:lnTo>
                  <a:lnTo>
                    <a:pt x="0" y="1438433"/>
                  </a:lnTo>
                  <a:lnTo>
                    <a:pt x="28574" y="1438433"/>
                  </a:lnTo>
                  <a:lnTo>
                    <a:pt x="28574" y="1467008"/>
                  </a:lnTo>
                  <a:close/>
                </a:path>
                <a:path w="7620000" h="2874009">
                  <a:moveTo>
                    <a:pt x="28574" y="1409858"/>
                  </a:moveTo>
                  <a:lnTo>
                    <a:pt x="0" y="1409858"/>
                  </a:lnTo>
                  <a:lnTo>
                    <a:pt x="0" y="1381283"/>
                  </a:lnTo>
                  <a:lnTo>
                    <a:pt x="28574" y="1381283"/>
                  </a:lnTo>
                  <a:lnTo>
                    <a:pt x="28574" y="1409858"/>
                  </a:lnTo>
                  <a:close/>
                </a:path>
                <a:path w="7620000" h="2874009">
                  <a:moveTo>
                    <a:pt x="28574" y="1352708"/>
                  </a:moveTo>
                  <a:lnTo>
                    <a:pt x="0" y="1352708"/>
                  </a:lnTo>
                  <a:lnTo>
                    <a:pt x="0" y="1324133"/>
                  </a:lnTo>
                  <a:lnTo>
                    <a:pt x="28574" y="1324133"/>
                  </a:lnTo>
                  <a:lnTo>
                    <a:pt x="28574" y="1352708"/>
                  </a:lnTo>
                  <a:close/>
                </a:path>
                <a:path w="7620000" h="2874009">
                  <a:moveTo>
                    <a:pt x="28574" y="1295558"/>
                  </a:moveTo>
                  <a:lnTo>
                    <a:pt x="0" y="1295558"/>
                  </a:lnTo>
                  <a:lnTo>
                    <a:pt x="0" y="1266983"/>
                  </a:lnTo>
                  <a:lnTo>
                    <a:pt x="28574" y="1266983"/>
                  </a:lnTo>
                  <a:lnTo>
                    <a:pt x="28574" y="1295558"/>
                  </a:lnTo>
                  <a:close/>
                </a:path>
                <a:path w="7620000" h="2874009">
                  <a:moveTo>
                    <a:pt x="28574" y="1238408"/>
                  </a:moveTo>
                  <a:lnTo>
                    <a:pt x="0" y="1238408"/>
                  </a:lnTo>
                  <a:lnTo>
                    <a:pt x="0" y="1209833"/>
                  </a:lnTo>
                  <a:lnTo>
                    <a:pt x="28574" y="1209833"/>
                  </a:lnTo>
                  <a:lnTo>
                    <a:pt x="28574" y="1238408"/>
                  </a:lnTo>
                  <a:close/>
                </a:path>
                <a:path w="7620000" h="2874009">
                  <a:moveTo>
                    <a:pt x="28574" y="1181258"/>
                  </a:moveTo>
                  <a:lnTo>
                    <a:pt x="0" y="1181258"/>
                  </a:lnTo>
                  <a:lnTo>
                    <a:pt x="0" y="1152683"/>
                  </a:lnTo>
                  <a:lnTo>
                    <a:pt x="28574" y="1152683"/>
                  </a:lnTo>
                  <a:lnTo>
                    <a:pt x="28574" y="1181258"/>
                  </a:lnTo>
                  <a:close/>
                </a:path>
                <a:path w="7620000" h="2874009">
                  <a:moveTo>
                    <a:pt x="28574" y="1124108"/>
                  </a:moveTo>
                  <a:lnTo>
                    <a:pt x="0" y="1124108"/>
                  </a:lnTo>
                  <a:lnTo>
                    <a:pt x="0" y="1095533"/>
                  </a:lnTo>
                  <a:lnTo>
                    <a:pt x="28574" y="1095533"/>
                  </a:lnTo>
                  <a:lnTo>
                    <a:pt x="28574" y="1124108"/>
                  </a:lnTo>
                  <a:close/>
                </a:path>
                <a:path w="7620000" h="2874009">
                  <a:moveTo>
                    <a:pt x="28574" y="1066958"/>
                  </a:moveTo>
                  <a:lnTo>
                    <a:pt x="0" y="1066958"/>
                  </a:lnTo>
                  <a:lnTo>
                    <a:pt x="0" y="1038383"/>
                  </a:lnTo>
                  <a:lnTo>
                    <a:pt x="28574" y="1038383"/>
                  </a:lnTo>
                  <a:lnTo>
                    <a:pt x="28574" y="1066958"/>
                  </a:lnTo>
                  <a:close/>
                </a:path>
                <a:path w="7620000" h="2874009">
                  <a:moveTo>
                    <a:pt x="28574" y="1009808"/>
                  </a:moveTo>
                  <a:lnTo>
                    <a:pt x="0" y="1009808"/>
                  </a:lnTo>
                  <a:lnTo>
                    <a:pt x="0" y="981233"/>
                  </a:lnTo>
                  <a:lnTo>
                    <a:pt x="28574" y="981233"/>
                  </a:lnTo>
                  <a:lnTo>
                    <a:pt x="28574" y="1009808"/>
                  </a:lnTo>
                  <a:close/>
                </a:path>
                <a:path w="7620000" h="2874009">
                  <a:moveTo>
                    <a:pt x="28574" y="952658"/>
                  </a:moveTo>
                  <a:lnTo>
                    <a:pt x="0" y="952658"/>
                  </a:lnTo>
                  <a:lnTo>
                    <a:pt x="0" y="924083"/>
                  </a:lnTo>
                  <a:lnTo>
                    <a:pt x="28574" y="924083"/>
                  </a:lnTo>
                  <a:lnTo>
                    <a:pt x="28574" y="952658"/>
                  </a:lnTo>
                  <a:close/>
                </a:path>
                <a:path w="7620000" h="2874009">
                  <a:moveTo>
                    <a:pt x="28574" y="895508"/>
                  </a:moveTo>
                  <a:lnTo>
                    <a:pt x="0" y="895508"/>
                  </a:lnTo>
                  <a:lnTo>
                    <a:pt x="0" y="866933"/>
                  </a:lnTo>
                  <a:lnTo>
                    <a:pt x="28574" y="866933"/>
                  </a:lnTo>
                  <a:lnTo>
                    <a:pt x="28574" y="895508"/>
                  </a:lnTo>
                  <a:close/>
                </a:path>
                <a:path w="7620000" h="2874009">
                  <a:moveTo>
                    <a:pt x="28574" y="838358"/>
                  </a:moveTo>
                  <a:lnTo>
                    <a:pt x="0" y="838358"/>
                  </a:lnTo>
                  <a:lnTo>
                    <a:pt x="0" y="809783"/>
                  </a:lnTo>
                  <a:lnTo>
                    <a:pt x="28574" y="809783"/>
                  </a:lnTo>
                  <a:lnTo>
                    <a:pt x="28574" y="838358"/>
                  </a:lnTo>
                  <a:close/>
                </a:path>
                <a:path w="7620000" h="2874009">
                  <a:moveTo>
                    <a:pt x="28574" y="781208"/>
                  </a:moveTo>
                  <a:lnTo>
                    <a:pt x="0" y="781208"/>
                  </a:lnTo>
                  <a:lnTo>
                    <a:pt x="0" y="752633"/>
                  </a:lnTo>
                  <a:lnTo>
                    <a:pt x="28574" y="752633"/>
                  </a:lnTo>
                  <a:lnTo>
                    <a:pt x="28574" y="781208"/>
                  </a:lnTo>
                  <a:close/>
                </a:path>
                <a:path w="7620000" h="2874009">
                  <a:moveTo>
                    <a:pt x="28574" y="724058"/>
                  </a:moveTo>
                  <a:lnTo>
                    <a:pt x="0" y="724058"/>
                  </a:lnTo>
                  <a:lnTo>
                    <a:pt x="0" y="695483"/>
                  </a:lnTo>
                  <a:lnTo>
                    <a:pt x="28574" y="695483"/>
                  </a:lnTo>
                  <a:lnTo>
                    <a:pt x="28574" y="724058"/>
                  </a:lnTo>
                  <a:close/>
                </a:path>
                <a:path w="7620000" h="2874009">
                  <a:moveTo>
                    <a:pt x="28574" y="666908"/>
                  </a:moveTo>
                  <a:lnTo>
                    <a:pt x="0" y="666908"/>
                  </a:lnTo>
                  <a:lnTo>
                    <a:pt x="0" y="638333"/>
                  </a:lnTo>
                  <a:lnTo>
                    <a:pt x="28574" y="638333"/>
                  </a:lnTo>
                  <a:lnTo>
                    <a:pt x="28574" y="666908"/>
                  </a:lnTo>
                  <a:close/>
                </a:path>
                <a:path w="7620000" h="2874009">
                  <a:moveTo>
                    <a:pt x="28574" y="609758"/>
                  </a:moveTo>
                  <a:lnTo>
                    <a:pt x="0" y="609758"/>
                  </a:lnTo>
                  <a:lnTo>
                    <a:pt x="0" y="581183"/>
                  </a:lnTo>
                  <a:lnTo>
                    <a:pt x="28574" y="581183"/>
                  </a:lnTo>
                  <a:lnTo>
                    <a:pt x="28574" y="609758"/>
                  </a:lnTo>
                  <a:close/>
                </a:path>
                <a:path w="7620000" h="2874009">
                  <a:moveTo>
                    <a:pt x="28574" y="552608"/>
                  </a:moveTo>
                  <a:lnTo>
                    <a:pt x="0" y="552608"/>
                  </a:lnTo>
                  <a:lnTo>
                    <a:pt x="0" y="524033"/>
                  </a:lnTo>
                  <a:lnTo>
                    <a:pt x="28574" y="524033"/>
                  </a:lnTo>
                  <a:lnTo>
                    <a:pt x="28574" y="552608"/>
                  </a:lnTo>
                  <a:close/>
                </a:path>
                <a:path w="7620000" h="2874009">
                  <a:moveTo>
                    <a:pt x="28574" y="495458"/>
                  </a:moveTo>
                  <a:lnTo>
                    <a:pt x="0" y="495458"/>
                  </a:lnTo>
                  <a:lnTo>
                    <a:pt x="0" y="466883"/>
                  </a:lnTo>
                  <a:lnTo>
                    <a:pt x="28574" y="466883"/>
                  </a:lnTo>
                  <a:lnTo>
                    <a:pt x="28574" y="495458"/>
                  </a:lnTo>
                  <a:close/>
                </a:path>
                <a:path w="7620000" h="2874009">
                  <a:moveTo>
                    <a:pt x="28574" y="438308"/>
                  </a:moveTo>
                  <a:lnTo>
                    <a:pt x="0" y="438308"/>
                  </a:lnTo>
                  <a:lnTo>
                    <a:pt x="0" y="409733"/>
                  </a:lnTo>
                  <a:lnTo>
                    <a:pt x="28574" y="409733"/>
                  </a:lnTo>
                  <a:lnTo>
                    <a:pt x="28574" y="438308"/>
                  </a:lnTo>
                  <a:close/>
                </a:path>
                <a:path w="7620000" h="2874009">
                  <a:moveTo>
                    <a:pt x="28574" y="381158"/>
                  </a:moveTo>
                  <a:lnTo>
                    <a:pt x="0" y="381158"/>
                  </a:lnTo>
                  <a:lnTo>
                    <a:pt x="0" y="352583"/>
                  </a:lnTo>
                  <a:lnTo>
                    <a:pt x="28574" y="352583"/>
                  </a:lnTo>
                  <a:lnTo>
                    <a:pt x="28574" y="381158"/>
                  </a:lnTo>
                  <a:close/>
                </a:path>
                <a:path w="7620000" h="2874009">
                  <a:moveTo>
                    <a:pt x="28574" y="324008"/>
                  </a:moveTo>
                  <a:lnTo>
                    <a:pt x="0" y="324008"/>
                  </a:lnTo>
                  <a:lnTo>
                    <a:pt x="0" y="295433"/>
                  </a:lnTo>
                  <a:lnTo>
                    <a:pt x="28574" y="295433"/>
                  </a:lnTo>
                  <a:lnTo>
                    <a:pt x="28574" y="324008"/>
                  </a:lnTo>
                  <a:close/>
                </a:path>
                <a:path w="7620000" h="2874009">
                  <a:moveTo>
                    <a:pt x="28574" y="266858"/>
                  </a:moveTo>
                  <a:lnTo>
                    <a:pt x="0" y="266858"/>
                  </a:lnTo>
                  <a:lnTo>
                    <a:pt x="0" y="238283"/>
                  </a:lnTo>
                  <a:lnTo>
                    <a:pt x="28574" y="238283"/>
                  </a:lnTo>
                  <a:lnTo>
                    <a:pt x="28574" y="266858"/>
                  </a:lnTo>
                  <a:close/>
                </a:path>
                <a:path w="7620000" h="2874009">
                  <a:moveTo>
                    <a:pt x="28574" y="209708"/>
                  </a:moveTo>
                  <a:lnTo>
                    <a:pt x="0" y="209708"/>
                  </a:lnTo>
                  <a:lnTo>
                    <a:pt x="0" y="181133"/>
                  </a:lnTo>
                  <a:lnTo>
                    <a:pt x="28574" y="181133"/>
                  </a:lnTo>
                  <a:lnTo>
                    <a:pt x="28574" y="209708"/>
                  </a:lnTo>
                  <a:close/>
                </a:path>
                <a:path w="7620000" h="2874009">
                  <a:moveTo>
                    <a:pt x="28805" y="154085"/>
                  </a:moveTo>
                  <a:lnTo>
                    <a:pt x="937" y="152446"/>
                  </a:lnTo>
                  <a:lnTo>
                    <a:pt x="3093" y="130661"/>
                  </a:lnTo>
                  <a:lnTo>
                    <a:pt x="3140" y="130186"/>
                  </a:lnTo>
                  <a:lnTo>
                    <a:pt x="4996" y="124078"/>
                  </a:lnTo>
                  <a:lnTo>
                    <a:pt x="32290" y="130661"/>
                  </a:lnTo>
                  <a:lnTo>
                    <a:pt x="30432" y="138365"/>
                  </a:lnTo>
                  <a:lnTo>
                    <a:pt x="29270" y="146173"/>
                  </a:lnTo>
                  <a:lnTo>
                    <a:pt x="28901" y="152446"/>
                  </a:lnTo>
                  <a:lnTo>
                    <a:pt x="28805" y="154085"/>
                  </a:lnTo>
                  <a:close/>
                </a:path>
                <a:path w="7620000" h="2874009">
                  <a:moveTo>
                    <a:pt x="39802" y="108366"/>
                  </a:moveTo>
                  <a:lnTo>
                    <a:pt x="13901" y="97006"/>
                  </a:lnTo>
                  <a:lnTo>
                    <a:pt x="27204" y="72087"/>
                  </a:lnTo>
                  <a:lnTo>
                    <a:pt x="27409" y="71838"/>
                  </a:lnTo>
                  <a:lnTo>
                    <a:pt x="51126" y="87721"/>
                  </a:lnTo>
                  <a:lnTo>
                    <a:pt x="46742" y="94267"/>
                  </a:lnTo>
                  <a:lnTo>
                    <a:pt x="42967" y="101148"/>
                  </a:lnTo>
                  <a:lnTo>
                    <a:pt x="39802" y="108366"/>
                  </a:lnTo>
                  <a:close/>
                </a:path>
                <a:path w="7620000" h="2874009">
                  <a:moveTo>
                    <a:pt x="66046" y="69243"/>
                  </a:moveTo>
                  <a:lnTo>
                    <a:pt x="45679" y="49556"/>
                  </a:lnTo>
                  <a:lnTo>
                    <a:pt x="47426" y="47426"/>
                  </a:lnTo>
                  <a:lnTo>
                    <a:pt x="67639" y="30852"/>
                  </a:lnTo>
                  <a:lnTo>
                    <a:pt x="84054" y="53671"/>
                  </a:lnTo>
                  <a:lnTo>
                    <a:pt x="78204" y="57879"/>
                  </a:lnTo>
                  <a:lnTo>
                    <a:pt x="72730" y="62532"/>
                  </a:lnTo>
                  <a:lnTo>
                    <a:pt x="66046" y="69243"/>
                  </a:lnTo>
                  <a:close/>
                </a:path>
                <a:path w="7620000" h="2874009">
                  <a:moveTo>
                    <a:pt x="104329" y="41653"/>
                  </a:moveTo>
                  <a:lnTo>
                    <a:pt x="92255" y="16437"/>
                  </a:lnTo>
                  <a:lnTo>
                    <a:pt x="99957" y="12325"/>
                  </a:lnTo>
                  <a:lnTo>
                    <a:pt x="118923" y="6562"/>
                  </a:lnTo>
                  <a:lnTo>
                    <a:pt x="126353" y="33405"/>
                  </a:lnTo>
                  <a:lnTo>
                    <a:pt x="118769" y="35505"/>
                  </a:lnTo>
                  <a:lnTo>
                    <a:pt x="111428" y="38254"/>
                  </a:lnTo>
                  <a:lnTo>
                    <a:pt x="104329" y="41653"/>
                  </a:lnTo>
                  <a:close/>
                </a:path>
                <a:path w="7620000" h="2874009">
                  <a:moveTo>
                    <a:pt x="149604" y="29144"/>
                  </a:moveTo>
                  <a:lnTo>
                    <a:pt x="147038" y="1472"/>
                  </a:lnTo>
                  <a:lnTo>
                    <a:pt x="161923" y="0"/>
                  </a:lnTo>
                  <a:lnTo>
                    <a:pt x="190498" y="0"/>
                  </a:lnTo>
                  <a:lnTo>
                    <a:pt x="190498" y="28574"/>
                  </a:lnTo>
                  <a:lnTo>
                    <a:pt x="157806" y="28574"/>
                  </a:lnTo>
                  <a:lnTo>
                    <a:pt x="153700" y="28764"/>
                  </a:lnTo>
                  <a:lnTo>
                    <a:pt x="149604" y="29144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4921" y="7249990"/>
              <a:ext cx="66675" cy="66674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4446" y="7545265"/>
              <a:ext cx="66675" cy="66674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4921" y="7831015"/>
              <a:ext cx="66675" cy="6667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4921" y="8402515"/>
              <a:ext cx="66675" cy="66674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4921" y="8688265"/>
              <a:ext cx="66675" cy="6667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4921" y="8974015"/>
              <a:ext cx="66675" cy="66674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703621" y="6437190"/>
            <a:ext cx="4582160" cy="2694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Who</a:t>
            </a:r>
            <a:r>
              <a:rPr dirty="0" sz="2400" spc="-35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Faces</a:t>
            </a:r>
            <a:r>
              <a:rPr dirty="0" sz="2400" spc="-30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This</a:t>
            </a:r>
            <a:r>
              <a:rPr dirty="0" sz="2400" spc="-30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BF"/>
                </a:solidFill>
                <a:latin typeface="Calibri"/>
                <a:cs typeface="Calibri"/>
              </a:rPr>
              <a:t>Problem?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dirty="0" sz="1950" b="1">
                <a:solidFill>
                  <a:srgbClr val="36561B"/>
                </a:solidFill>
                <a:latin typeface="Calibri"/>
                <a:cs typeface="Calibri"/>
              </a:rPr>
              <a:t>Common</a:t>
            </a:r>
            <a:r>
              <a:rPr dirty="0" sz="1950" spc="-75" b="1">
                <a:solidFill>
                  <a:srgbClr val="36561B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36561B"/>
                </a:solidFill>
                <a:latin typeface="Calibri"/>
                <a:cs typeface="Calibri"/>
              </a:rPr>
              <a:t>Citizens</a:t>
            </a:r>
            <a:endParaRPr sz="1950">
              <a:latin typeface="Calibri"/>
              <a:cs typeface="Calibri"/>
            </a:endParaRPr>
          </a:p>
          <a:p>
            <a:pPr marL="433070" marR="5080">
              <a:lnSpc>
                <a:spcPct val="96500"/>
              </a:lnSpc>
              <a:spcBef>
                <a:spcPts val="35"/>
              </a:spcBef>
            </a:pPr>
            <a:r>
              <a:rPr dirty="0" sz="1950" b="1">
                <a:latin typeface="Calibri"/>
                <a:cs typeface="Calibri"/>
              </a:rPr>
              <a:t>Elderly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&amp;</a:t>
            </a:r>
            <a:r>
              <a:rPr dirty="0" sz="1950" spc="-1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chronic</a:t>
            </a:r>
            <a:r>
              <a:rPr dirty="0" sz="1950" spc="-1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patients</a:t>
            </a:r>
            <a:r>
              <a:rPr dirty="0" sz="1950" spc="-15" b="1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at</a:t>
            </a:r>
            <a:r>
              <a:rPr dirty="0" sz="1950" spc="-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high</a:t>
            </a:r>
            <a:r>
              <a:rPr dirty="0" sz="1950" spc="-15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risk </a:t>
            </a:r>
            <a:r>
              <a:rPr dirty="0" sz="2000">
                <a:latin typeface="Calibri"/>
                <a:cs typeface="Calibri"/>
              </a:rPr>
              <a:t>Outdoor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workers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&amp;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children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vulnerable </a:t>
            </a:r>
            <a:r>
              <a:rPr dirty="0" sz="1950">
                <a:latin typeface="Calibri"/>
                <a:cs typeface="Calibri"/>
              </a:rPr>
              <a:t>Urban</a:t>
            </a:r>
            <a:r>
              <a:rPr dirty="0" sz="1950" spc="-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poor</a:t>
            </a:r>
            <a:r>
              <a:rPr dirty="0" sz="1950" spc="-2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</a:t>
            </a:r>
            <a:r>
              <a:rPr dirty="0" sz="1950" spc="-20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heat-</a:t>
            </a:r>
            <a:r>
              <a:rPr dirty="0" sz="1950" b="1">
                <a:latin typeface="Calibri"/>
                <a:cs typeface="Calibri"/>
              </a:rPr>
              <a:t>trapping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areas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205"/>
              </a:lnSpc>
            </a:pPr>
            <a:r>
              <a:rPr dirty="0" sz="1950" spc="-10" b="1">
                <a:solidFill>
                  <a:srgbClr val="36561B"/>
                </a:solidFill>
                <a:latin typeface="Calibri"/>
                <a:cs typeface="Calibri"/>
              </a:rPr>
              <a:t>Government</a:t>
            </a:r>
            <a:endParaRPr sz="1950">
              <a:latin typeface="Calibri"/>
              <a:cs typeface="Calibri"/>
            </a:endParaRPr>
          </a:p>
          <a:p>
            <a:pPr marL="433070">
              <a:lnSpc>
                <a:spcPts val="2250"/>
              </a:lnSpc>
            </a:pPr>
            <a:r>
              <a:rPr dirty="0" sz="1950" b="1">
                <a:latin typeface="Calibri"/>
                <a:cs typeface="Calibri"/>
              </a:rPr>
              <a:t>No</a:t>
            </a:r>
            <a:r>
              <a:rPr dirty="0" sz="1950" spc="-5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predictive</a:t>
            </a:r>
            <a:r>
              <a:rPr dirty="0" sz="1950" spc="-45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climate-</a:t>
            </a:r>
            <a:r>
              <a:rPr dirty="0" sz="1950" b="1">
                <a:latin typeface="Calibri"/>
                <a:cs typeface="Calibri"/>
              </a:rPr>
              <a:t>health</a:t>
            </a:r>
            <a:r>
              <a:rPr dirty="0" sz="1950" spc="-5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system</a:t>
            </a:r>
            <a:endParaRPr sz="1950">
              <a:latin typeface="Calibri"/>
              <a:cs typeface="Calibri"/>
            </a:endParaRPr>
          </a:p>
          <a:p>
            <a:pPr marL="433070">
              <a:lnSpc>
                <a:spcPts val="2250"/>
              </a:lnSpc>
            </a:pPr>
            <a:r>
              <a:rPr dirty="0" sz="1950">
                <a:latin typeface="Calibri"/>
                <a:cs typeface="Calibri"/>
              </a:rPr>
              <a:t>Delayed</a:t>
            </a:r>
            <a:r>
              <a:rPr dirty="0" sz="1950" spc="-65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preparedness</a:t>
            </a:r>
            <a:endParaRPr sz="1950">
              <a:latin typeface="Calibri"/>
              <a:cs typeface="Calibri"/>
            </a:endParaRPr>
          </a:p>
          <a:p>
            <a:pPr marL="433070">
              <a:lnSpc>
                <a:spcPts val="2295"/>
              </a:lnSpc>
            </a:pPr>
            <a:r>
              <a:rPr dirty="0" sz="1950" b="1">
                <a:latin typeface="Calibri"/>
                <a:cs typeface="Calibri"/>
              </a:rPr>
              <a:t>Inefficient</a:t>
            </a:r>
            <a:r>
              <a:rPr dirty="0" sz="1950" spc="-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resource</a:t>
            </a:r>
            <a:r>
              <a:rPr dirty="0" sz="1950" spc="-5" b="1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allocation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6" name="object 36" descr=""/>
          <p:cNvSpPr txBox="1"/>
          <p:nvPr/>
        </p:nvSpPr>
        <p:spPr>
          <a:xfrm>
            <a:off x="9356366" y="6962399"/>
            <a:ext cx="5844540" cy="2170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006FBF"/>
                </a:solidFill>
                <a:latin typeface="Calibri"/>
                <a:cs typeface="Calibri"/>
              </a:rPr>
              <a:t>Real-</a:t>
            </a: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World</a:t>
            </a:r>
            <a:r>
              <a:rPr dirty="0" sz="2400" spc="-85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BF"/>
                </a:solidFill>
                <a:latin typeface="Calibri"/>
                <a:cs typeface="Calibri"/>
              </a:rPr>
              <a:t>Relevance</a:t>
            </a:r>
            <a:endParaRPr sz="2400">
              <a:latin typeface="Calibri"/>
              <a:cs typeface="Calibri"/>
            </a:endParaRPr>
          </a:p>
          <a:p>
            <a:pPr algn="just" marL="433070">
              <a:lnSpc>
                <a:spcPts val="2330"/>
              </a:lnSpc>
              <a:spcBef>
                <a:spcPts val="45"/>
              </a:spcBef>
            </a:pPr>
            <a:r>
              <a:rPr dirty="0" sz="1950" b="1">
                <a:latin typeface="Calibri"/>
                <a:cs typeface="Calibri"/>
              </a:rPr>
              <a:t>Increasing</a:t>
            </a:r>
            <a:r>
              <a:rPr dirty="0" sz="1950" spc="-8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extreme</a:t>
            </a:r>
            <a:r>
              <a:rPr dirty="0" sz="1950" spc="-7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heat</a:t>
            </a:r>
            <a:r>
              <a:rPr dirty="0" sz="1950" spc="-80" b="1">
                <a:latin typeface="Calibri"/>
                <a:cs typeface="Calibri"/>
              </a:rPr>
              <a:t> </a:t>
            </a:r>
            <a:r>
              <a:rPr dirty="0" sz="1950" spc="-20" b="1">
                <a:latin typeface="Calibri"/>
                <a:cs typeface="Calibri"/>
              </a:rPr>
              <a:t>waves</a:t>
            </a:r>
            <a:endParaRPr sz="1950">
              <a:latin typeface="Calibri"/>
              <a:cs typeface="Calibri"/>
            </a:endParaRPr>
          </a:p>
          <a:p>
            <a:pPr algn="just" marL="433070" marR="1010919">
              <a:lnSpc>
                <a:spcPts val="2330"/>
              </a:lnSpc>
              <a:spcBef>
                <a:spcPts val="75"/>
              </a:spcBef>
            </a:pPr>
            <a:r>
              <a:rPr dirty="0" sz="1950">
                <a:latin typeface="Calibri"/>
                <a:cs typeface="Calibri"/>
              </a:rPr>
              <a:t>Rising</a:t>
            </a:r>
            <a:r>
              <a:rPr dirty="0" sz="1950" spc="-5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pollution-driven</a:t>
            </a:r>
            <a:r>
              <a:rPr dirty="0" sz="1950" spc="-50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hospital</a:t>
            </a:r>
            <a:r>
              <a:rPr dirty="0" sz="1950" spc="-55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admissions </a:t>
            </a:r>
            <a:r>
              <a:rPr dirty="0" sz="1950">
                <a:latin typeface="Calibri"/>
                <a:cs typeface="Calibri"/>
              </a:rPr>
              <a:t>Growing</a:t>
            </a:r>
            <a:r>
              <a:rPr dirty="0" sz="1950" spc="-50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strain</a:t>
            </a:r>
            <a:r>
              <a:rPr dirty="0" sz="1950" spc="-4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on</a:t>
            </a:r>
            <a:r>
              <a:rPr dirty="0" sz="1950" spc="-45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healthcare</a:t>
            </a:r>
            <a:r>
              <a:rPr dirty="0" sz="1950" spc="-45" b="1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infrastructure </a:t>
            </a:r>
            <a:r>
              <a:rPr dirty="0" sz="1950">
                <a:latin typeface="Calibri"/>
                <a:cs typeface="Calibri"/>
              </a:rPr>
              <a:t>Surge</a:t>
            </a:r>
            <a:r>
              <a:rPr dirty="0" sz="1950" spc="-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in</a:t>
            </a:r>
            <a:r>
              <a:rPr dirty="0" sz="1950" spc="-40">
                <a:latin typeface="Calibri"/>
                <a:cs typeface="Calibri"/>
              </a:rPr>
              <a:t> </a:t>
            </a:r>
            <a:r>
              <a:rPr dirty="0" sz="1950" spc="-20" b="1">
                <a:latin typeface="Calibri"/>
                <a:cs typeface="Calibri"/>
              </a:rPr>
              <a:t>heat-</a:t>
            </a:r>
            <a:r>
              <a:rPr dirty="0" sz="1950" spc="-10" b="1">
                <a:latin typeface="Calibri"/>
                <a:cs typeface="Calibri"/>
              </a:rPr>
              <a:t>related</a:t>
            </a:r>
            <a:r>
              <a:rPr dirty="0" sz="1950" spc="-4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mortality</a:t>
            </a:r>
            <a:endParaRPr sz="1950">
              <a:latin typeface="Calibri"/>
              <a:cs typeface="Calibri"/>
            </a:endParaRPr>
          </a:p>
          <a:p>
            <a:pPr algn="just" marL="433070">
              <a:lnSpc>
                <a:spcPts val="2230"/>
              </a:lnSpc>
            </a:pPr>
            <a:r>
              <a:rPr dirty="0" sz="1950" spc="-10" b="1">
                <a:latin typeface="Calibri"/>
                <a:cs typeface="Calibri"/>
              </a:rPr>
              <a:t>Vulnerable</a:t>
            </a:r>
            <a:r>
              <a:rPr dirty="0" sz="1950" spc="-6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communities</a:t>
            </a:r>
            <a:r>
              <a:rPr dirty="0" sz="1950" spc="-65" b="1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hit</a:t>
            </a:r>
            <a:r>
              <a:rPr dirty="0" sz="1950" spc="-6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hardest</a:t>
            </a:r>
            <a:endParaRPr sz="1950">
              <a:latin typeface="Calibri"/>
              <a:cs typeface="Calibri"/>
            </a:endParaRPr>
          </a:p>
          <a:p>
            <a:pPr algn="just" marL="433070">
              <a:lnSpc>
                <a:spcPts val="2330"/>
              </a:lnSpc>
            </a:pPr>
            <a:r>
              <a:rPr dirty="0" sz="1950">
                <a:latin typeface="Calibri"/>
                <a:cs typeface="Calibri"/>
              </a:rPr>
              <a:t>Urgent</a:t>
            </a:r>
            <a:r>
              <a:rPr dirty="0" sz="1950" spc="-55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need</a:t>
            </a:r>
            <a:r>
              <a:rPr dirty="0" sz="1950" spc="-5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for</a:t>
            </a:r>
            <a:r>
              <a:rPr dirty="0" sz="1950" spc="-50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climate-</a:t>
            </a:r>
            <a:r>
              <a:rPr dirty="0" sz="1950" b="1">
                <a:latin typeface="Calibri"/>
                <a:cs typeface="Calibri"/>
              </a:rPr>
              <a:t>adaptive</a:t>
            </a:r>
            <a:r>
              <a:rPr dirty="0" sz="1950" spc="-5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healthcare</a:t>
            </a:r>
            <a:r>
              <a:rPr dirty="0" sz="1950" spc="-5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systems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223701" y="857792"/>
            <a:ext cx="7621270" cy="66675"/>
          </a:xfrm>
          <a:custGeom>
            <a:avLst/>
            <a:gdLst/>
            <a:ahLst/>
            <a:cxnLst/>
            <a:rect l="l" t="t" r="r" b="b"/>
            <a:pathLst>
              <a:path w="7621270" h="66675">
                <a:moveTo>
                  <a:pt x="7620892" y="66674"/>
                </a:moveTo>
                <a:lnTo>
                  <a:pt x="0" y="66674"/>
                </a:lnTo>
                <a:lnTo>
                  <a:pt x="0" y="0"/>
                </a:lnTo>
                <a:lnTo>
                  <a:pt x="7620892" y="0"/>
                </a:lnTo>
                <a:lnTo>
                  <a:pt x="7620892" y="66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1001" y="121192"/>
            <a:ext cx="764667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90035" algn="l"/>
              </a:tabLst>
            </a:pPr>
            <a:r>
              <a:rPr dirty="0" spc="-10">
                <a:latin typeface="Arial"/>
                <a:cs typeface="Arial"/>
              </a:rPr>
              <a:t>PROPOSED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10">
                <a:latin typeface="Arial"/>
                <a:cs typeface="Arial"/>
              </a:rPr>
              <a:t>SOLUTION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844593" y="857792"/>
            <a:ext cx="191135" cy="66675"/>
          </a:xfrm>
          <a:custGeom>
            <a:avLst/>
            <a:gdLst/>
            <a:ahLst/>
            <a:cxnLst/>
            <a:rect l="l" t="t" r="r" b="b"/>
            <a:pathLst>
              <a:path w="191134" h="66675">
                <a:moveTo>
                  <a:pt x="190648" y="66674"/>
                </a:moveTo>
                <a:lnTo>
                  <a:pt x="0" y="66674"/>
                </a:lnTo>
                <a:lnTo>
                  <a:pt x="0" y="0"/>
                </a:lnTo>
                <a:lnTo>
                  <a:pt x="190648" y="0"/>
                </a:lnTo>
                <a:lnTo>
                  <a:pt x="190648" y="66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995946" y="1676943"/>
            <a:ext cx="7620" cy="66675"/>
          </a:xfrm>
          <a:custGeom>
            <a:avLst/>
            <a:gdLst/>
            <a:ahLst/>
            <a:cxnLst/>
            <a:rect l="l" t="t" r="r" b="b"/>
            <a:pathLst>
              <a:path w="7620" h="66675">
                <a:moveTo>
                  <a:pt x="7342" y="66674"/>
                </a:moveTo>
                <a:lnTo>
                  <a:pt x="0" y="66674"/>
                </a:lnTo>
                <a:lnTo>
                  <a:pt x="0" y="0"/>
                </a:lnTo>
                <a:lnTo>
                  <a:pt x="7342" y="0"/>
                </a:lnTo>
                <a:lnTo>
                  <a:pt x="7342" y="66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265043" y="1676943"/>
            <a:ext cx="3729354" cy="66675"/>
          </a:xfrm>
          <a:custGeom>
            <a:avLst/>
            <a:gdLst/>
            <a:ahLst/>
            <a:cxnLst/>
            <a:rect l="l" t="t" r="r" b="b"/>
            <a:pathLst>
              <a:path w="3729354" h="66675">
                <a:moveTo>
                  <a:pt x="3729038" y="66674"/>
                </a:moveTo>
                <a:lnTo>
                  <a:pt x="0" y="66674"/>
                </a:lnTo>
                <a:lnTo>
                  <a:pt x="0" y="0"/>
                </a:lnTo>
                <a:lnTo>
                  <a:pt x="3729038" y="0"/>
                </a:lnTo>
                <a:lnTo>
                  <a:pt x="3729038" y="66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255728" y="1676943"/>
            <a:ext cx="7620" cy="66675"/>
          </a:xfrm>
          <a:custGeom>
            <a:avLst/>
            <a:gdLst/>
            <a:ahLst/>
            <a:cxnLst/>
            <a:rect l="l" t="t" r="r" b="b"/>
            <a:pathLst>
              <a:path w="7620" h="66675">
                <a:moveTo>
                  <a:pt x="7417" y="66674"/>
                </a:moveTo>
                <a:lnTo>
                  <a:pt x="0" y="66674"/>
                </a:lnTo>
                <a:lnTo>
                  <a:pt x="0" y="0"/>
                </a:lnTo>
                <a:lnTo>
                  <a:pt x="7417" y="0"/>
                </a:lnTo>
                <a:lnTo>
                  <a:pt x="7417" y="66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983246" y="940342"/>
            <a:ext cx="42926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12365" algn="l"/>
              </a:tabLst>
            </a:pPr>
            <a:r>
              <a:rPr dirty="0" sz="5400" spc="-10" b="1">
                <a:latin typeface="Arial"/>
                <a:cs typeface="Arial"/>
              </a:rPr>
              <a:t>(YOUR</a:t>
            </a:r>
            <a:r>
              <a:rPr dirty="0" sz="5400" b="1">
                <a:latin typeface="Arial"/>
                <a:cs typeface="Arial"/>
              </a:rPr>
              <a:t>	</a:t>
            </a:r>
            <a:r>
              <a:rPr dirty="0" sz="5400" spc="-10" b="1">
                <a:latin typeface="Arial"/>
                <a:cs typeface="Arial"/>
              </a:rPr>
              <a:t>IDEA)</a:t>
            </a:r>
            <a:endParaRPr sz="54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575" y="122062"/>
            <a:ext cx="1643252" cy="1543430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8778769" y="0"/>
            <a:ext cx="9279890" cy="9530080"/>
            <a:chOff x="8778769" y="0"/>
            <a:chExt cx="9279890" cy="9530080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50352" y="0"/>
              <a:ext cx="2507832" cy="171591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06128" y="38642"/>
              <a:ext cx="1744156" cy="148834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8769" y="1042936"/>
              <a:ext cx="7296149" cy="8486774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748955" y="1902290"/>
            <a:ext cx="7067550" cy="3971925"/>
            <a:chOff x="748955" y="1902290"/>
            <a:chExt cx="7067550" cy="3971925"/>
          </a:xfrm>
        </p:grpSpPr>
        <p:sp>
          <p:nvSpPr>
            <p:cNvPr id="15" name="object 15" descr=""/>
            <p:cNvSpPr/>
            <p:nvPr/>
          </p:nvSpPr>
          <p:spPr>
            <a:xfrm>
              <a:off x="748955" y="1902290"/>
              <a:ext cx="7067550" cy="3971925"/>
            </a:xfrm>
            <a:custGeom>
              <a:avLst/>
              <a:gdLst/>
              <a:ahLst/>
              <a:cxnLst/>
              <a:rect l="l" t="t" r="r" b="b"/>
              <a:pathLst>
                <a:path w="7067550" h="3971925">
                  <a:moveTo>
                    <a:pt x="247646" y="28616"/>
                  </a:moveTo>
                  <a:lnTo>
                    <a:pt x="219071" y="28616"/>
                  </a:lnTo>
                  <a:lnTo>
                    <a:pt x="219071" y="0"/>
                  </a:lnTo>
                  <a:lnTo>
                    <a:pt x="247646" y="0"/>
                  </a:lnTo>
                  <a:lnTo>
                    <a:pt x="247646" y="28616"/>
                  </a:lnTo>
                  <a:close/>
                </a:path>
                <a:path w="7067550" h="3971925">
                  <a:moveTo>
                    <a:pt x="304796" y="28616"/>
                  </a:moveTo>
                  <a:lnTo>
                    <a:pt x="276221" y="28616"/>
                  </a:lnTo>
                  <a:lnTo>
                    <a:pt x="276221" y="0"/>
                  </a:lnTo>
                  <a:lnTo>
                    <a:pt x="304796" y="0"/>
                  </a:lnTo>
                  <a:lnTo>
                    <a:pt x="304796" y="28616"/>
                  </a:lnTo>
                  <a:close/>
                </a:path>
                <a:path w="7067550" h="3971925">
                  <a:moveTo>
                    <a:pt x="361946" y="28616"/>
                  </a:moveTo>
                  <a:lnTo>
                    <a:pt x="333371" y="28616"/>
                  </a:lnTo>
                  <a:lnTo>
                    <a:pt x="333371" y="0"/>
                  </a:lnTo>
                  <a:lnTo>
                    <a:pt x="361946" y="0"/>
                  </a:lnTo>
                  <a:lnTo>
                    <a:pt x="361946" y="28616"/>
                  </a:lnTo>
                  <a:close/>
                </a:path>
                <a:path w="7067550" h="3971925">
                  <a:moveTo>
                    <a:pt x="419096" y="28616"/>
                  </a:moveTo>
                  <a:lnTo>
                    <a:pt x="390521" y="28616"/>
                  </a:lnTo>
                  <a:lnTo>
                    <a:pt x="390521" y="0"/>
                  </a:lnTo>
                  <a:lnTo>
                    <a:pt x="419096" y="0"/>
                  </a:lnTo>
                  <a:lnTo>
                    <a:pt x="419096" y="28616"/>
                  </a:lnTo>
                  <a:close/>
                </a:path>
                <a:path w="7067550" h="3971925">
                  <a:moveTo>
                    <a:pt x="476246" y="28616"/>
                  </a:moveTo>
                  <a:lnTo>
                    <a:pt x="447671" y="28616"/>
                  </a:lnTo>
                  <a:lnTo>
                    <a:pt x="447671" y="0"/>
                  </a:lnTo>
                  <a:lnTo>
                    <a:pt x="476246" y="0"/>
                  </a:lnTo>
                  <a:lnTo>
                    <a:pt x="476246" y="28616"/>
                  </a:lnTo>
                  <a:close/>
                </a:path>
                <a:path w="7067550" h="3971925">
                  <a:moveTo>
                    <a:pt x="533396" y="28616"/>
                  </a:moveTo>
                  <a:lnTo>
                    <a:pt x="504821" y="28616"/>
                  </a:lnTo>
                  <a:lnTo>
                    <a:pt x="504821" y="0"/>
                  </a:lnTo>
                  <a:lnTo>
                    <a:pt x="533396" y="0"/>
                  </a:lnTo>
                  <a:lnTo>
                    <a:pt x="533396" y="28616"/>
                  </a:lnTo>
                  <a:close/>
                </a:path>
                <a:path w="7067550" h="3971925">
                  <a:moveTo>
                    <a:pt x="590546" y="28616"/>
                  </a:moveTo>
                  <a:lnTo>
                    <a:pt x="561971" y="28616"/>
                  </a:lnTo>
                  <a:lnTo>
                    <a:pt x="561971" y="0"/>
                  </a:lnTo>
                  <a:lnTo>
                    <a:pt x="590546" y="0"/>
                  </a:lnTo>
                  <a:lnTo>
                    <a:pt x="590546" y="28616"/>
                  </a:lnTo>
                  <a:close/>
                </a:path>
                <a:path w="7067550" h="3971925">
                  <a:moveTo>
                    <a:pt x="647696" y="28616"/>
                  </a:moveTo>
                  <a:lnTo>
                    <a:pt x="619121" y="28616"/>
                  </a:lnTo>
                  <a:lnTo>
                    <a:pt x="619121" y="0"/>
                  </a:lnTo>
                  <a:lnTo>
                    <a:pt x="647696" y="0"/>
                  </a:lnTo>
                  <a:lnTo>
                    <a:pt x="647696" y="28616"/>
                  </a:lnTo>
                  <a:close/>
                </a:path>
                <a:path w="7067550" h="3971925">
                  <a:moveTo>
                    <a:pt x="704846" y="28616"/>
                  </a:moveTo>
                  <a:lnTo>
                    <a:pt x="676271" y="28616"/>
                  </a:lnTo>
                  <a:lnTo>
                    <a:pt x="676271" y="0"/>
                  </a:lnTo>
                  <a:lnTo>
                    <a:pt x="704846" y="0"/>
                  </a:lnTo>
                  <a:lnTo>
                    <a:pt x="704846" y="28616"/>
                  </a:lnTo>
                  <a:close/>
                </a:path>
                <a:path w="7067550" h="3971925">
                  <a:moveTo>
                    <a:pt x="761996" y="28616"/>
                  </a:moveTo>
                  <a:lnTo>
                    <a:pt x="733421" y="28616"/>
                  </a:lnTo>
                  <a:lnTo>
                    <a:pt x="733421" y="0"/>
                  </a:lnTo>
                  <a:lnTo>
                    <a:pt x="761996" y="0"/>
                  </a:lnTo>
                  <a:lnTo>
                    <a:pt x="761996" y="28616"/>
                  </a:lnTo>
                  <a:close/>
                </a:path>
                <a:path w="7067550" h="3971925">
                  <a:moveTo>
                    <a:pt x="819146" y="28616"/>
                  </a:moveTo>
                  <a:lnTo>
                    <a:pt x="790571" y="28616"/>
                  </a:lnTo>
                  <a:lnTo>
                    <a:pt x="790571" y="0"/>
                  </a:lnTo>
                  <a:lnTo>
                    <a:pt x="819146" y="0"/>
                  </a:lnTo>
                  <a:lnTo>
                    <a:pt x="819146" y="28616"/>
                  </a:lnTo>
                  <a:close/>
                </a:path>
                <a:path w="7067550" h="3971925">
                  <a:moveTo>
                    <a:pt x="876296" y="28616"/>
                  </a:moveTo>
                  <a:lnTo>
                    <a:pt x="847721" y="28616"/>
                  </a:lnTo>
                  <a:lnTo>
                    <a:pt x="847721" y="0"/>
                  </a:lnTo>
                  <a:lnTo>
                    <a:pt x="876296" y="0"/>
                  </a:lnTo>
                  <a:lnTo>
                    <a:pt x="876296" y="28616"/>
                  </a:lnTo>
                  <a:close/>
                </a:path>
                <a:path w="7067550" h="3971925">
                  <a:moveTo>
                    <a:pt x="933446" y="28616"/>
                  </a:moveTo>
                  <a:lnTo>
                    <a:pt x="904871" y="28616"/>
                  </a:lnTo>
                  <a:lnTo>
                    <a:pt x="904871" y="0"/>
                  </a:lnTo>
                  <a:lnTo>
                    <a:pt x="933446" y="0"/>
                  </a:lnTo>
                  <a:lnTo>
                    <a:pt x="933446" y="28616"/>
                  </a:lnTo>
                  <a:close/>
                </a:path>
                <a:path w="7067550" h="3971925">
                  <a:moveTo>
                    <a:pt x="990596" y="28616"/>
                  </a:moveTo>
                  <a:lnTo>
                    <a:pt x="962021" y="28616"/>
                  </a:lnTo>
                  <a:lnTo>
                    <a:pt x="962021" y="0"/>
                  </a:lnTo>
                  <a:lnTo>
                    <a:pt x="990596" y="0"/>
                  </a:lnTo>
                  <a:lnTo>
                    <a:pt x="990596" y="28616"/>
                  </a:lnTo>
                  <a:close/>
                </a:path>
                <a:path w="7067550" h="3971925">
                  <a:moveTo>
                    <a:pt x="1047746" y="28616"/>
                  </a:moveTo>
                  <a:lnTo>
                    <a:pt x="1019171" y="28616"/>
                  </a:lnTo>
                  <a:lnTo>
                    <a:pt x="1019171" y="0"/>
                  </a:lnTo>
                  <a:lnTo>
                    <a:pt x="1047746" y="0"/>
                  </a:lnTo>
                  <a:lnTo>
                    <a:pt x="1047746" y="28616"/>
                  </a:lnTo>
                  <a:close/>
                </a:path>
                <a:path w="7067550" h="3971925">
                  <a:moveTo>
                    <a:pt x="1104896" y="28616"/>
                  </a:moveTo>
                  <a:lnTo>
                    <a:pt x="1076321" y="28616"/>
                  </a:lnTo>
                  <a:lnTo>
                    <a:pt x="1076321" y="0"/>
                  </a:lnTo>
                  <a:lnTo>
                    <a:pt x="1104896" y="0"/>
                  </a:lnTo>
                  <a:lnTo>
                    <a:pt x="1104896" y="28616"/>
                  </a:lnTo>
                  <a:close/>
                </a:path>
                <a:path w="7067550" h="3971925">
                  <a:moveTo>
                    <a:pt x="1162046" y="28616"/>
                  </a:moveTo>
                  <a:lnTo>
                    <a:pt x="1133471" y="28616"/>
                  </a:lnTo>
                  <a:lnTo>
                    <a:pt x="1133471" y="0"/>
                  </a:lnTo>
                  <a:lnTo>
                    <a:pt x="1162046" y="0"/>
                  </a:lnTo>
                  <a:lnTo>
                    <a:pt x="1162046" y="28616"/>
                  </a:lnTo>
                  <a:close/>
                </a:path>
                <a:path w="7067550" h="3971925">
                  <a:moveTo>
                    <a:pt x="1219196" y="28616"/>
                  </a:moveTo>
                  <a:lnTo>
                    <a:pt x="1190621" y="28616"/>
                  </a:lnTo>
                  <a:lnTo>
                    <a:pt x="1190621" y="0"/>
                  </a:lnTo>
                  <a:lnTo>
                    <a:pt x="1219196" y="0"/>
                  </a:lnTo>
                  <a:lnTo>
                    <a:pt x="1219196" y="28616"/>
                  </a:lnTo>
                  <a:close/>
                </a:path>
                <a:path w="7067550" h="3971925">
                  <a:moveTo>
                    <a:pt x="1276346" y="28616"/>
                  </a:moveTo>
                  <a:lnTo>
                    <a:pt x="1247771" y="28616"/>
                  </a:lnTo>
                  <a:lnTo>
                    <a:pt x="1247771" y="0"/>
                  </a:lnTo>
                  <a:lnTo>
                    <a:pt x="1276346" y="0"/>
                  </a:lnTo>
                  <a:lnTo>
                    <a:pt x="1276346" y="28616"/>
                  </a:lnTo>
                  <a:close/>
                </a:path>
                <a:path w="7067550" h="3971925">
                  <a:moveTo>
                    <a:pt x="1333496" y="28616"/>
                  </a:moveTo>
                  <a:lnTo>
                    <a:pt x="1304921" y="28616"/>
                  </a:lnTo>
                  <a:lnTo>
                    <a:pt x="1304921" y="0"/>
                  </a:lnTo>
                  <a:lnTo>
                    <a:pt x="1333496" y="0"/>
                  </a:lnTo>
                  <a:lnTo>
                    <a:pt x="1333496" y="28616"/>
                  </a:lnTo>
                  <a:close/>
                </a:path>
                <a:path w="7067550" h="3971925">
                  <a:moveTo>
                    <a:pt x="1390646" y="28616"/>
                  </a:moveTo>
                  <a:lnTo>
                    <a:pt x="1362071" y="28616"/>
                  </a:lnTo>
                  <a:lnTo>
                    <a:pt x="1362071" y="0"/>
                  </a:lnTo>
                  <a:lnTo>
                    <a:pt x="1390646" y="0"/>
                  </a:lnTo>
                  <a:lnTo>
                    <a:pt x="1390646" y="28616"/>
                  </a:lnTo>
                  <a:close/>
                </a:path>
                <a:path w="7067550" h="3971925">
                  <a:moveTo>
                    <a:pt x="1447796" y="28616"/>
                  </a:moveTo>
                  <a:lnTo>
                    <a:pt x="1419221" y="28616"/>
                  </a:lnTo>
                  <a:lnTo>
                    <a:pt x="1419221" y="0"/>
                  </a:lnTo>
                  <a:lnTo>
                    <a:pt x="1447796" y="0"/>
                  </a:lnTo>
                  <a:lnTo>
                    <a:pt x="1447796" y="28616"/>
                  </a:lnTo>
                  <a:close/>
                </a:path>
                <a:path w="7067550" h="3971925">
                  <a:moveTo>
                    <a:pt x="1504946" y="28616"/>
                  </a:moveTo>
                  <a:lnTo>
                    <a:pt x="1476371" y="28616"/>
                  </a:lnTo>
                  <a:lnTo>
                    <a:pt x="1476371" y="0"/>
                  </a:lnTo>
                  <a:lnTo>
                    <a:pt x="1504946" y="0"/>
                  </a:lnTo>
                  <a:lnTo>
                    <a:pt x="1504946" y="28616"/>
                  </a:lnTo>
                  <a:close/>
                </a:path>
                <a:path w="7067550" h="3971925">
                  <a:moveTo>
                    <a:pt x="1562096" y="28616"/>
                  </a:moveTo>
                  <a:lnTo>
                    <a:pt x="1533521" y="28616"/>
                  </a:lnTo>
                  <a:lnTo>
                    <a:pt x="1533521" y="0"/>
                  </a:lnTo>
                  <a:lnTo>
                    <a:pt x="1562096" y="0"/>
                  </a:lnTo>
                  <a:lnTo>
                    <a:pt x="1562096" y="28616"/>
                  </a:lnTo>
                  <a:close/>
                </a:path>
                <a:path w="7067550" h="3971925">
                  <a:moveTo>
                    <a:pt x="1619246" y="28616"/>
                  </a:moveTo>
                  <a:lnTo>
                    <a:pt x="1590671" y="28616"/>
                  </a:lnTo>
                  <a:lnTo>
                    <a:pt x="1590671" y="0"/>
                  </a:lnTo>
                  <a:lnTo>
                    <a:pt x="1619246" y="0"/>
                  </a:lnTo>
                  <a:lnTo>
                    <a:pt x="1619246" y="28616"/>
                  </a:lnTo>
                  <a:close/>
                </a:path>
                <a:path w="7067550" h="3971925">
                  <a:moveTo>
                    <a:pt x="1676396" y="28616"/>
                  </a:moveTo>
                  <a:lnTo>
                    <a:pt x="1647821" y="28616"/>
                  </a:lnTo>
                  <a:lnTo>
                    <a:pt x="1647821" y="0"/>
                  </a:lnTo>
                  <a:lnTo>
                    <a:pt x="1676396" y="0"/>
                  </a:lnTo>
                  <a:lnTo>
                    <a:pt x="1676396" y="28616"/>
                  </a:lnTo>
                  <a:close/>
                </a:path>
                <a:path w="7067550" h="3971925">
                  <a:moveTo>
                    <a:pt x="1733546" y="28616"/>
                  </a:moveTo>
                  <a:lnTo>
                    <a:pt x="1704971" y="28616"/>
                  </a:lnTo>
                  <a:lnTo>
                    <a:pt x="1704971" y="0"/>
                  </a:lnTo>
                  <a:lnTo>
                    <a:pt x="1733546" y="0"/>
                  </a:lnTo>
                  <a:lnTo>
                    <a:pt x="1733546" y="28616"/>
                  </a:lnTo>
                  <a:close/>
                </a:path>
                <a:path w="7067550" h="3971925">
                  <a:moveTo>
                    <a:pt x="1790696" y="28616"/>
                  </a:moveTo>
                  <a:lnTo>
                    <a:pt x="1762121" y="28616"/>
                  </a:lnTo>
                  <a:lnTo>
                    <a:pt x="1762121" y="0"/>
                  </a:lnTo>
                  <a:lnTo>
                    <a:pt x="1790696" y="0"/>
                  </a:lnTo>
                  <a:lnTo>
                    <a:pt x="1790696" y="28616"/>
                  </a:lnTo>
                  <a:close/>
                </a:path>
                <a:path w="7067550" h="3971925">
                  <a:moveTo>
                    <a:pt x="1847846" y="28616"/>
                  </a:moveTo>
                  <a:lnTo>
                    <a:pt x="1819271" y="28616"/>
                  </a:lnTo>
                  <a:lnTo>
                    <a:pt x="1819271" y="0"/>
                  </a:lnTo>
                  <a:lnTo>
                    <a:pt x="1847846" y="0"/>
                  </a:lnTo>
                  <a:lnTo>
                    <a:pt x="1847846" y="28616"/>
                  </a:lnTo>
                  <a:close/>
                </a:path>
                <a:path w="7067550" h="3971925">
                  <a:moveTo>
                    <a:pt x="1904996" y="28616"/>
                  </a:moveTo>
                  <a:lnTo>
                    <a:pt x="1876421" y="28616"/>
                  </a:lnTo>
                  <a:lnTo>
                    <a:pt x="1876421" y="0"/>
                  </a:lnTo>
                  <a:lnTo>
                    <a:pt x="1904996" y="0"/>
                  </a:lnTo>
                  <a:lnTo>
                    <a:pt x="1904996" y="28616"/>
                  </a:lnTo>
                  <a:close/>
                </a:path>
                <a:path w="7067550" h="3971925">
                  <a:moveTo>
                    <a:pt x="1962146" y="28616"/>
                  </a:moveTo>
                  <a:lnTo>
                    <a:pt x="1933571" y="28616"/>
                  </a:lnTo>
                  <a:lnTo>
                    <a:pt x="1933571" y="0"/>
                  </a:lnTo>
                  <a:lnTo>
                    <a:pt x="1962146" y="0"/>
                  </a:lnTo>
                  <a:lnTo>
                    <a:pt x="1962146" y="28616"/>
                  </a:lnTo>
                  <a:close/>
                </a:path>
                <a:path w="7067550" h="3971925">
                  <a:moveTo>
                    <a:pt x="2019296" y="28616"/>
                  </a:moveTo>
                  <a:lnTo>
                    <a:pt x="1990721" y="28616"/>
                  </a:lnTo>
                  <a:lnTo>
                    <a:pt x="1990721" y="0"/>
                  </a:lnTo>
                  <a:lnTo>
                    <a:pt x="2019296" y="0"/>
                  </a:lnTo>
                  <a:lnTo>
                    <a:pt x="2019296" y="28616"/>
                  </a:lnTo>
                  <a:close/>
                </a:path>
                <a:path w="7067550" h="3971925">
                  <a:moveTo>
                    <a:pt x="2076446" y="28616"/>
                  </a:moveTo>
                  <a:lnTo>
                    <a:pt x="2047871" y="28616"/>
                  </a:lnTo>
                  <a:lnTo>
                    <a:pt x="2047871" y="0"/>
                  </a:lnTo>
                  <a:lnTo>
                    <a:pt x="2076446" y="0"/>
                  </a:lnTo>
                  <a:lnTo>
                    <a:pt x="2076446" y="28616"/>
                  </a:lnTo>
                  <a:close/>
                </a:path>
                <a:path w="7067550" h="3971925">
                  <a:moveTo>
                    <a:pt x="2133596" y="28616"/>
                  </a:moveTo>
                  <a:lnTo>
                    <a:pt x="2105021" y="28616"/>
                  </a:lnTo>
                  <a:lnTo>
                    <a:pt x="2105021" y="0"/>
                  </a:lnTo>
                  <a:lnTo>
                    <a:pt x="2133596" y="0"/>
                  </a:lnTo>
                  <a:lnTo>
                    <a:pt x="2133596" y="28616"/>
                  </a:lnTo>
                  <a:close/>
                </a:path>
                <a:path w="7067550" h="3971925">
                  <a:moveTo>
                    <a:pt x="2190746" y="28616"/>
                  </a:moveTo>
                  <a:lnTo>
                    <a:pt x="2162171" y="28616"/>
                  </a:lnTo>
                  <a:lnTo>
                    <a:pt x="2162171" y="0"/>
                  </a:lnTo>
                  <a:lnTo>
                    <a:pt x="2190746" y="0"/>
                  </a:lnTo>
                  <a:lnTo>
                    <a:pt x="2190746" y="28616"/>
                  </a:lnTo>
                  <a:close/>
                </a:path>
                <a:path w="7067550" h="3971925">
                  <a:moveTo>
                    <a:pt x="2247896" y="28616"/>
                  </a:moveTo>
                  <a:lnTo>
                    <a:pt x="2219321" y="28616"/>
                  </a:lnTo>
                  <a:lnTo>
                    <a:pt x="2219321" y="0"/>
                  </a:lnTo>
                  <a:lnTo>
                    <a:pt x="2247896" y="0"/>
                  </a:lnTo>
                  <a:lnTo>
                    <a:pt x="2247896" y="28616"/>
                  </a:lnTo>
                  <a:close/>
                </a:path>
                <a:path w="7067550" h="3971925">
                  <a:moveTo>
                    <a:pt x="2305046" y="28616"/>
                  </a:moveTo>
                  <a:lnTo>
                    <a:pt x="2276471" y="28616"/>
                  </a:lnTo>
                  <a:lnTo>
                    <a:pt x="2276471" y="0"/>
                  </a:lnTo>
                  <a:lnTo>
                    <a:pt x="2305046" y="0"/>
                  </a:lnTo>
                  <a:lnTo>
                    <a:pt x="2305046" y="28616"/>
                  </a:lnTo>
                  <a:close/>
                </a:path>
                <a:path w="7067550" h="3971925">
                  <a:moveTo>
                    <a:pt x="2362196" y="28616"/>
                  </a:moveTo>
                  <a:lnTo>
                    <a:pt x="2333621" y="28616"/>
                  </a:lnTo>
                  <a:lnTo>
                    <a:pt x="2333621" y="0"/>
                  </a:lnTo>
                  <a:lnTo>
                    <a:pt x="2362196" y="0"/>
                  </a:lnTo>
                  <a:lnTo>
                    <a:pt x="2362196" y="28616"/>
                  </a:lnTo>
                  <a:close/>
                </a:path>
                <a:path w="7067550" h="3971925">
                  <a:moveTo>
                    <a:pt x="2419346" y="28616"/>
                  </a:moveTo>
                  <a:lnTo>
                    <a:pt x="2390771" y="28616"/>
                  </a:lnTo>
                  <a:lnTo>
                    <a:pt x="2390771" y="0"/>
                  </a:lnTo>
                  <a:lnTo>
                    <a:pt x="2419346" y="0"/>
                  </a:lnTo>
                  <a:lnTo>
                    <a:pt x="2419346" y="28616"/>
                  </a:lnTo>
                  <a:close/>
                </a:path>
                <a:path w="7067550" h="3971925">
                  <a:moveTo>
                    <a:pt x="2476496" y="28616"/>
                  </a:moveTo>
                  <a:lnTo>
                    <a:pt x="2447921" y="28616"/>
                  </a:lnTo>
                  <a:lnTo>
                    <a:pt x="2447921" y="0"/>
                  </a:lnTo>
                  <a:lnTo>
                    <a:pt x="2476496" y="0"/>
                  </a:lnTo>
                  <a:lnTo>
                    <a:pt x="2476496" y="28616"/>
                  </a:lnTo>
                  <a:close/>
                </a:path>
                <a:path w="7067550" h="3971925">
                  <a:moveTo>
                    <a:pt x="2533646" y="28616"/>
                  </a:moveTo>
                  <a:lnTo>
                    <a:pt x="2505071" y="28616"/>
                  </a:lnTo>
                  <a:lnTo>
                    <a:pt x="2505071" y="0"/>
                  </a:lnTo>
                  <a:lnTo>
                    <a:pt x="2533646" y="0"/>
                  </a:lnTo>
                  <a:lnTo>
                    <a:pt x="2533646" y="28616"/>
                  </a:lnTo>
                  <a:close/>
                </a:path>
                <a:path w="7067550" h="3971925">
                  <a:moveTo>
                    <a:pt x="2590796" y="28616"/>
                  </a:moveTo>
                  <a:lnTo>
                    <a:pt x="2562221" y="28616"/>
                  </a:lnTo>
                  <a:lnTo>
                    <a:pt x="2562221" y="0"/>
                  </a:lnTo>
                  <a:lnTo>
                    <a:pt x="2590796" y="0"/>
                  </a:lnTo>
                  <a:lnTo>
                    <a:pt x="2590796" y="28616"/>
                  </a:lnTo>
                  <a:close/>
                </a:path>
                <a:path w="7067550" h="3971925">
                  <a:moveTo>
                    <a:pt x="2647946" y="28616"/>
                  </a:moveTo>
                  <a:lnTo>
                    <a:pt x="2619371" y="28616"/>
                  </a:lnTo>
                  <a:lnTo>
                    <a:pt x="2619371" y="0"/>
                  </a:lnTo>
                  <a:lnTo>
                    <a:pt x="2647946" y="0"/>
                  </a:lnTo>
                  <a:lnTo>
                    <a:pt x="2647946" y="28616"/>
                  </a:lnTo>
                  <a:close/>
                </a:path>
                <a:path w="7067550" h="3971925">
                  <a:moveTo>
                    <a:pt x="2705096" y="28616"/>
                  </a:moveTo>
                  <a:lnTo>
                    <a:pt x="2676521" y="28616"/>
                  </a:lnTo>
                  <a:lnTo>
                    <a:pt x="2676521" y="0"/>
                  </a:lnTo>
                  <a:lnTo>
                    <a:pt x="2705096" y="0"/>
                  </a:lnTo>
                  <a:lnTo>
                    <a:pt x="2705096" y="28616"/>
                  </a:lnTo>
                  <a:close/>
                </a:path>
                <a:path w="7067550" h="3971925">
                  <a:moveTo>
                    <a:pt x="2762246" y="28616"/>
                  </a:moveTo>
                  <a:lnTo>
                    <a:pt x="2733671" y="28616"/>
                  </a:lnTo>
                  <a:lnTo>
                    <a:pt x="2733671" y="0"/>
                  </a:lnTo>
                  <a:lnTo>
                    <a:pt x="2762246" y="0"/>
                  </a:lnTo>
                  <a:lnTo>
                    <a:pt x="2762246" y="28616"/>
                  </a:lnTo>
                  <a:close/>
                </a:path>
                <a:path w="7067550" h="3971925">
                  <a:moveTo>
                    <a:pt x="2819396" y="28616"/>
                  </a:moveTo>
                  <a:lnTo>
                    <a:pt x="2790821" y="28616"/>
                  </a:lnTo>
                  <a:lnTo>
                    <a:pt x="2790821" y="0"/>
                  </a:lnTo>
                  <a:lnTo>
                    <a:pt x="2819396" y="0"/>
                  </a:lnTo>
                  <a:lnTo>
                    <a:pt x="2819396" y="28616"/>
                  </a:lnTo>
                  <a:close/>
                </a:path>
                <a:path w="7067550" h="3971925">
                  <a:moveTo>
                    <a:pt x="2876546" y="28616"/>
                  </a:moveTo>
                  <a:lnTo>
                    <a:pt x="2847971" y="28616"/>
                  </a:lnTo>
                  <a:lnTo>
                    <a:pt x="2847971" y="0"/>
                  </a:lnTo>
                  <a:lnTo>
                    <a:pt x="2876546" y="0"/>
                  </a:lnTo>
                  <a:lnTo>
                    <a:pt x="2876546" y="28616"/>
                  </a:lnTo>
                  <a:close/>
                </a:path>
                <a:path w="7067550" h="3971925">
                  <a:moveTo>
                    <a:pt x="2933696" y="28616"/>
                  </a:moveTo>
                  <a:lnTo>
                    <a:pt x="2905121" y="28616"/>
                  </a:lnTo>
                  <a:lnTo>
                    <a:pt x="2905121" y="0"/>
                  </a:lnTo>
                  <a:lnTo>
                    <a:pt x="2933696" y="0"/>
                  </a:lnTo>
                  <a:lnTo>
                    <a:pt x="2933696" y="28616"/>
                  </a:lnTo>
                  <a:close/>
                </a:path>
                <a:path w="7067550" h="3971925">
                  <a:moveTo>
                    <a:pt x="2990846" y="28616"/>
                  </a:moveTo>
                  <a:lnTo>
                    <a:pt x="2962271" y="28616"/>
                  </a:lnTo>
                  <a:lnTo>
                    <a:pt x="2962271" y="0"/>
                  </a:lnTo>
                  <a:lnTo>
                    <a:pt x="2990846" y="0"/>
                  </a:lnTo>
                  <a:lnTo>
                    <a:pt x="2990846" y="28616"/>
                  </a:lnTo>
                  <a:close/>
                </a:path>
                <a:path w="7067550" h="3971925">
                  <a:moveTo>
                    <a:pt x="3047996" y="28616"/>
                  </a:moveTo>
                  <a:lnTo>
                    <a:pt x="3019421" y="28616"/>
                  </a:lnTo>
                  <a:lnTo>
                    <a:pt x="3019421" y="0"/>
                  </a:lnTo>
                  <a:lnTo>
                    <a:pt x="3047996" y="0"/>
                  </a:lnTo>
                  <a:lnTo>
                    <a:pt x="3047996" y="28616"/>
                  </a:lnTo>
                  <a:close/>
                </a:path>
                <a:path w="7067550" h="3971925">
                  <a:moveTo>
                    <a:pt x="3105146" y="28616"/>
                  </a:moveTo>
                  <a:lnTo>
                    <a:pt x="3076571" y="28616"/>
                  </a:lnTo>
                  <a:lnTo>
                    <a:pt x="3076571" y="0"/>
                  </a:lnTo>
                  <a:lnTo>
                    <a:pt x="3105146" y="0"/>
                  </a:lnTo>
                  <a:lnTo>
                    <a:pt x="3105146" y="28616"/>
                  </a:lnTo>
                  <a:close/>
                </a:path>
                <a:path w="7067550" h="3971925">
                  <a:moveTo>
                    <a:pt x="3162296" y="28616"/>
                  </a:moveTo>
                  <a:lnTo>
                    <a:pt x="3133721" y="28616"/>
                  </a:lnTo>
                  <a:lnTo>
                    <a:pt x="3133721" y="0"/>
                  </a:lnTo>
                  <a:lnTo>
                    <a:pt x="3162296" y="0"/>
                  </a:lnTo>
                  <a:lnTo>
                    <a:pt x="3162296" y="28616"/>
                  </a:lnTo>
                  <a:close/>
                </a:path>
                <a:path w="7067550" h="3971925">
                  <a:moveTo>
                    <a:pt x="3219446" y="28616"/>
                  </a:moveTo>
                  <a:lnTo>
                    <a:pt x="3190871" y="28616"/>
                  </a:lnTo>
                  <a:lnTo>
                    <a:pt x="3190871" y="0"/>
                  </a:lnTo>
                  <a:lnTo>
                    <a:pt x="3219446" y="0"/>
                  </a:lnTo>
                  <a:lnTo>
                    <a:pt x="3219446" y="28616"/>
                  </a:lnTo>
                  <a:close/>
                </a:path>
                <a:path w="7067550" h="3971925">
                  <a:moveTo>
                    <a:pt x="3276596" y="28616"/>
                  </a:moveTo>
                  <a:lnTo>
                    <a:pt x="3248021" y="28616"/>
                  </a:lnTo>
                  <a:lnTo>
                    <a:pt x="3248021" y="0"/>
                  </a:lnTo>
                  <a:lnTo>
                    <a:pt x="3276596" y="0"/>
                  </a:lnTo>
                  <a:lnTo>
                    <a:pt x="3276596" y="28616"/>
                  </a:lnTo>
                  <a:close/>
                </a:path>
                <a:path w="7067550" h="3971925">
                  <a:moveTo>
                    <a:pt x="3333746" y="28616"/>
                  </a:moveTo>
                  <a:lnTo>
                    <a:pt x="3305171" y="28616"/>
                  </a:lnTo>
                  <a:lnTo>
                    <a:pt x="3305171" y="0"/>
                  </a:lnTo>
                  <a:lnTo>
                    <a:pt x="3333746" y="0"/>
                  </a:lnTo>
                  <a:lnTo>
                    <a:pt x="3333746" y="28616"/>
                  </a:lnTo>
                  <a:close/>
                </a:path>
                <a:path w="7067550" h="3971925">
                  <a:moveTo>
                    <a:pt x="3390896" y="28616"/>
                  </a:moveTo>
                  <a:lnTo>
                    <a:pt x="3362321" y="28616"/>
                  </a:lnTo>
                  <a:lnTo>
                    <a:pt x="3362321" y="0"/>
                  </a:lnTo>
                  <a:lnTo>
                    <a:pt x="3390896" y="0"/>
                  </a:lnTo>
                  <a:lnTo>
                    <a:pt x="3390896" y="28616"/>
                  </a:lnTo>
                  <a:close/>
                </a:path>
                <a:path w="7067550" h="3971925">
                  <a:moveTo>
                    <a:pt x="3448046" y="28616"/>
                  </a:moveTo>
                  <a:lnTo>
                    <a:pt x="3419471" y="28616"/>
                  </a:lnTo>
                  <a:lnTo>
                    <a:pt x="3419471" y="0"/>
                  </a:lnTo>
                  <a:lnTo>
                    <a:pt x="3448046" y="0"/>
                  </a:lnTo>
                  <a:lnTo>
                    <a:pt x="3448046" y="28616"/>
                  </a:lnTo>
                  <a:close/>
                </a:path>
                <a:path w="7067550" h="3971925">
                  <a:moveTo>
                    <a:pt x="3505196" y="28616"/>
                  </a:moveTo>
                  <a:lnTo>
                    <a:pt x="3476621" y="28616"/>
                  </a:lnTo>
                  <a:lnTo>
                    <a:pt x="3476621" y="0"/>
                  </a:lnTo>
                  <a:lnTo>
                    <a:pt x="3505196" y="0"/>
                  </a:lnTo>
                  <a:lnTo>
                    <a:pt x="3505196" y="28616"/>
                  </a:lnTo>
                  <a:close/>
                </a:path>
                <a:path w="7067550" h="3971925">
                  <a:moveTo>
                    <a:pt x="3562346" y="28616"/>
                  </a:moveTo>
                  <a:lnTo>
                    <a:pt x="3533771" y="28616"/>
                  </a:lnTo>
                  <a:lnTo>
                    <a:pt x="3533771" y="0"/>
                  </a:lnTo>
                  <a:lnTo>
                    <a:pt x="3562346" y="0"/>
                  </a:lnTo>
                  <a:lnTo>
                    <a:pt x="3562346" y="28616"/>
                  </a:lnTo>
                  <a:close/>
                </a:path>
                <a:path w="7067550" h="3971925">
                  <a:moveTo>
                    <a:pt x="3619496" y="28616"/>
                  </a:moveTo>
                  <a:lnTo>
                    <a:pt x="3590921" y="28616"/>
                  </a:lnTo>
                  <a:lnTo>
                    <a:pt x="3590921" y="0"/>
                  </a:lnTo>
                  <a:lnTo>
                    <a:pt x="3619496" y="0"/>
                  </a:lnTo>
                  <a:lnTo>
                    <a:pt x="3619496" y="28616"/>
                  </a:lnTo>
                  <a:close/>
                </a:path>
                <a:path w="7067550" h="3971925">
                  <a:moveTo>
                    <a:pt x="3676646" y="28616"/>
                  </a:moveTo>
                  <a:lnTo>
                    <a:pt x="3648071" y="28616"/>
                  </a:lnTo>
                  <a:lnTo>
                    <a:pt x="3648071" y="0"/>
                  </a:lnTo>
                  <a:lnTo>
                    <a:pt x="3676646" y="0"/>
                  </a:lnTo>
                  <a:lnTo>
                    <a:pt x="3676646" y="28616"/>
                  </a:lnTo>
                  <a:close/>
                </a:path>
                <a:path w="7067550" h="3971925">
                  <a:moveTo>
                    <a:pt x="3733796" y="28616"/>
                  </a:moveTo>
                  <a:lnTo>
                    <a:pt x="3705220" y="28616"/>
                  </a:lnTo>
                  <a:lnTo>
                    <a:pt x="3705220" y="0"/>
                  </a:lnTo>
                  <a:lnTo>
                    <a:pt x="3733796" y="0"/>
                  </a:lnTo>
                  <a:lnTo>
                    <a:pt x="3733796" y="28616"/>
                  </a:lnTo>
                  <a:close/>
                </a:path>
                <a:path w="7067550" h="3971925">
                  <a:moveTo>
                    <a:pt x="3790946" y="28616"/>
                  </a:moveTo>
                  <a:lnTo>
                    <a:pt x="3762370" y="28616"/>
                  </a:lnTo>
                  <a:lnTo>
                    <a:pt x="3762370" y="0"/>
                  </a:lnTo>
                  <a:lnTo>
                    <a:pt x="3790946" y="0"/>
                  </a:lnTo>
                  <a:lnTo>
                    <a:pt x="3790946" y="28616"/>
                  </a:lnTo>
                  <a:close/>
                </a:path>
                <a:path w="7067550" h="3971925">
                  <a:moveTo>
                    <a:pt x="3848096" y="28616"/>
                  </a:moveTo>
                  <a:lnTo>
                    <a:pt x="3819521" y="28616"/>
                  </a:lnTo>
                  <a:lnTo>
                    <a:pt x="3819521" y="0"/>
                  </a:lnTo>
                  <a:lnTo>
                    <a:pt x="3848096" y="0"/>
                  </a:lnTo>
                  <a:lnTo>
                    <a:pt x="3848096" y="28616"/>
                  </a:lnTo>
                  <a:close/>
                </a:path>
                <a:path w="7067550" h="3971925">
                  <a:moveTo>
                    <a:pt x="3905246" y="28616"/>
                  </a:moveTo>
                  <a:lnTo>
                    <a:pt x="3876671" y="28616"/>
                  </a:lnTo>
                  <a:lnTo>
                    <a:pt x="3876671" y="0"/>
                  </a:lnTo>
                  <a:lnTo>
                    <a:pt x="3905246" y="0"/>
                  </a:lnTo>
                  <a:lnTo>
                    <a:pt x="3905246" y="28616"/>
                  </a:lnTo>
                  <a:close/>
                </a:path>
                <a:path w="7067550" h="3971925">
                  <a:moveTo>
                    <a:pt x="3962396" y="28616"/>
                  </a:moveTo>
                  <a:lnTo>
                    <a:pt x="3933821" y="28616"/>
                  </a:lnTo>
                  <a:lnTo>
                    <a:pt x="3933821" y="0"/>
                  </a:lnTo>
                  <a:lnTo>
                    <a:pt x="3962396" y="0"/>
                  </a:lnTo>
                  <a:lnTo>
                    <a:pt x="3962396" y="28616"/>
                  </a:lnTo>
                  <a:close/>
                </a:path>
                <a:path w="7067550" h="3971925">
                  <a:moveTo>
                    <a:pt x="4019545" y="28616"/>
                  </a:moveTo>
                  <a:lnTo>
                    <a:pt x="3990971" y="28616"/>
                  </a:lnTo>
                  <a:lnTo>
                    <a:pt x="3990971" y="0"/>
                  </a:lnTo>
                  <a:lnTo>
                    <a:pt x="4019545" y="0"/>
                  </a:lnTo>
                  <a:lnTo>
                    <a:pt x="4019545" y="28616"/>
                  </a:lnTo>
                  <a:close/>
                </a:path>
                <a:path w="7067550" h="3971925">
                  <a:moveTo>
                    <a:pt x="4076695" y="28616"/>
                  </a:moveTo>
                  <a:lnTo>
                    <a:pt x="4048121" y="28616"/>
                  </a:lnTo>
                  <a:lnTo>
                    <a:pt x="4048121" y="0"/>
                  </a:lnTo>
                  <a:lnTo>
                    <a:pt x="4076695" y="0"/>
                  </a:lnTo>
                  <a:lnTo>
                    <a:pt x="4076695" y="28616"/>
                  </a:lnTo>
                  <a:close/>
                </a:path>
                <a:path w="7067550" h="3971925">
                  <a:moveTo>
                    <a:pt x="4133846" y="28616"/>
                  </a:moveTo>
                  <a:lnTo>
                    <a:pt x="4105271" y="28616"/>
                  </a:lnTo>
                  <a:lnTo>
                    <a:pt x="4105271" y="0"/>
                  </a:lnTo>
                  <a:lnTo>
                    <a:pt x="4133846" y="0"/>
                  </a:lnTo>
                  <a:lnTo>
                    <a:pt x="4133846" y="28616"/>
                  </a:lnTo>
                  <a:close/>
                </a:path>
                <a:path w="7067550" h="3971925">
                  <a:moveTo>
                    <a:pt x="4190996" y="28616"/>
                  </a:moveTo>
                  <a:lnTo>
                    <a:pt x="4162421" y="28616"/>
                  </a:lnTo>
                  <a:lnTo>
                    <a:pt x="4162421" y="0"/>
                  </a:lnTo>
                  <a:lnTo>
                    <a:pt x="4190996" y="0"/>
                  </a:lnTo>
                  <a:lnTo>
                    <a:pt x="4190996" y="28616"/>
                  </a:lnTo>
                  <a:close/>
                </a:path>
                <a:path w="7067550" h="3971925">
                  <a:moveTo>
                    <a:pt x="4248146" y="28616"/>
                  </a:moveTo>
                  <a:lnTo>
                    <a:pt x="4219571" y="28616"/>
                  </a:lnTo>
                  <a:lnTo>
                    <a:pt x="4219571" y="0"/>
                  </a:lnTo>
                  <a:lnTo>
                    <a:pt x="4248146" y="0"/>
                  </a:lnTo>
                  <a:lnTo>
                    <a:pt x="4248146" y="28616"/>
                  </a:lnTo>
                  <a:close/>
                </a:path>
                <a:path w="7067550" h="3971925">
                  <a:moveTo>
                    <a:pt x="4305296" y="28616"/>
                  </a:moveTo>
                  <a:lnTo>
                    <a:pt x="4276721" y="28616"/>
                  </a:lnTo>
                  <a:lnTo>
                    <a:pt x="4276721" y="0"/>
                  </a:lnTo>
                  <a:lnTo>
                    <a:pt x="4305296" y="0"/>
                  </a:lnTo>
                  <a:lnTo>
                    <a:pt x="4305296" y="28616"/>
                  </a:lnTo>
                  <a:close/>
                </a:path>
                <a:path w="7067550" h="3971925">
                  <a:moveTo>
                    <a:pt x="4362446" y="28616"/>
                  </a:moveTo>
                  <a:lnTo>
                    <a:pt x="4333870" y="28616"/>
                  </a:lnTo>
                  <a:lnTo>
                    <a:pt x="4333870" y="0"/>
                  </a:lnTo>
                  <a:lnTo>
                    <a:pt x="4362446" y="0"/>
                  </a:lnTo>
                  <a:lnTo>
                    <a:pt x="4362446" y="28616"/>
                  </a:lnTo>
                  <a:close/>
                </a:path>
                <a:path w="7067550" h="3971925">
                  <a:moveTo>
                    <a:pt x="4419596" y="28616"/>
                  </a:moveTo>
                  <a:lnTo>
                    <a:pt x="4391020" y="28616"/>
                  </a:lnTo>
                  <a:lnTo>
                    <a:pt x="4391020" y="0"/>
                  </a:lnTo>
                  <a:lnTo>
                    <a:pt x="4419596" y="0"/>
                  </a:lnTo>
                  <a:lnTo>
                    <a:pt x="4419596" y="28616"/>
                  </a:lnTo>
                  <a:close/>
                </a:path>
                <a:path w="7067550" h="3971925">
                  <a:moveTo>
                    <a:pt x="4476746" y="28616"/>
                  </a:moveTo>
                  <a:lnTo>
                    <a:pt x="4448171" y="28616"/>
                  </a:lnTo>
                  <a:lnTo>
                    <a:pt x="4448171" y="0"/>
                  </a:lnTo>
                  <a:lnTo>
                    <a:pt x="4476746" y="0"/>
                  </a:lnTo>
                  <a:lnTo>
                    <a:pt x="4476746" y="28616"/>
                  </a:lnTo>
                  <a:close/>
                </a:path>
                <a:path w="7067550" h="3971925">
                  <a:moveTo>
                    <a:pt x="4533896" y="28616"/>
                  </a:moveTo>
                  <a:lnTo>
                    <a:pt x="4505321" y="28616"/>
                  </a:lnTo>
                  <a:lnTo>
                    <a:pt x="4505321" y="0"/>
                  </a:lnTo>
                  <a:lnTo>
                    <a:pt x="4533896" y="0"/>
                  </a:lnTo>
                  <a:lnTo>
                    <a:pt x="4533896" y="28616"/>
                  </a:lnTo>
                  <a:close/>
                </a:path>
                <a:path w="7067550" h="3971925">
                  <a:moveTo>
                    <a:pt x="4591046" y="28616"/>
                  </a:moveTo>
                  <a:lnTo>
                    <a:pt x="4562471" y="28616"/>
                  </a:lnTo>
                  <a:lnTo>
                    <a:pt x="4562471" y="0"/>
                  </a:lnTo>
                  <a:lnTo>
                    <a:pt x="4591046" y="0"/>
                  </a:lnTo>
                  <a:lnTo>
                    <a:pt x="4591046" y="28616"/>
                  </a:lnTo>
                  <a:close/>
                </a:path>
                <a:path w="7067550" h="3971925">
                  <a:moveTo>
                    <a:pt x="4648196" y="28616"/>
                  </a:moveTo>
                  <a:lnTo>
                    <a:pt x="4619621" y="28616"/>
                  </a:lnTo>
                  <a:lnTo>
                    <a:pt x="4619621" y="0"/>
                  </a:lnTo>
                  <a:lnTo>
                    <a:pt x="4648196" y="0"/>
                  </a:lnTo>
                  <a:lnTo>
                    <a:pt x="4648196" y="28616"/>
                  </a:lnTo>
                  <a:close/>
                </a:path>
                <a:path w="7067550" h="3971925">
                  <a:moveTo>
                    <a:pt x="4705345" y="28616"/>
                  </a:moveTo>
                  <a:lnTo>
                    <a:pt x="4676771" y="28616"/>
                  </a:lnTo>
                  <a:lnTo>
                    <a:pt x="4676771" y="0"/>
                  </a:lnTo>
                  <a:lnTo>
                    <a:pt x="4705345" y="0"/>
                  </a:lnTo>
                  <a:lnTo>
                    <a:pt x="4705345" y="28616"/>
                  </a:lnTo>
                  <a:close/>
                </a:path>
                <a:path w="7067550" h="3971925">
                  <a:moveTo>
                    <a:pt x="4762496" y="28616"/>
                  </a:moveTo>
                  <a:lnTo>
                    <a:pt x="4733921" y="28616"/>
                  </a:lnTo>
                  <a:lnTo>
                    <a:pt x="4733921" y="0"/>
                  </a:lnTo>
                  <a:lnTo>
                    <a:pt x="4762496" y="0"/>
                  </a:lnTo>
                  <a:lnTo>
                    <a:pt x="4762496" y="28616"/>
                  </a:lnTo>
                  <a:close/>
                </a:path>
                <a:path w="7067550" h="3971925">
                  <a:moveTo>
                    <a:pt x="4819646" y="28616"/>
                  </a:moveTo>
                  <a:lnTo>
                    <a:pt x="4791071" y="28616"/>
                  </a:lnTo>
                  <a:lnTo>
                    <a:pt x="4791071" y="0"/>
                  </a:lnTo>
                  <a:lnTo>
                    <a:pt x="4819646" y="0"/>
                  </a:lnTo>
                  <a:lnTo>
                    <a:pt x="4819646" y="28616"/>
                  </a:lnTo>
                  <a:close/>
                </a:path>
                <a:path w="7067550" h="3971925">
                  <a:moveTo>
                    <a:pt x="4876796" y="28616"/>
                  </a:moveTo>
                  <a:lnTo>
                    <a:pt x="4848221" y="28616"/>
                  </a:lnTo>
                  <a:lnTo>
                    <a:pt x="4848221" y="0"/>
                  </a:lnTo>
                  <a:lnTo>
                    <a:pt x="4876796" y="0"/>
                  </a:lnTo>
                  <a:lnTo>
                    <a:pt x="4876796" y="28616"/>
                  </a:lnTo>
                  <a:close/>
                </a:path>
                <a:path w="7067550" h="3971925">
                  <a:moveTo>
                    <a:pt x="4933946" y="28616"/>
                  </a:moveTo>
                  <a:lnTo>
                    <a:pt x="4905371" y="28616"/>
                  </a:lnTo>
                  <a:lnTo>
                    <a:pt x="4905371" y="0"/>
                  </a:lnTo>
                  <a:lnTo>
                    <a:pt x="4933946" y="0"/>
                  </a:lnTo>
                  <a:lnTo>
                    <a:pt x="4933946" y="28616"/>
                  </a:lnTo>
                  <a:close/>
                </a:path>
                <a:path w="7067550" h="3971925">
                  <a:moveTo>
                    <a:pt x="4991096" y="28616"/>
                  </a:moveTo>
                  <a:lnTo>
                    <a:pt x="4962521" y="28616"/>
                  </a:lnTo>
                  <a:lnTo>
                    <a:pt x="4962521" y="0"/>
                  </a:lnTo>
                  <a:lnTo>
                    <a:pt x="4991096" y="0"/>
                  </a:lnTo>
                  <a:lnTo>
                    <a:pt x="4991096" y="28616"/>
                  </a:lnTo>
                  <a:close/>
                </a:path>
                <a:path w="7067550" h="3971925">
                  <a:moveTo>
                    <a:pt x="5048246" y="28616"/>
                  </a:moveTo>
                  <a:lnTo>
                    <a:pt x="5019671" y="28616"/>
                  </a:lnTo>
                  <a:lnTo>
                    <a:pt x="5019671" y="0"/>
                  </a:lnTo>
                  <a:lnTo>
                    <a:pt x="5048246" y="0"/>
                  </a:lnTo>
                  <a:lnTo>
                    <a:pt x="5048246" y="28616"/>
                  </a:lnTo>
                  <a:close/>
                </a:path>
                <a:path w="7067550" h="3971925">
                  <a:moveTo>
                    <a:pt x="5105396" y="28616"/>
                  </a:moveTo>
                  <a:lnTo>
                    <a:pt x="5076821" y="28616"/>
                  </a:lnTo>
                  <a:lnTo>
                    <a:pt x="5076821" y="0"/>
                  </a:lnTo>
                  <a:lnTo>
                    <a:pt x="5105396" y="0"/>
                  </a:lnTo>
                  <a:lnTo>
                    <a:pt x="5105396" y="28616"/>
                  </a:lnTo>
                  <a:close/>
                </a:path>
                <a:path w="7067550" h="3971925">
                  <a:moveTo>
                    <a:pt x="5162545" y="28616"/>
                  </a:moveTo>
                  <a:lnTo>
                    <a:pt x="5133971" y="28616"/>
                  </a:lnTo>
                  <a:lnTo>
                    <a:pt x="5133971" y="0"/>
                  </a:lnTo>
                  <a:lnTo>
                    <a:pt x="5162545" y="0"/>
                  </a:lnTo>
                  <a:lnTo>
                    <a:pt x="5162545" y="28616"/>
                  </a:lnTo>
                  <a:close/>
                </a:path>
                <a:path w="7067550" h="3971925">
                  <a:moveTo>
                    <a:pt x="5219695" y="28616"/>
                  </a:moveTo>
                  <a:lnTo>
                    <a:pt x="5191120" y="28616"/>
                  </a:lnTo>
                  <a:lnTo>
                    <a:pt x="5191120" y="0"/>
                  </a:lnTo>
                  <a:lnTo>
                    <a:pt x="5219695" y="0"/>
                  </a:lnTo>
                  <a:lnTo>
                    <a:pt x="5219695" y="28616"/>
                  </a:lnTo>
                  <a:close/>
                </a:path>
                <a:path w="7067550" h="3971925">
                  <a:moveTo>
                    <a:pt x="5276845" y="28616"/>
                  </a:moveTo>
                  <a:lnTo>
                    <a:pt x="5248270" y="28616"/>
                  </a:lnTo>
                  <a:lnTo>
                    <a:pt x="5248270" y="0"/>
                  </a:lnTo>
                  <a:lnTo>
                    <a:pt x="5276845" y="0"/>
                  </a:lnTo>
                  <a:lnTo>
                    <a:pt x="5276845" y="28616"/>
                  </a:lnTo>
                  <a:close/>
                </a:path>
                <a:path w="7067550" h="3971925">
                  <a:moveTo>
                    <a:pt x="5333995" y="28616"/>
                  </a:moveTo>
                  <a:lnTo>
                    <a:pt x="5305420" y="28616"/>
                  </a:lnTo>
                  <a:lnTo>
                    <a:pt x="5305420" y="0"/>
                  </a:lnTo>
                  <a:lnTo>
                    <a:pt x="5333995" y="0"/>
                  </a:lnTo>
                  <a:lnTo>
                    <a:pt x="5333995" y="28616"/>
                  </a:lnTo>
                  <a:close/>
                </a:path>
                <a:path w="7067550" h="3971925">
                  <a:moveTo>
                    <a:pt x="5391145" y="28616"/>
                  </a:moveTo>
                  <a:lnTo>
                    <a:pt x="5362570" y="28616"/>
                  </a:lnTo>
                  <a:lnTo>
                    <a:pt x="5362570" y="0"/>
                  </a:lnTo>
                  <a:lnTo>
                    <a:pt x="5391145" y="0"/>
                  </a:lnTo>
                  <a:lnTo>
                    <a:pt x="5391145" y="28616"/>
                  </a:lnTo>
                  <a:close/>
                </a:path>
                <a:path w="7067550" h="3971925">
                  <a:moveTo>
                    <a:pt x="5448295" y="28616"/>
                  </a:moveTo>
                  <a:lnTo>
                    <a:pt x="5419720" y="28616"/>
                  </a:lnTo>
                  <a:lnTo>
                    <a:pt x="5419720" y="0"/>
                  </a:lnTo>
                  <a:lnTo>
                    <a:pt x="5448295" y="0"/>
                  </a:lnTo>
                  <a:lnTo>
                    <a:pt x="5448295" y="28616"/>
                  </a:lnTo>
                  <a:close/>
                </a:path>
                <a:path w="7067550" h="3971925">
                  <a:moveTo>
                    <a:pt x="5505445" y="28616"/>
                  </a:moveTo>
                  <a:lnTo>
                    <a:pt x="5476870" y="28616"/>
                  </a:lnTo>
                  <a:lnTo>
                    <a:pt x="5476870" y="0"/>
                  </a:lnTo>
                  <a:lnTo>
                    <a:pt x="5505445" y="0"/>
                  </a:lnTo>
                  <a:lnTo>
                    <a:pt x="5505445" y="28616"/>
                  </a:lnTo>
                  <a:close/>
                </a:path>
                <a:path w="7067550" h="3971925">
                  <a:moveTo>
                    <a:pt x="5562595" y="28616"/>
                  </a:moveTo>
                  <a:lnTo>
                    <a:pt x="5534020" y="28616"/>
                  </a:lnTo>
                  <a:lnTo>
                    <a:pt x="5534020" y="0"/>
                  </a:lnTo>
                  <a:lnTo>
                    <a:pt x="5562595" y="0"/>
                  </a:lnTo>
                  <a:lnTo>
                    <a:pt x="5562595" y="28616"/>
                  </a:lnTo>
                  <a:close/>
                </a:path>
                <a:path w="7067550" h="3971925">
                  <a:moveTo>
                    <a:pt x="5619745" y="28616"/>
                  </a:moveTo>
                  <a:lnTo>
                    <a:pt x="5591170" y="28616"/>
                  </a:lnTo>
                  <a:lnTo>
                    <a:pt x="5591170" y="0"/>
                  </a:lnTo>
                  <a:lnTo>
                    <a:pt x="5619745" y="0"/>
                  </a:lnTo>
                  <a:lnTo>
                    <a:pt x="5619745" y="28616"/>
                  </a:lnTo>
                  <a:close/>
                </a:path>
                <a:path w="7067550" h="3971925">
                  <a:moveTo>
                    <a:pt x="5676895" y="28616"/>
                  </a:moveTo>
                  <a:lnTo>
                    <a:pt x="5648320" y="28616"/>
                  </a:lnTo>
                  <a:lnTo>
                    <a:pt x="5648320" y="0"/>
                  </a:lnTo>
                  <a:lnTo>
                    <a:pt x="5676895" y="0"/>
                  </a:lnTo>
                  <a:lnTo>
                    <a:pt x="5676895" y="28616"/>
                  </a:lnTo>
                  <a:close/>
                </a:path>
                <a:path w="7067550" h="3971925">
                  <a:moveTo>
                    <a:pt x="5734045" y="28616"/>
                  </a:moveTo>
                  <a:lnTo>
                    <a:pt x="5705470" y="28616"/>
                  </a:lnTo>
                  <a:lnTo>
                    <a:pt x="5705470" y="0"/>
                  </a:lnTo>
                  <a:lnTo>
                    <a:pt x="5734045" y="0"/>
                  </a:lnTo>
                  <a:lnTo>
                    <a:pt x="5734045" y="28616"/>
                  </a:lnTo>
                  <a:close/>
                </a:path>
                <a:path w="7067550" h="3971925">
                  <a:moveTo>
                    <a:pt x="5791195" y="28616"/>
                  </a:moveTo>
                  <a:lnTo>
                    <a:pt x="5762620" y="28616"/>
                  </a:lnTo>
                  <a:lnTo>
                    <a:pt x="5762620" y="0"/>
                  </a:lnTo>
                  <a:lnTo>
                    <a:pt x="5791195" y="0"/>
                  </a:lnTo>
                  <a:lnTo>
                    <a:pt x="5791195" y="28616"/>
                  </a:lnTo>
                  <a:close/>
                </a:path>
                <a:path w="7067550" h="3971925">
                  <a:moveTo>
                    <a:pt x="5848345" y="28616"/>
                  </a:moveTo>
                  <a:lnTo>
                    <a:pt x="5819770" y="28616"/>
                  </a:lnTo>
                  <a:lnTo>
                    <a:pt x="5819770" y="0"/>
                  </a:lnTo>
                  <a:lnTo>
                    <a:pt x="5848345" y="0"/>
                  </a:lnTo>
                  <a:lnTo>
                    <a:pt x="5848345" y="28616"/>
                  </a:lnTo>
                  <a:close/>
                </a:path>
                <a:path w="7067550" h="3971925">
                  <a:moveTo>
                    <a:pt x="5905495" y="28616"/>
                  </a:moveTo>
                  <a:lnTo>
                    <a:pt x="5876920" y="28616"/>
                  </a:lnTo>
                  <a:lnTo>
                    <a:pt x="5876920" y="0"/>
                  </a:lnTo>
                  <a:lnTo>
                    <a:pt x="5905495" y="0"/>
                  </a:lnTo>
                  <a:lnTo>
                    <a:pt x="5905495" y="28616"/>
                  </a:lnTo>
                  <a:close/>
                </a:path>
                <a:path w="7067550" h="3971925">
                  <a:moveTo>
                    <a:pt x="5962645" y="28616"/>
                  </a:moveTo>
                  <a:lnTo>
                    <a:pt x="5934070" y="28616"/>
                  </a:lnTo>
                  <a:lnTo>
                    <a:pt x="5934070" y="0"/>
                  </a:lnTo>
                  <a:lnTo>
                    <a:pt x="5962645" y="0"/>
                  </a:lnTo>
                  <a:lnTo>
                    <a:pt x="5962645" y="28616"/>
                  </a:lnTo>
                  <a:close/>
                </a:path>
                <a:path w="7067550" h="3971925">
                  <a:moveTo>
                    <a:pt x="6019795" y="28616"/>
                  </a:moveTo>
                  <a:lnTo>
                    <a:pt x="5991220" y="28616"/>
                  </a:lnTo>
                  <a:lnTo>
                    <a:pt x="5991220" y="0"/>
                  </a:lnTo>
                  <a:lnTo>
                    <a:pt x="6019795" y="0"/>
                  </a:lnTo>
                  <a:lnTo>
                    <a:pt x="6019795" y="28616"/>
                  </a:lnTo>
                  <a:close/>
                </a:path>
                <a:path w="7067550" h="3971925">
                  <a:moveTo>
                    <a:pt x="6076945" y="28616"/>
                  </a:moveTo>
                  <a:lnTo>
                    <a:pt x="6048370" y="28616"/>
                  </a:lnTo>
                  <a:lnTo>
                    <a:pt x="6048370" y="0"/>
                  </a:lnTo>
                  <a:lnTo>
                    <a:pt x="6076945" y="0"/>
                  </a:lnTo>
                  <a:lnTo>
                    <a:pt x="6076945" y="28616"/>
                  </a:lnTo>
                  <a:close/>
                </a:path>
                <a:path w="7067550" h="3971925">
                  <a:moveTo>
                    <a:pt x="6134095" y="28616"/>
                  </a:moveTo>
                  <a:lnTo>
                    <a:pt x="6105520" y="28616"/>
                  </a:lnTo>
                  <a:lnTo>
                    <a:pt x="6105520" y="0"/>
                  </a:lnTo>
                  <a:lnTo>
                    <a:pt x="6134095" y="0"/>
                  </a:lnTo>
                  <a:lnTo>
                    <a:pt x="6134095" y="28616"/>
                  </a:lnTo>
                  <a:close/>
                </a:path>
                <a:path w="7067550" h="3971925">
                  <a:moveTo>
                    <a:pt x="6191245" y="28616"/>
                  </a:moveTo>
                  <a:lnTo>
                    <a:pt x="6162670" y="28616"/>
                  </a:lnTo>
                  <a:lnTo>
                    <a:pt x="6162670" y="0"/>
                  </a:lnTo>
                  <a:lnTo>
                    <a:pt x="6191245" y="0"/>
                  </a:lnTo>
                  <a:lnTo>
                    <a:pt x="6191245" y="28616"/>
                  </a:lnTo>
                  <a:close/>
                </a:path>
                <a:path w="7067550" h="3971925">
                  <a:moveTo>
                    <a:pt x="6248395" y="28616"/>
                  </a:moveTo>
                  <a:lnTo>
                    <a:pt x="6219820" y="28616"/>
                  </a:lnTo>
                  <a:lnTo>
                    <a:pt x="6219820" y="0"/>
                  </a:lnTo>
                  <a:lnTo>
                    <a:pt x="6248395" y="0"/>
                  </a:lnTo>
                  <a:lnTo>
                    <a:pt x="6248395" y="28616"/>
                  </a:lnTo>
                  <a:close/>
                </a:path>
                <a:path w="7067550" h="3971925">
                  <a:moveTo>
                    <a:pt x="6305545" y="28616"/>
                  </a:moveTo>
                  <a:lnTo>
                    <a:pt x="6276970" y="28616"/>
                  </a:lnTo>
                  <a:lnTo>
                    <a:pt x="6276970" y="0"/>
                  </a:lnTo>
                  <a:lnTo>
                    <a:pt x="6305545" y="0"/>
                  </a:lnTo>
                  <a:lnTo>
                    <a:pt x="6305545" y="28616"/>
                  </a:lnTo>
                  <a:close/>
                </a:path>
                <a:path w="7067550" h="3971925">
                  <a:moveTo>
                    <a:pt x="6362695" y="28616"/>
                  </a:moveTo>
                  <a:lnTo>
                    <a:pt x="6334120" y="28616"/>
                  </a:lnTo>
                  <a:lnTo>
                    <a:pt x="6334120" y="0"/>
                  </a:lnTo>
                  <a:lnTo>
                    <a:pt x="6362695" y="0"/>
                  </a:lnTo>
                  <a:lnTo>
                    <a:pt x="6362695" y="28616"/>
                  </a:lnTo>
                  <a:close/>
                </a:path>
                <a:path w="7067550" h="3971925">
                  <a:moveTo>
                    <a:pt x="6419845" y="28616"/>
                  </a:moveTo>
                  <a:lnTo>
                    <a:pt x="6391270" y="28616"/>
                  </a:lnTo>
                  <a:lnTo>
                    <a:pt x="6391270" y="0"/>
                  </a:lnTo>
                  <a:lnTo>
                    <a:pt x="6419845" y="0"/>
                  </a:lnTo>
                  <a:lnTo>
                    <a:pt x="6419845" y="28616"/>
                  </a:lnTo>
                  <a:close/>
                </a:path>
                <a:path w="7067550" h="3971925">
                  <a:moveTo>
                    <a:pt x="6476995" y="28616"/>
                  </a:moveTo>
                  <a:lnTo>
                    <a:pt x="6448420" y="28616"/>
                  </a:lnTo>
                  <a:lnTo>
                    <a:pt x="6448420" y="0"/>
                  </a:lnTo>
                  <a:lnTo>
                    <a:pt x="6476995" y="0"/>
                  </a:lnTo>
                  <a:lnTo>
                    <a:pt x="6476995" y="28616"/>
                  </a:lnTo>
                  <a:close/>
                </a:path>
                <a:path w="7067550" h="3971925">
                  <a:moveTo>
                    <a:pt x="6534145" y="28616"/>
                  </a:moveTo>
                  <a:lnTo>
                    <a:pt x="6505570" y="28616"/>
                  </a:lnTo>
                  <a:lnTo>
                    <a:pt x="6505570" y="0"/>
                  </a:lnTo>
                  <a:lnTo>
                    <a:pt x="6534145" y="0"/>
                  </a:lnTo>
                  <a:lnTo>
                    <a:pt x="6534145" y="28616"/>
                  </a:lnTo>
                  <a:close/>
                </a:path>
                <a:path w="7067550" h="3971925">
                  <a:moveTo>
                    <a:pt x="6591295" y="28616"/>
                  </a:moveTo>
                  <a:lnTo>
                    <a:pt x="6562720" y="28616"/>
                  </a:lnTo>
                  <a:lnTo>
                    <a:pt x="6562720" y="0"/>
                  </a:lnTo>
                  <a:lnTo>
                    <a:pt x="6591295" y="0"/>
                  </a:lnTo>
                  <a:lnTo>
                    <a:pt x="6591295" y="28616"/>
                  </a:lnTo>
                  <a:close/>
                </a:path>
                <a:path w="7067550" h="3971925">
                  <a:moveTo>
                    <a:pt x="6648445" y="28616"/>
                  </a:moveTo>
                  <a:lnTo>
                    <a:pt x="6619870" y="28616"/>
                  </a:lnTo>
                  <a:lnTo>
                    <a:pt x="6619870" y="0"/>
                  </a:lnTo>
                  <a:lnTo>
                    <a:pt x="6648445" y="0"/>
                  </a:lnTo>
                  <a:lnTo>
                    <a:pt x="6648445" y="28616"/>
                  </a:lnTo>
                  <a:close/>
                </a:path>
                <a:path w="7067550" h="3971925">
                  <a:moveTo>
                    <a:pt x="6705595" y="28616"/>
                  </a:moveTo>
                  <a:lnTo>
                    <a:pt x="6677020" y="28616"/>
                  </a:lnTo>
                  <a:lnTo>
                    <a:pt x="6677020" y="0"/>
                  </a:lnTo>
                  <a:lnTo>
                    <a:pt x="6705595" y="0"/>
                  </a:lnTo>
                  <a:lnTo>
                    <a:pt x="6705595" y="28616"/>
                  </a:lnTo>
                  <a:close/>
                </a:path>
                <a:path w="7067550" h="3971925">
                  <a:moveTo>
                    <a:pt x="6762745" y="28616"/>
                  </a:moveTo>
                  <a:lnTo>
                    <a:pt x="6734170" y="28616"/>
                  </a:lnTo>
                  <a:lnTo>
                    <a:pt x="6734170" y="0"/>
                  </a:lnTo>
                  <a:lnTo>
                    <a:pt x="6762745" y="0"/>
                  </a:lnTo>
                  <a:lnTo>
                    <a:pt x="6762745" y="28616"/>
                  </a:lnTo>
                  <a:close/>
                </a:path>
                <a:path w="7067550" h="3971925">
                  <a:moveTo>
                    <a:pt x="6819895" y="28616"/>
                  </a:moveTo>
                  <a:lnTo>
                    <a:pt x="6791320" y="28616"/>
                  </a:lnTo>
                  <a:lnTo>
                    <a:pt x="6791320" y="0"/>
                  </a:lnTo>
                  <a:lnTo>
                    <a:pt x="6819895" y="0"/>
                  </a:lnTo>
                  <a:lnTo>
                    <a:pt x="6819895" y="28616"/>
                  </a:lnTo>
                  <a:close/>
                </a:path>
                <a:path w="7067550" h="3971925">
                  <a:moveTo>
                    <a:pt x="6877045" y="28616"/>
                  </a:moveTo>
                  <a:lnTo>
                    <a:pt x="6848470" y="28616"/>
                  </a:lnTo>
                  <a:lnTo>
                    <a:pt x="6848470" y="0"/>
                  </a:lnTo>
                  <a:lnTo>
                    <a:pt x="6877045" y="0"/>
                  </a:lnTo>
                  <a:lnTo>
                    <a:pt x="6877045" y="28616"/>
                  </a:lnTo>
                  <a:close/>
                </a:path>
                <a:path w="7067550" h="3971925">
                  <a:moveTo>
                    <a:pt x="6929416" y="30648"/>
                  </a:moveTo>
                  <a:lnTo>
                    <a:pt x="6921747" y="29293"/>
                  </a:lnTo>
                  <a:lnTo>
                    <a:pt x="6914016" y="28616"/>
                  </a:lnTo>
                  <a:lnTo>
                    <a:pt x="6905620" y="28616"/>
                  </a:lnTo>
                  <a:lnTo>
                    <a:pt x="6905620" y="0"/>
                  </a:lnTo>
                  <a:lnTo>
                    <a:pt x="6906223" y="0"/>
                  </a:lnTo>
                  <a:lnTo>
                    <a:pt x="6934331" y="2817"/>
                  </a:lnTo>
                  <a:lnTo>
                    <a:pt x="6929416" y="30648"/>
                  </a:lnTo>
                  <a:close/>
                </a:path>
                <a:path w="7067550" h="3971925">
                  <a:moveTo>
                    <a:pt x="6973445" y="46799"/>
                  </a:moveTo>
                  <a:lnTo>
                    <a:pt x="6966647" y="42832"/>
                  </a:lnTo>
                  <a:lnTo>
                    <a:pt x="6959554" y="39492"/>
                  </a:lnTo>
                  <a:lnTo>
                    <a:pt x="6952164" y="36780"/>
                  </a:lnTo>
                  <a:lnTo>
                    <a:pt x="6961833" y="10436"/>
                  </a:lnTo>
                  <a:lnTo>
                    <a:pt x="6968188" y="12367"/>
                  </a:lnTo>
                  <a:lnTo>
                    <a:pt x="6987518" y="22687"/>
                  </a:lnTo>
                  <a:lnTo>
                    <a:pt x="6973445" y="46799"/>
                  </a:lnTo>
                  <a:close/>
                </a:path>
                <a:path w="7067550" h="3971925">
                  <a:moveTo>
                    <a:pt x="7009436" y="77532"/>
                  </a:moveTo>
                  <a:lnTo>
                    <a:pt x="6992735" y="60488"/>
                  </a:lnTo>
                  <a:lnTo>
                    <a:pt x="7010784" y="39320"/>
                  </a:lnTo>
                  <a:lnTo>
                    <a:pt x="7020719" y="47467"/>
                  </a:lnTo>
                  <a:lnTo>
                    <a:pt x="7030943" y="59936"/>
                  </a:lnTo>
                  <a:lnTo>
                    <a:pt x="7009436" y="77532"/>
                  </a:lnTo>
                  <a:close/>
                </a:path>
                <a:path w="7067550" h="3971925">
                  <a:moveTo>
                    <a:pt x="7032304" y="118549"/>
                  </a:moveTo>
                  <a:lnTo>
                    <a:pt x="7029741" y="111106"/>
                  </a:lnTo>
                  <a:lnTo>
                    <a:pt x="7026546" y="103948"/>
                  </a:lnTo>
                  <a:lnTo>
                    <a:pt x="7022717" y="97075"/>
                  </a:lnTo>
                  <a:lnTo>
                    <a:pt x="7047029" y="83534"/>
                  </a:lnTo>
                  <a:lnTo>
                    <a:pt x="7055819" y="99998"/>
                  </a:lnTo>
                  <a:lnTo>
                    <a:pt x="7058694" y="109461"/>
                  </a:lnTo>
                  <a:lnTo>
                    <a:pt x="7032304" y="118549"/>
                  </a:lnTo>
                  <a:close/>
                </a:path>
                <a:path w="7067550" h="3971925">
                  <a:moveTo>
                    <a:pt x="7067549" y="165820"/>
                  </a:moveTo>
                  <a:lnTo>
                    <a:pt x="7039569" y="165820"/>
                  </a:lnTo>
                  <a:lnTo>
                    <a:pt x="7039569" y="155075"/>
                  </a:lnTo>
                  <a:lnTo>
                    <a:pt x="7039040" y="148231"/>
                  </a:lnTo>
                  <a:lnTo>
                    <a:pt x="7037980" y="141430"/>
                  </a:lnTo>
                  <a:lnTo>
                    <a:pt x="7065686" y="137113"/>
                  </a:lnTo>
                  <a:lnTo>
                    <a:pt x="7067463" y="155075"/>
                  </a:lnTo>
                  <a:lnTo>
                    <a:pt x="7067549" y="165820"/>
                  </a:lnTo>
                  <a:close/>
                </a:path>
                <a:path w="7067550" h="3971925">
                  <a:moveTo>
                    <a:pt x="7067549" y="222970"/>
                  </a:moveTo>
                  <a:lnTo>
                    <a:pt x="7039569" y="222970"/>
                  </a:lnTo>
                  <a:lnTo>
                    <a:pt x="7039569" y="194395"/>
                  </a:lnTo>
                  <a:lnTo>
                    <a:pt x="7067549" y="194395"/>
                  </a:lnTo>
                  <a:lnTo>
                    <a:pt x="7067549" y="222970"/>
                  </a:lnTo>
                  <a:close/>
                </a:path>
                <a:path w="7067550" h="3971925">
                  <a:moveTo>
                    <a:pt x="7067549" y="280120"/>
                  </a:moveTo>
                  <a:lnTo>
                    <a:pt x="7039569" y="280120"/>
                  </a:lnTo>
                  <a:lnTo>
                    <a:pt x="7039569" y="251545"/>
                  </a:lnTo>
                  <a:lnTo>
                    <a:pt x="7067549" y="251545"/>
                  </a:lnTo>
                  <a:lnTo>
                    <a:pt x="7067549" y="280120"/>
                  </a:lnTo>
                  <a:close/>
                </a:path>
                <a:path w="7067550" h="3971925">
                  <a:moveTo>
                    <a:pt x="7067549" y="337270"/>
                  </a:moveTo>
                  <a:lnTo>
                    <a:pt x="7039569" y="337270"/>
                  </a:lnTo>
                  <a:lnTo>
                    <a:pt x="7039569" y="308695"/>
                  </a:lnTo>
                  <a:lnTo>
                    <a:pt x="7067549" y="308695"/>
                  </a:lnTo>
                  <a:lnTo>
                    <a:pt x="7067549" y="337270"/>
                  </a:lnTo>
                  <a:close/>
                </a:path>
                <a:path w="7067550" h="3971925">
                  <a:moveTo>
                    <a:pt x="7067549" y="394420"/>
                  </a:moveTo>
                  <a:lnTo>
                    <a:pt x="7039569" y="394420"/>
                  </a:lnTo>
                  <a:lnTo>
                    <a:pt x="7039569" y="365845"/>
                  </a:lnTo>
                  <a:lnTo>
                    <a:pt x="7067549" y="365845"/>
                  </a:lnTo>
                  <a:lnTo>
                    <a:pt x="7067549" y="394420"/>
                  </a:lnTo>
                  <a:close/>
                </a:path>
                <a:path w="7067550" h="3971925">
                  <a:moveTo>
                    <a:pt x="7067549" y="451570"/>
                  </a:moveTo>
                  <a:lnTo>
                    <a:pt x="7039569" y="451570"/>
                  </a:lnTo>
                  <a:lnTo>
                    <a:pt x="7039569" y="422995"/>
                  </a:lnTo>
                  <a:lnTo>
                    <a:pt x="7067549" y="422995"/>
                  </a:lnTo>
                  <a:lnTo>
                    <a:pt x="7067549" y="451570"/>
                  </a:lnTo>
                  <a:close/>
                </a:path>
                <a:path w="7067550" h="3971925">
                  <a:moveTo>
                    <a:pt x="7067549" y="508720"/>
                  </a:moveTo>
                  <a:lnTo>
                    <a:pt x="7039569" y="508720"/>
                  </a:lnTo>
                  <a:lnTo>
                    <a:pt x="7039569" y="480145"/>
                  </a:lnTo>
                  <a:lnTo>
                    <a:pt x="7067549" y="480145"/>
                  </a:lnTo>
                  <a:lnTo>
                    <a:pt x="7067549" y="508720"/>
                  </a:lnTo>
                  <a:close/>
                </a:path>
                <a:path w="7067550" h="3971925">
                  <a:moveTo>
                    <a:pt x="7067549" y="565870"/>
                  </a:moveTo>
                  <a:lnTo>
                    <a:pt x="7039569" y="565870"/>
                  </a:lnTo>
                  <a:lnTo>
                    <a:pt x="7039569" y="537295"/>
                  </a:lnTo>
                  <a:lnTo>
                    <a:pt x="7067549" y="537295"/>
                  </a:lnTo>
                  <a:lnTo>
                    <a:pt x="7067549" y="565870"/>
                  </a:lnTo>
                  <a:close/>
                </a:path>
                <a:path w="7067550" h="3971925">
                  <a:moveTo>
                    <a:pt x="7067549" y="623021"/>
                  </a:moveTo>
                  <a:lnTo>
                    <a:pt x="7039569" y="623021"/>
                  </a:lnTo>
                  <a:lnTo>
                    <a:pt x="7039569" y="594445"/>
                  </a:lnTo>
                  <a:lnTo>
                    <a:pt x="7067549" y="594445"/>
                  </a:lnTo>
                  <a:lnTo>
                    <a:pt x="7067549" y="623021"/>
                  </a:lnTo>
                  <a:close/>
                </a:path>
                <a:path w="7067550" h="3971925">
                  <a:moveTo>
                    <a:pt x="7067549" y="680171"/>
                  </a:moveTo>
                  <a:lnTo>
                    <a:pt x="7039569" y="680171"/>
                  </a:lnTo>
                  <a:lnTo>
                    <a:pt x="7039569" y="651596"/>
                  </a:lnTo>
                  <a:lnTo>
                    <a:pt x="7067549" y="651596"/>
                  </a:lnTo>
                  <a:lnTo>
                    <a:pt x="7067549" y="680171"/>
                  </a:lnTo>
                  <a:close/>
                </a:path>
                <a:path w="7067550" h="3971925">
                  <a:moveTo>
                    <a:pt x="7067549" y="737320"/>
                  </a:moveTo>
                  <a:lnTo>
                    <a:pt x="7039569" y="737320"/>
                  </a:lnTo>
                  <a:lnTo>
                    <a:pt x="7039569" y="708745"/>
                  </a:lnTo>
                  <a:lnTo>
                    <a:pt x="7067549" y="708745"/>
                  </a:lnTo>
                  <a:lnTo>
                    <a:pt x="7067549" y="737320"/>
                  </a:lnTo>
                  <a:close/>
                </a:path>
                <a:path w="7067550" h="3971925">
                  <a:moveTo>
                    <a:pt x="7067549" y="794470"/>
                  </a:moveTo>
                  <a:lnTo>
                    <a:pt x="7039569" y="794470"/>
                  </a:lnTo>
                  <a:lnTo>
                    <a:pt x="7039569" y="765895"/>
                  </a:lnTo>
                  <a:lnTo>
                    <a:pt x="7067549" y="765895"/>
                  </a:lnTo>
                  <a:lnTo>
                    <a:pt x="7067549" y="794470"/>
                  </a:lnTo>
                  <a:close/>
                </a:path>
                <a:path w="7067550" h="3971925">
                  <a:moveTo>
                    <a:pt x="7067549" y="851620"/>
                  </a:moveTo>
                  <a:lnTo>
                    <a:pt x="7039569" y="851620"/>
                  </a:lnTo>
                  <a:lnTo>
                    <a:pt x="7039569" y="823045"/>
                  </a:lnTo>
                  <a:lnTo>
                    <a:pt x="7067549" y="823045"/>
                  </a:lnTo>
                  <a:lnTo>
                    <a:pt x="7067549" y="851620"/>
                  </a:lnTo>
                  <a:close/>
                </a:path>
                <a:path w="7067550" h="3971925">
                  <a:moveTo>
                    <a:pt x="7067549" y="908770"/>
                  </a:moveTo>
                  <a:lnTo>
                    <a:pt x="7039569" y="908770"/>
                  </a:lnTo>
                  <a:lnTo>
                    <a:pt x="7039569" y="880195"/>
                  </a:lnTo>
                  <a:lnTo>
                    <a:pt x="7067549" y="880195"/>
                  </a:lnTo>
                  <a:lnTo>
                    <a:pt x="7067549" y="908770"/>
                  </a:lnTo>
                  <a:close/>
                </a:path>
                <a:path w="7067550" h="3971925">
                  <a:moveTo>
                    <a:pt x="7067549" y="965920"/>
                  </a:moveTo>
                  <a:lnTo>
                    <a:pt x="7039569" y="965920"/>
                  </a:lnTo>
                  <a:lnTo>
                    <a:pt x="7039569" y="937345"/>
                  </a:lnTo>
                  <a:lnTo>
                    <a:pt x="7067549" y="937345"/>
                  </a:lnTo>
                  <a:lnTo>
                    <a:pt x="7067549" y="965920"/>
                  </a:lnTo>
                  <a:close/>
                </a:path>
                <a:path w="7067550" h="3971925">
                  <a:moveTo>
                    <a:pt x="7067549" y="1023070"/>
                  </a:moveTo>
                  <a:lnTo>
                    <a:pt x="7039569" y="1023070"/>
                  </a:lnTo>
                  <a:lnTo>
                    <a:pt x="7039569" y="994495"/>
                  </a:lnTo>
                  <a:lnTo>
                    <a:pt x="7067549" y="994495"/>
                  </a:lnTo>
                  <a:lnTo>
                    <a:pt x="7067549" y="1023070"/>
                  </a:lnTo>
                  <a:close/>
                </a:path>
                <a:path w="7067550" h="3971925">
                  <a:moveTo>
                    <a:pt x="7067549" y="1080220"/>
                  </a:moveTo>
                  <a:lnTo>
                    <a:pt x="7039569" y="1080220"/>
                  </a:lnTo>
                  <a:lnTo>
                    <a:pt x="7039569" y="1051645"/>
                  </a:lnTo>
                  <a:lnTo>
                    <a:pt x="7067549" y="1051645"/>
                  </a:lnTo>
                  <a:lnTo>
                    <a:pt x="7067549" y="1080220"/>
                  </a:lnTo>
                  <a:close/>
                </a:path>
                <a:path w="7067550" h="3971925">
                  <a:moveTo>
                    <a:pt x="7067549" y="1137370"/>
                  </a:moveTo>
                  <a:lnTo>
                    <a:pt x="7039569" y="1137370"/>
                  </a:lnTo>
                  <a:lnTo>
                    <a:pt x="7039569" y="1108795"/>
                  </a:lnTo>
                  <a:lnTo>
                    <a:pt x="7067549" y="1108795"/>
                  </a:lnTo>
                  <a:lnTo>
                    <a:pt x="7067549" y="1137370"/>
                  </a:lnTo>
                  <a:close/>
                </a:path>
                <a:path w="7067550" h="3971925">
                  <a:moveTo>
                    <a:pt x="7067549" y="1194520"/>
                  </a:moveTo>
                  <a:lnTo>
                    <a:pt x="7039569" y="1194520"/>
                  </a:lnTo>
                  <a:lnTo>
                    <a:pt x="7039569" y="1165945"/>
                  </a:lnTo>
                  <a:lnTo>
                    <a:pt x="7067549" y="1165945"/>
                  </a:lnTo>
                  <a:lnTo>
                    <a:pt x="7067549" y="1194520"/>
                  </a:lnTo>
                  <a:close/>
                </a:path>
                <a:path w="7067550" h="3971925">
                  <a:moveTo>
                    <a:pt x="7067549" y="1251671"/>
                  </a:moveTo>
                  <a:lnTo>
                    <a:pt x="7039569" y="1251671"/>
                  </a:lnTo>
                  <a:lnTo>
                    <a:pt x="7039569" y="1223096"/>
                  </a:lnTo>
                  <a:lnTo>
                    <a:pt x="7067549" y="1223096"/>
                  </a:lnTo>
                  <a:lnTo>
                    <a:pt x="7067549" y="1251671"/>
                  </a:lnTo>
                  <a:close/>
                </a:path>
                <a:path w="7067550" h="3971925">
                  <a:moveTo>
                    <a:pt x="7067549" y="1308821"/>
                  </a:moveTo>
                  <a:lnTo>
                    <a:pt x="7039569" y="1308821"/>
                  </a:lnTo>
                  <a:lnTo>
                    <a:pt x="7039569" y="1280246"/>
                  </a:lnTo>
                  <a:lnTo>
                    <a:pt x="7067549" y="1280246"/>
                  </a:lnTo>
                  <a:lnTo>
                    <a:pt x="7067549" y="1308821"/>
                  </a:lnTo>
                  <a:close/>
                </a:path>
                <a:path w="7067550" h="3971925">
                  <a:moveTo>
                    <a:pt x="7067549" y="1365971"/>
                  </a:moveTo>
                  <a:lnTo>
                    <a:pt x="7039569" y="1365971"/>
                  </a:lnTo>
                  <a:lnTo>
                    <a:pt x="7039569" y="1337396"/>
                  </a:lnTo>
                  <a:lnTo>
                    <a:pt x="7067549" y="1337396"/>
                  </a:lnTo>
                  <a:lnTo>
                    <a:pt x="7067549" y="1365971"/>
                  </a:lnTo>
                  <a:close/>
                </a:path>
                <a:path w="7067550" h="3971925">
                  <a:moveTo>
                    <a:pt x="7067549" y="1423121"/>
                  </a:moveTo>
                  <a:lnTo>
                    <a:pt x="7039569" y="1423121"/>
                  </a:lnTo>
                  <a:lnTo>
                    <a:pt x="7039569" y="1394546"/>
                  </a:lnTo>
                  <a:lnTo>
                    <a:pt x="7067549" y="1394546"/>
                  </a:lnTo>
                  <a:lnTo>
                    <a:pt x="7067549" y="1423121"/>
                  </a:lnTo>
                  <a:close/>
                </a:path>
                <a:path w="7067550" h="3971925">
                  <a:moveTo>
                    <a:pt x="7067549" y="1480271"/>
                  </a:moveTo>
                  <a:lnTo>
                    <a:pt x="7039569" y="1480271"/>
                  </a:lnTo>
                  <a:lnTo>
                    <a:pt x="7039569" y="1451696"/>
                  </a:lnTo>
                  <a:lnTo>
                    <a:pt x="7067549" y="1451696"/>
                  </a:lnTo>
                  <a:lnTo>
                    <a:pt x="7067549" y="1480271"/>
                  </a:lnTo>
                  <a:close/>
                </a:path>
                <a:path w="7067550" h="3971925">
                  <a:moveTo>
                    <a:pt x="7067549" y="1537421"/>
                  </a:moveTo>
                  <a:lnTo>
                    <a:pt x="7039569" y="1537421"/>
                  </a:lnTo>
                  <a:lnTo>
                    <a:pt x="7039569" y="1508846"/>
                  </a:lnTo>
                  <a:lnTo>
                    <a:pt x="7067549" y="1508846"/>
                  </a:lnTo>
                  <a:lnTo>
                    <a:pt x="7067549" y="1537421"/>
                  </a:lnTo>
                  <a:close/>
                </a:path>
                <a:path w="7067550" h="3971925">
                  <a:moveTo>
                    <a:pt x="7067549" y="1594571"/>
                  </a:moveTo>
                  <a:lnTo>
                    <a:pt x="7039569" y="1594571"/>
                  </a:lnTo>
                  <a:lnTo>
                    <a:pt x="7039569" y="1565996"/>
                  </a:lnTo>
                  <a:lnTo>
                    <a:pt x="7067549" y="1565996"/>
                  </a:lnTo>
                  <a:lnTo>
                    <a:pt x="7067549" y="1594571"/>
                  </a:lnTo>
                  <a:close/>
                </a:path>
                <a:path w="7067550" h="3971925">
                  <a:moveTo>
                    <a:pt x="7067549" y="1651721"/>
                  </a:moveTo>
                  <a:lnTo>
                    <a:pt x="7039569" y="1651721"/>
                  </a:lnTo>
                  <a:lnTo>
                    <a:pt x="7039569" y="1623146"/>
                  </a:lnTo>
                  <a:lnTo>
                    <a:pt x="7067549" y="1623146"/>
                  </a:lnTo>
                  <a:lnTo>
                    <a:pt x="7067549" y="1651721"/>
                  </a:lnTo>
                  <a:close/>
                </a:path>
                <a:path w="7067550" h="3971925">
                  <a:moveTo>
                    <a:pt x="7067549" y="1708871"/>
                  </a:moveTo>
                  <a:lnTo>
                    <a:pt x="7039569" y="1708871"/>
                  </a:lnTo>
                  <a:lnTo>
                    <a:pt x="7039569" y="1680296"/>
                  </a:lnTo>
                  <a:lnTo>
                    <a:pt x="7067549" y="1680296"/>
                  </a:lnTo>
                  <a:lnTo>
                    <a:pt x="7067549" y="1708871"/>
                  </a:lnTo>
                  <a:close/>
                </a:path>
                <a:path w="7067550" h="3971925">
                  <a:moveTo>
                    <a:pt x="7067549" y="1766021"/>
                  </a:moveTo>
                  <a:lnTo>
                    <a:pt x="7039569" y="1766021"/>
                  </a:lnTo>
                  <a:lnTo>
                    <a:pt x="7039569" y="1737446"/>
                  </a:lnTo>
                  <a:lnTo>
                    <a:pt x="7067549" y="1737446"/>
                  </a:lnTo>
                  <a:lnTo>
                    <a:pt x="7067549" y="1766021"/>
                  </a:lnTo>
                  <a:close/>
                </a:path>
                <a:path w="7067550" h="3971925">
                  <a:moveTo>
                    <a:pt x="7067549" y="1823171"/>
                  </a:moveTo>
                  <a:lnTo>
                    <a:pt x="7039569" y="1823171"/>
                  </a:lnTo>
                  <a:lnTo>
                    <a:pt x="7039569" y="1794596"/>
                  </a:lnTo>
                  <a:lnTo>
                    <a:pt x="7067549" y="1794596"/>
                  </a:lnTo>
                  <a:lnTo>
                    <a:pt x="7067549" y="1823171"/>
                  </a:lnTo>
                  <a:close/>
                </a:path>
                <a:path w="7067550" h="3971925">
                  <a:moveTo>
                    <a:pt x="7067549" y="1880321"/>
                  </a:moveTo>
                  <a:lnTo>
                    <a:pt x="7039569" y="1880321"/>
                  </a:lnTo>
                  <a:lnTo>
                    <a:pt x="7039569" y="1851746"/>
                  </a:lnTo>
                  <a:lnTo>
                    <a:pt x="7067549" y="1851746"/>
                  </a:lnTo>
                  <a:lnTo>
                    <a:pt x="7067549" y="1880321"/>
                  </a:lnTo>
                  <a:close/>
                </a:path>
                <a:path w="7067550" h="3971925">
                  <a:moveTo>
                    <a:pt x="7067549" y="1937471"/>
                  </a:moveTo>
                  <a:lnTo>
                    <a:pt x="7039569" y="1937471"/>
                  </a:lnTo>
                  <a:lnTo>
                    <a:pt x="7039569" y="1908896"/>
                  </a:lnTo>
                  <a:lnTo>
                    <a:pt x="7067549" y="1908896"/>
                  </a:lnTo>
                  <a:lnTo>
                    <a:pt x="7067549" y="1937471"/>
                  </a:lnTo>
                  <a:close/>
                </a:path>
                <a:path w="7067550" h="3971925">
                  <a:moveTo>
                    <a:pt x="7067549" y="1994621"/>
                  </a:moveTo>
                  <a:lnTo>
                    <a:pt x="7039569" y="1994621"/>
                  </a:lnTo>
                  <a:lnTo>
                    <a:pt x="7039569" y="1966046"/>
                  </a:lnTo>
                  <a:lnTo>
                    <a:pt x="7067549" y="1966046"/>
                  </a:lnTo>
                  <a:lnTo>
                    <a:pt x="7067549" y="1994621"/>
                  </a:lnTo>
                  <a:close/>
                </a:path>
                <a:path w="7067550" h="3971925">
                  <a:moveTo>
                    <a:pt x="7067549" y="2051771"/>
                  </a:moveTo>
                  <a:lnTo>
                    <a:pt x="7039569" y="2051771"/>
                  </a:lnTo>
                  <a:lnTo>
                    <a:pt x="7039569" y="2023196"/>
                  </a:lnTo>
                  <a:lnTo>
                    <a:pt x="7067549" y="2023196"/>
                  </a:lnTo>
                  <a:lnTo>
                    <a:pt x="7067549" y="2051771"/>
                  </a:lnTo>
                  <a:close/>
                </a:path>
                <a:path w="7067550" h="3971925">
                  <a:moveTo>
                    <a:pt x="7067549" y="2108921"/>
                  </a:moveTo>
                  <a:lnTo>
                    <a:pt x="7039569" y="2108921"/>
                  </a:lnTo>
                  <a:lnTo>
                    <a:pt x="7039569" y="2080346"/>
                  </a:lnTo>
                  <a:lnTo>
                    <a:pt x="7067549" y="2080346"/>
                  </a:lnTo>
                  <a:lnTo>
                    <a:pt x="7067549" y="2108921"/>
                  </a:lnTo>
                  <a:close/>
                </a:path>
                <a:path w="7067550" h="3971925">
                  <a:moveTo>
                    <a:pt x="7067549" y="2166071"/>
                  </a:moveTo>
                  <a:lnTo>
                    <a:pt x="7039569" y="2166071"/>
                  </a:lnTo>
                  <a:lnTo>
                    <a:pt x="7039569" y="2137496"/>
                  </a:lnTo>
                  <a:lnTo>
                    <a:pt x="7067549" y="2137496"/>
                  </a:lnTo>
                  <a:lnTo>
                    <a:pt x="7067549" y="2166071"/>
                  </a:lnTo>
                  <a:close/>
                </a:path>
                <a:path w="7067550" h="3971925">
                  <a:moveTo>
                    <a:pt x="7067549" y="2223221"/>
                  </a:moveTo>
                  <a:lnTo>
                    <a:pt x="7039569" y="2223221"/>
                  </a:lnTo>
                  <a:lnTo>
                    <a:pt x="7039569" y="2194646"/>
                  </a:lnTo>
                  <a:lnTo>
                    <a:pt x="7067549" y="2194646"/>
                  </a:lnTo>
                  <a:lnTo>
                    <a:pt x="7067549" y="2223221"/>
                  </a:lnTo>
                  <a:close/>
                </a:path>
                <a:path w="7067550" h="3971925">
                  <a:moveTo>
                    <a:pt x="7067549" y="2280371"/>
                  </a:moveTo>
                  <a:lnTo>
                    <a:pt x="7039569" y="2280371"/>
                  </a:lnTo>
                  <a:lnTo>
                    <a:pt x="7039569" y="2251796"/>
                  </a:lnTo>
                  <a:lnTo>
                    <a:pt x="7067549" y="2251796"/>
                  </a:lnTo>
                  <a:lnTo>
                    <a:pt x="7067549" y="2280371"/>
                  </a:lnTo>
                  <a:close/>
                </a:path>
                <a:path w="7067550" h="3971925">
                  <a:moveTo>
                    <a:pt x="7067549" y="2337521"/>
                  </a:moveTo>
                  <a:lnTo>
                    <a:pt x="7039569" y="2337521"/>
                  </a:lnTo>
                  <a:lnTo>
                    <a:pt x="7039569" y="2308946"/>
                  </a:lnTo>
                  <a:lnTo>
                    <a:pt x="7067549" y="2308946"/>
                  </a:lnTo>
                  <a:lnTo>
                    <a:pt x="7067549" y="2337521"/>
                  </a:lnTo>
                  <a:close/>
                </a:path>
                <a:path w="7067550" h="3971925">
                  <a:moveTo>
                    <a:pt x="7067549" y="2394671"/>
                  </a:moveTo>
                  <a:lnTo>
                    <a:pt x="7039569" y="2394671"/>
                  </a:lnTo>
                  <a:lnTo>
                    <a:pt x="7039569" y="2366096"/>
                  </a:lnTo>
                  <a:lnTo>
                    <a:pt x="7067549" y="2366096"/>
                  </a:lnTo>
                  <a:lnTo>
                    <a:pt x="7067549" y="2394671"/>
                  </a:lnTo>
                  <a:close/>
                </a:path>
                <a:path w="7067550" h="3971925">
                  <a:moveTo>
                    <a:pt x="7067549" y="2451821"/>
                  </a:moveTo>
                  <a:lnTo>
                    <a:pt x="7039569" y="2451821"/>
                  </a:lnTo>
                  <a:lnTo>
                    <a:pt x="7039569" y="2423246"/>
                  </a:lnTo>
                  <a:lnTo>
                    <a:pt x="7067549" y="2423246"/>
                  </a:lnTo>
                  <a:lnTo>
                    <a:pt x="7067549" y="2451821"/>
                  </a:lnTo>
                  <a:close/>
                </a:path>
                <a:path w="7067550" h="3971925">
                  <a:moveTo>
                    <a:pt x="7067549" y="2508971"/>
                  </a:moveTo>
                  <a:lnTo>
                    <a:pt x="7039569" y="2508971"/>
                  </a:lnTo>
                  <a:lnTo>
                    <a:pt x="7039569" y="2480396"/>
                  </a:lnTo>
                  <a:lnTo>
                    <a:pt x="7067549" y="2480396"/>
                  </a:lnTo>
                  <a:lnTo>
                    <a:pt x="7067549" y="2508971"/>
                  </a:lnTo>
                  <a:close/>
                </a:path>
                <a:path w="7067550" h="3971925">
                  <a:moveTo>
                    <a:pt x="7067549" y="2566121"/>
                  </a:moveTo>
                  <a:lnTo>
                    <a:pt x="7039569" y="2566121"/>
                  </a:lnTo>
                  <a:lnTo>
                    <a:pt x="7039569" y="2537546"/>
                  </a:lnTo>
                  <a:lnTo>
                    <a:pt x="7067549" y="2537546"/>
                  </a:lnTo>
                  <a:lnTo>
                    <a:pt x="7067549" y="2566121"/>
                  </a:lnTo>
                  <a:close/>
                </a:path>
                <a:path w="7067550" h="3971925">
                  <a:moveTo>
                    <a:pt x="7067549" y="2623271"/>
                  </a:moveTo>
                  <a:lnTo>
                    <a:pt x="7039569" y="2623271"/>
                  </a:lnTo>
                  <a:lnTo>
                    <a:pt x="7039569" y="2594696"/>
                  </a:lnTo>
                  <a:lnTo>
                    <a:pt x="7067549" y="2594696"/>
                  </a:lnTo>
                  <a:lnTo>
                    <a:pt x="7067549" y="2623271"/>
                  </a:lnTo>
                  <a:close/>
                </a:path>
                <a:path w="7067550" h="3971925">
                  <a:moveTo>
                    <a:pt x="7067549" y="2680421"/>
                  </a:moveTo>
                  <a:lnTo>
                    <a:pt x="7039569" y="2680421"/>
                  </a:lnTo>
                  <a:lnTo>
                    <a:pt x="7039569" y="2651846"/>
                  </a:lnTo>
                  <a:lnTo>
                    <a:pt x="7067549" y="2651846"/>
                  </a:lnTo>
                  <a:lnTo>
                    <a:pt x="7067549" y="2680421"/>
                  </a:lnTo>
                  <a:close/>
                </a:path>
                <a:path w="7067550" h="3971925">
                  <a:moveTo>
                    <a:pt x="7067549" y="2737571"/>
                  </a:moveTo>
                  <a:lnTo>
                    <a:pt x="7039569" y="2737571"/>
                  </a:lnTo>
                  <a:lnTo>
                    <a:pt x="7039569" y="2708996"/>
                  </a:lnTo>
                  <a:lnTo>
                    <a:pt x="7067549" y="2708996"/>
                  </a:lnTo>
                  <a:lnTo>
                    <a:pt x="7067549" y="2737571"/>
                  </a:lnTo>
                  <a:close/>
                </a:path>
                <a:path w="7067550" h="3971925">
                  <a:moveTo>
                    <a:pt x="7067549" y="2794721"/>
                  </a:moveTo>
                  <a:lnTo>
                    <a:pt x="7039569" y="2794721"/>
                  </a:lnTo>
                  <a:lnTo>
                    <a:pt x="7039569" y="2766146"/>
                  </a:lnTo>
                  <a:lnTo>
                    <a:pt x="7067549" y="2766146"/>
                  </a:lnTo>
                  <a:lnTo>
                    <a:pt x="7067549" y="2794721"/>
                  </a:lnTo>
                  <a:close/>
                </a:path>
                <a:path w="7067550" h="3971925">
                  <a:moveTo>
                    <a:pt x="7067549" y="2851871"/>
                  </a:moveTo>
                  <a:lnTo>
                    <a:pt x="7039569" y="2851871"/>
                  </a:lnTo>
                  <a:lnTo>
                    <a:pt x="7039569" y="2823296"/>
                  </a:lnTo>
                  <a:lnTo>
                    <a:pt x="7067549" y="2823296"/>
                  </a:lnTo>
                  <a:lnTo>
                    <a:pt x="7067549" y="2851871"/>
                  </a:lnTo>
                  <a:close/>
                </a:path>
                <a:path w="7067550" h="3971925">
                  <a:moveTo>
                    <a:pt x="7067549" y="2909021"/>
                  </a:moveTo>
                  <a:lnTo>
                    <a:pt x="7039569" y="2909021"/>
                  </a:lnTo>
                  <a:lnTo>
                    <a:pt x="7039569" y="2880446"/>
                  </a:lnTo>
                  <a:lnTo>
                    <a:pt x="7067549" y="2880446"/>
                  </a:lnTo>
                  <a:lnTo>
                    <a:pt x="7067549" y="2909021"/>
                  </a:lnTo>
                  <a:close/>
                </a:path>
                <a:path w="7067550" h="3971925">
                  <a:moveTo>
                    <a:pt x="7067549" y="2966170"/>
                  </a:moveTo>
                  <a:lnTo>
                    <a:pt x="7039569" y="2966170"/>
                  </a:lnTo>
                  <a:lnTo>
                    <a:pt x="7039569" y="2937596"/>
                  </a:lnTo>
                  <a:lnTo>
                    <a:pt x="7067549" y="2937596"/>
                  </a:lnTo>
                  <a:lnTo>
                    <a:pt x="7067549" y="2966170"/>
                  </a:lnTo>
                  <a:close/>
                </a:path>
                <a:path w="7067550" h="3971925">
                  <a:moveTo>
                    <a:pt x="7067549" y="3023320"/>
                  </a:moveTo>
                  <a:lnTo>
                    <a:pt x="7039569" y="3023320"/>
                  </a:lnTo>
                  <a:lnTo>
                    <a:pt x="7039569" y="2994745"/>
                  </a:lnTo>
                  <a:lnTo>
                    <a:pt x="7067549" y="2994745"/>
                  </a:lnTo>
                  <a:lnTo>
                    <a:pt x="7067549" y="3023320"/>
                  </a:lnTo>
                  <a:close/>
                </a:path>
                <a:path w="7067550" h="3971925">
                  <a:moveTo>
                    <a:pt x="7067549" y="3080470"/>
                  </a:moveTo>
                  <a:lnTo>
                    <a:pt x="7039569" y="3080470"/>
                  </a:lnTo>
                  <a:lnTo>
                    <a:pt x="7039569" y="3051895"/>
                  </a:lnTo>
                  <a:lnTo>
                    <a:pt x="7067549" y="3051895"/>
                  </a:lnTo>
                  <a:lnTo>
                    <a:pt x="7067549" y="3080470"/>
                  </a:lnTo>
                  <a:close/>
                </a:path>
                <a:path w="7067550" h="3971925">
                  <a:moveTo>
                    <a:pt x="7067549" y="3137620"/>
                  </a:moveTo>
                  <a:lnTo>
                    <a:pt x="7039569" y="3137620"/>
                  </a:lnTo>
                  <a:lnTo>
                    <a:pt x="7039569" y="3109045"/>
                  </a:lnTo>
                  <a:lnTo>
                    <a:pt x="7067549" y="3109045"/>
                  </a:lnTo>
                  <a:lnTo>
                    <a:pt x="7067549" y="3137620"/>
                  </a:lnTo>
                  <a:close/>
                </a:path>
                <a:path w="7067550" h="3971925">
                  <a:moveTo>
                    <a:pt x="7067549" y="3194770"/>
                  </a:moveTo>
                  <a:lnTo>
                    <a:pt x="7039569" y="3194770"/>
                  </a:lnTo>
                  <a:lnTo>
                    <a:pt x="7039569" y="3166195"/>
                  </a:lnTo>
                  <a:lnTo>
                    <a:pt x="7067549" y="3166195"/>
                  </a:lnTo>
                  <a:lnTo>
                    <a:pt x="7067549" y="3194770"/>
                  </a:lnTo>
                  <a:close/>
                </a:path>
                <a:path w="7067550" h="3971925">
                  <a:moveTo>
                    <a:pt x="7067549" y="3251920"/>
                  </a:moveTo>
                  <a:lnTo>
                    <a:pt x="7039569" y="3251920"/>
                  </a:lnTo>
                  <a:lnTo>
                    <a:pt x="7039569" y="3223345"/>
                  </a:lnTo>
                  <a:lnTo>
                    <a:pt x="7067549" y="3223345"/>
                  </a:lnTo>
                  <a:lnTo>
                    <a:pt x="7067549" y="3251920"/>
                  </a:lnTo>
                  <a:close/>
                </a:path>
                <a:path w="7067550" h="3971925">
                  <a:moveTo>
                    <a:pt x="7067549" y="3309070"/>
                  </a:moveTo>
                  <a:lnTo>
                    <a:pt x="7039569" y="3309070"/>
                  </a:lnTo>
                  <a:lnTo>
                    <a:pt x="7039569" y="3280495"/>
                  </a:lnTo>
                  <a:lnTo>
                    <a:pt x="7067549" y="3280495"/>
                  </a:lnTo>
                  <a:lnTo>
                    <a:pt x="7067549" y="3309070"/>
                  </a:lnTo>
                  <a:close/>
                </a:path>
                <a:path w="7067550" h="3971925">
                  <a:moveTo>
                    <a:pt x="7067549" y="3366221"/>
                  </a:moveTo>
                  <a:lnTo>
                    <a:pt x="7039569" y="3366221"/>
                  </a:lnTo>
                  <a:lnTo>
                    <a:pt x="7039569" y="3337645"/>
                  </a:lnTo>
                  <a:lnTo>
                    <a:pt x="7067549" y="3337645"/>
                  </a:lnTo>
                  <a:lnTo>
                    <a:pt x="7067549" y="3366221"/>
                  </a:lnTo>
                  <a:close/>
                </a:path>
                <a:path w="7067550" h="3971925">
                  <a:moveTo>
                    <a:pt x="7067549" y="3423371"/>
                  </a:moveTo>
                  <a:lnTo>
                    <a:pt x="7039569" y="3423371"/>
                  </a:lnTo>
                  <a:lnTo>
                    <a:pt x="7039569" y="3394796"/>
                  </a:lnTo>
                  <a:lnTo>
                    <a:pt x="7067549" y="3394796"/>
                  </a:lnTo>
                  <a:lnTo>
                    <a:pt x="7067549" y="3423371"/>
                  </a:lnTo>
                  <a:close/>
                </a:path>
                <a:path w="7067550" h="3971925">
                  <a:moveTo>
                    <a:pt x="7067549" y="3480521"/>
                  </a:moveTo>
                  <a:lnTo>
                    <a:pt x="7039569" y="3480521"/>
                  </a:lnTo>
                  <a:lnTo>
                    <a:pt x="7039569" y="3451946"/>
                  </a:lnTo>
                  <a:lnTo>
                    <a:pt x="7067549" y="3451946"/>
                  </a:lnTo>
                  <a:lnTo>
                    <a:pt x="7067549" y="3480521"/>
                  </a:lnTo>
                  <a:close/>
                </a:path>
                <a:path w="7067550" h="3971925">
                  <a:moveTo>
                    <a:pt x="7067549" y="3537671"/>
                  </a:moveTo>
                  <a:lnTo>
                    <a:pt x="7039569" y="3537671"/>
                  </a:lnTo>
                  <a:lnTo>
                    <a:pt x="7039569" y="3509096"/>
                  </a:lnTo>
                  <a:lnTo>
                    <a:pt x="7067549" y="3509096"/>
                  </a:lnTo>
                  <a:lnTo>
                    <a:pt x="7067549" y="3537671"/>
                  </a:lnTo>
                  <a:close/>
                </a:path>
                <a:path w="7067550" h="3971925">
                  <a:moveTo>
                    <a:pt x="7067549" y="3594821"/>
                  </a:moveTo>
                  <a:lnTo>
                    <a:pt x="7039569" y="3594821"/>
                  </a:lnTo>
                  <a:lnTo>
                    <a:pt x="7039569" y="3566246"/>
                  </a:lnTo>
                  <a:lnTo>
                    <a:pt x="7067549" y="3566246"/>
                  </a:lnTo>
                  <a:lnTo>
                    <a:pt x="7067549" y="3594821"/>
                  </a:lnTo>
                  <a:close/>
                </a:path>
                <a:path w="7067550" h="3971925">
                  <a:moveTo>
                    <a:pt x="7067549" y="3651971"/>
                  </a:moveTo>
                  <a:lnTo>
                    <a:pt x="7039569" y="3651971"/>
                  </a:lnTo>
                  <a:lnTo>
                    <a:pt x="7039569" y="3623396"/>
                  </a:lnTo>
                  <a:lnTo>
                    <a:pt x="7067549" y="3623396"/>
                  </a:lnTo>
                  <a:lnTo>
                    <a:pt x="7067549" y="3651971"/>
                  </a:lnTo>
                  <a:close/>
                </a:path>
                <a:path w="7067550" h="3971925">
                  <a:moveTo>
                    <a:pt x="7067549" y="3709121"/>
                  </a:moveTo>
                  <a:lnTo>
                    <a:pt x="7039569" y="3709121"/>
                  </a:lnTo>
                  <a:lnTo>
                    <a:pt x="7039569" y="3680546"/>
                  </a:lnTo>
                  <a:lnTo>
                    <a:pt x="7067549" y="3680546"/>
                  </a:lnTo>
                  <a:lnTo>
                    <a:pt x="7067549" y="3709121"/>
                  </a:lnTo>
                  <a:close/>
                </a:path>
                <a:path w="7067550" h="3971925">
                  <a:moveTo>
                    <a:pt x="7067549" y="3766271"/>
                  </a:moveTo>
                  <a:lnTo>
                    <a:pt x="7039569" y="3766271"/>
                  </a:lnTo>
                  <a:lnTo>
                    <a:pt x="7039569" y="3737696"/>
                  </a:lnTo>
                  <a:lnTo>
                    <a:pt x="7067549" y="3737696"/>
                  </a:lnTo>
                  <a:lnTo>
                    <a:pt x="7067549" y="3766271"/>
                  </a:lnTo>
                  <a:close/>
                </a:path>
                <a:path w="7067550" h="3971925">
                  <a:moveTo>
                    <a:pt x="7066800" y="3823548"/>
                  </a:moveTo>
                  <a:lnTo>
                    <a:pt x="7039095" y="3821205"/>
                  </a:lnTo>
                  <a:lnTo>
                    <a:pt x="7039411" y="3817465"/>
                  </a:lnTo>
                  <a:lnTo>
                    <a:pt x="7039474" y="3815975"/>
                  </a:lnTo>
                  <a:lnTo>
                    <a:pt x="7039569" y="3794846"/>
                  </a:lnTo>
                  <a:lnTo>
                    <a:pt x="7067549" y="3794846"/>
                  </a:lnTo>
                  <a:lnTo>
                    <a:pt x="7067549" y="3815975"/>
                  </a:lnTo>
                  <a:lnTo>
                    <a:pt x="7066800" y="3823548"/>
                  </a:lnTo>
                  <a:close/>
                </a:path>
                <a:path w="7067550" h="3971925">
                  <a:moveTo>
                    <a:pt x="7052315" y="3878489"/>
                  </a:moveTo>
                  <a:lnTo>
                    <a:pt x="7026947" y="3866589"/>
                  </a:lnTo>
                  <a:lnTo>
                    <a:pt x="7030290" y="3859464"/>
                  </a:lnTo>
                  <a:lnTo>
                    <a:pt x="7032981" y="3852100"/>
                  </a:lnTo>
                  <a:lnTo>
                    <a:pt x="7035019" y="3844499"/>
                  </a:lnTo>
                  <a:lnTo>
                    <a:pt x="7061958" y="3851724"/>
                  </a:lnTo>
                  <a:lnTo>
                    <a:pt x="7055819" y="3871926"/>
                  </a:lnTo>
                  <a:lnTo>
                    <a:pt x="7052315" y="3878489"/>
                  </a:lnTo>
                  <a:close/>
                </a:path>
                <a:path w="7067550" h="3971925">
                  <a:moveTo>
                    <a:pt x="7019609" y="3925367"/>
                  </a:moveTo>
                  <a:lnTo>
                    <a:pt x="6999588" y="3905167"/>
                  </a:lnTo>
                  <a:lnTo>
                    <a:pt x="7005867" y="3898897"/>
                  </a:lnTo>
                  <a:lnTo>
                    <a:pt x="7010728" y="3893132"/>
                  </a:lnTo>
                  <a:lnTo>
                    <a:pt x="7015095" y="3886956"/>
                  </a:lnTo>
                  <a:lnTo>
                    <a:pt x="7038118" y="3903237"/>
                  </a:lnTo>
                  <a:lnTo>
                    <a:pt x="7020719" y="3924457"/>
                  </a:lnTo>
                  <a:lnTo>
                    <a:pt x="7019609" y="3925367"/>
                  </a:lnTo>
                  <a:close/>
                </a:path>
                <a:path w="7067550" h="3971925">
                  <a:moveTo>
                    <a:pt x="6972279" y="3957373"/>
                  </a:moveTo>
                  <a:lnTo>
                    <a:pt x="6960752" y="3931648"/>
                  </a:lnTo>
                  <a:lnTo>
                    <a:pt x="6967946" y="3928425"/>
                  </a:lnTo>
                  <a:lnTo>
                    <a:pt x="6974799" y="3924594"/>
                  </a:lnTo>
                  <a:lnTo>
                    <a:pt x="6981311" y="3920157"/>
                  </a:lnTo>
                  <a:lnTo>
                    <a:pt x="6997315" y="3943647"/>
                  </a:lnTo>
                  <a:lnTo>
                    <a:pt x="6996057" y="3944678"/>
                  </a:lnTo>
                  <a:lnTo>
                    <a:pt x="6972279" y="3957373"/>
                  </a:lnTo>
                  <a:close/>
                </a:path>
                <a:path w="7067550" h="3971925">
                  <a:moveTo>
                    <a:pt x="6916999" y="3970844"/>
                  </a:moveTo>
                  <a:lnTo>
                    <a:pt x="6915136" y="3943009"/>
                  </a:lnTo>
                  <a:lnTo>
                    <a:pt x="6923039" y="3942481"/>
                  </a:lnTo>
                  <a:lnTo>
                    <a:pt x="6930834" y="3941257"/>
                  </a:lnTo>
                  <a:lnTo>
                    <a:pt x="6938520" y="3939338"/>
                  </a:lnTo>
                  <a:lnTo>
                    <a:pt x="6945304" y="3966511"/>
                  </a:lnTo>
                  <a:lnTo>
                    <a:pt x="6937960" y="3968743"/>
                  </a:lnTo>
                  <a:lnTo>
                    <a:pt x="6916999" y="3970844"/>
                  </a:lnTo>
                  <a:close/>
                </a:path>
                <a:path w="7067550" h="3971925">
                  <a:moveTo>
                    <a:pt x="6888303" y="3971924"/>
                  </a:moveTo>
                  <a:lnTo>
                    <a:pt x="6859728" y="3971924"/>
                  </a:lnTo>
                  <a:lnTo>
                    <a:pt x="6859728" y="3943307"/>
                  </a:lnTo>
                  <a:lnTo>
                    <a:pt x="6888303" y="3943307"/>
                  </a:lnTo>
                  <a:lnTo>
                    <a:pt x="6888303" y="3971924"/>
                  </a:lnTo>
                  <a:close/>
                </a:path>
                <a:path w="7067550" h="3971925">
                  <a:moveTo>
                    <a:pt x="6831153" y="3971924"/>
                  </a:moveTo>
                  <a:lnTo>
                    <a:pt x="6802578" y="3971924"/>
                  </a:lnTo>
                  <a:lnTo>
                    <a:pt x="6802578" y="3943307"/>
                  </a:lnTo>
                  <a:lnTo>
                    <a:pt x="6831153" y="3943307"/>
                  </a:lnTo>
                  <a:lnTo>
                    <a:pt x="6831153" y="3971924"/>
                  </a:lnTo>
                  <a:close/>
                </a:path>
                <a:path w="7067550" h="3971925">
                  <a:moveTo>
                    <a:pt x="6774003" y="3971924"/>
                  </a:moveTo>
                  <a:lnTo>
                    <a:pt x="6745428" y="3971924"/>
                  </a:lnTo>
                  <a:lnTo>
                    <a:pt x="6745428" y="3943307"/>
                  </a:lnTo>
                  <a:lnTo>
                    <a:pt x="6774003" y="3943307"/>
                  </a:lnTo>
                  <a:lnTo>
                    <a:pt x="6774003" y="3971924"/>
                  </a:lnTo>
                  <a:close/>
                </a:path>
                <a:path w="7067550" h="3971925">
                  <a:moveTo>
                    <a:pt x="6716853" y="3971924"/>
                  </a:moveTo>
                  <a:lnTo>
                    <a:pt x="6688278" y="3971924"/>
                  </a:lnTo>
                  <a:lnTo>
                    <a:pt x="6688278" y="3943307"/>
                  </a:lnTo>
                  <a:lnTo>
                    <a:pt x="6716853" y="3943307"/>
                  </a:lnTo>
                  <a:lnTo>
                    <a:pt x="6716853" y="3971924"/>
                  </a:lnTo>
                  <a:close/>
                </a:path>
                <a:path w="7067550" h="3971925">
                  <a:moveTo>
                    <a:pt x="6659703" y="3971924"/>
                  </a:moveTo>
                  <a:lnTo>
                    <a:pt x="6631128" y="3971924"/>
                  </a:lnTo>
                  <a:lnTo>
                    <a:pt x="6631128" y="3943307"/>
                  </a:lnTo>
                  <a:lnTo>
                    <a:pt x="6659703" y="3943307"/>
                  </a:lnTo>
                  <a:lnTo>
                    <a:pt x="6659703" y="3971924"/>
                  </a:lnTo>
                  <a:close/>
                </a:path>
                <a:path w="7067550" h="3971925">
                  <a:moveTo>
                    <a:pt x="6602553" y="3971924"/>
                  </a:moveTo>
                  <a:lnTo>
                    <a:pt x="6573978" y="3971924"/>
                  </a:lnTo>
                  <a:lnTo>
                    <a:pt x="6573978" y="3943307"/>
                  </a:lnTo>
                  <a:lnTo>
                    <a:pt x="6602553" y="3943307"/>
                  </a:lnTo>
                  <a:lnTo>
                    <a:pt x="6602553" y="3971924"/>
                  </a:lnTo>
                  <a:close/>
                </a:path>
                <a:path w="7067550" h="3971925">
                  <a:moveTo>
                    <a:pt x="6545403" y="3971924"/>
                  </a:moveTo>
                  <a:lnTo>
                    <a:pt x="6516828" y="3971924"/>
                  </a:lnTo>
                  <a:lnTo>
                    <a:pt x="6516828" y="3943307"/>
                  </a:lnTo>
                  <a:lnTo>
                    <a:pt x="6545403" y="3943307"/>
                  </a:lnTo>
                  <a:lnTo>
                    <a:pt x="6545403" y="3971924"/>
                  </a:lnTo>
                  <a:close/>
                </a:path>
                <a:path w="7067550" h="3971925">
                  <a:moveTo>
                    <a:pt x="6488253" y="3971924"/>
                  </a:moveTo>
                  <a:lnTo>
                    <a:pt x="6459678" y="3971924"/>
                  </a:lnTo>
                  <a:lnTo>
                    <a:pt x="6459678" y="3943307"/>
                  </a:lnTo>
                  <a:lnTo>
                    <a:pt x="6488253" y="3943307"/>
                  </a:lnTo>
                  <a:lnTo>
                    <a:pt x="6488253" y="3971924"/>
                  </a:lnTo>
                  <a:close/>
                </a:path>
                <a:path w="7067550" h="3971925">
                  <a:moveTo>
                    <a:pt x="6431103" y="3971924"/>
                  </a:moveTo>
                  <a:lnTo>
                    <a:pt x="6402528" y="3971924"/>
                  </a:lnTo>
                  <a:lnTo>
                    <a:pt x="6402528" y="3943307"/>
                  </a:lnTo>
                  <a:lnTo>
                    <a:pt x="6431103" y="3943307"/>
                  </a:lnTo>
                  <a:lnTo>
                    <a:pt x="6431103" y="3971924"/>
                  </a:lnTo>
                  <a:close/>
                </a:path>
                <a:path w="7067550" h="3971925">
                  <a:moveTo>
                    <a:pt x="6373953" y="3971924"/>
                  </a:moveTo>
                  <a:lnTo>
                    <a:pt x="6345378" y="3971924"/>
                  </a:lnTo>
                  <a:lnTo>
                    <a:pt x="6345378" y="3943307"/>
                  </a:lnTo>
                  <a:lnTo>
                    <a:pt x="6373953" y="3943307"/>
                  </a:lnTo>
                  <a:lnTo>
                    <a:pt x="6373953" y="3971924"/>
                  </a:lnTo>
                  <a:close/>
                </a:path>
                <a:path w="7067550" h="3971925">
                  <a:moveTo>
                    <a:pt x="6316803" y="3971924"/>
                  </a:moveTo>
                  <a:lnTo>
                    <a:pt x="6288228" y="3971924"/>
                  </a:lnTo>
                  <a:lnTo>
                    <a:pt x="6288228" y="3943307"/>
                  </a:lnTo>
                  <a:lnTo>
                    <a:pt x="6316803" y="3943307"/>
                  </a:lnTo>
                  <a:lnTo>
                    <a:pt x="6316803" y="3971924"/>
                  </a:lnTo>
                  <a:close/>
                </a:path>
                <a:path w="7067550" h="3971925">
                  <a:moveTo>
                    <a:pt x="6259653" y="3971924"/>
                  </a:moveTo>
                  <a:lnTo>
                    <a:pt x="6231078" y="3971924"/>
                  </a:lnTo>
                  <a:lnTo>
                    <a:pt x="6231078" y="3943307"/>
                  </a:lnTo>
                  <a:lnTo>
                    <a:pt x="6259653" y="3943307"/>
                  </a:lnTo>
                  <a:lnTo>
                    <a:pt x="6259653" y="3971924"/>
                  </a:lnTo>
                  <a:close/>
                </a:path>
                <a:path w="7067550" h="3971925">
                  <a:moveTo>
                    <a:pt x="6202503" y="3971924"/>
                  </a:moveTo>
                  <a:lnTo>
                    <a:pt x="6173928" y="3971924"/>
                  </a:lnTo>
                  <a:lnTo>
                    <a:pt x="6173928" y="3943307"/>
                  </a:lnTo>
                  <a:lnTo>
                    <a:pt x="6202503" y="3943307"/>
                  </a:lnTo>
                  <a:lnTo>
                    <a:pt x="6202503" y="3971924"/>
                  </a:lnTo>
                  <a:close/>
                </a:path>
                <a:path w="7067550" h="3971925">
                  <a:moveTo>
                    <a:pt x="6145353" y="3971924"/>
                  </a:moveTo>
                  <a:lnTo>
                    <a:pt x="6116778" y="3971924"/>
                  </a:lnTo>
                  <a:lnTo>
                    <a:pt x="6116778" y="3943307"/>
                  </a:lnTo>
                  <a:lnTo>
                    <a:pt x="6145353" y="3943307"/>
                  </a:lnTo>
                  <a:lnTo>
                    <a:pt x="6145353" y="3971924"/>
                  </a:lnTo>
                  <a:close/>
                </a:path>
                <a:path w="7067550" h="3971925">
                  <a:moveTo>
                    <a:pt x="6088203" y="3971924"/>
                  </a:moveTo>
                  <a:lnTo>
                    <a:pt x="6059628" y="3971924"/>
                  </a:lnTo>
                  <a:lnTo>
                    <a:pt x="6059628" y="3943307"/>
                  </a:lnTo>
                  <a:lnTo>
                    <a:pt x="6088203" y="3943307"/>
                  </a:lnTo>
                  <a:lnTo>
                    <a:pt x="6088203" y="3971924"/>
                  </a:lnTo>
                  <a:close/>
                </a:path>
                <a:path w="7067550" h="3971925">
                  <a:moveTo>
                    <a:pt x="6031053" y="3971924"/>
                  </a:moveTo>
                  <a:lnTo>
                    <a:pt x="6002478" y="3971924"/>
                  </a:lnTo>
                  <a:lnTo>
                    <a:pt x="6002478" y="3943307"/>
                  </a:lnTo>
                  <a:lnTo>
                    <a:pt x="6031053" y="3943307"/>
                  </a:lnTo>
                  <a:lnTo>
                    <a:pt x="6031053" y="3971924"/>
                  </a:lnTo>
                  <a:close/>
                </a:path>
                <a:path w="7067550" h="3971925">
                  <a:moveTo>
                    <a:pt x="5973904" y="3971924"/>
                  </a:moveTo>
                  <a:lnTo>
                    <a:pt x="5945329" y="3971924"/>
                  </a:lnTo>
                  <a:lnTo>
                    <a:pt x="5945329" y="3943307"/>
                  </a:lnTo>
                  <a:lnTo>
                    <a:pt x="5973904" y="3943307"/>
                  </a:lnTo>
                  <a:lnTo>
                    <a:pt x="5973904" y="3971924"/>
                  </a:lnTo>
                  <a:close/>
                </a:path>
                <a:path w="7067550" h="3971925">
                  <a:moveTo>
                    <a:pt x="5916754" y="3971924"/>
                  </a:moveTo>
                  <a:lnTo>
                    <a:pt x="5888179" y="3971924"/>
                  </a:lnTo>
                  <a:lnTo>
                    <a:pt x="5888179" y="3943307"/>
                  </a:lnTo>
                  <a:lnTo>
                    <a:pt x="5916754" y="3943307"/>
                  </a:lnTo>
                  <a:lnTo>
                    <a:pt x="5916754" y="3971924"/>
                  </a:lnTo>
                  <a:close/>
                </a:path>
                <a:path w="7067550" h="3971925">
                  <a:moveTo>
                    <a:pt x="5859604" y="3971924"/>
                  </a:moveTo>
                  <a:lnTo>
                    <a:pt x="5831029" y="3971924"/>
                  </a:lnTo>
                  <a:lnTo>
                    <a:pt x="5831029" y="3943307"/>
                  </a:lnTo>
                  <a:lnTo>
                    <a:pt x="5859604" y="3943307"/>
                  </a:lnTo>
                  <a:lnTo>
                    <a:pt x="5859604" y="3971924"/>
                  </a:lnTo>
                  <a:close/>
                </a:path>
                <a:path w="7067550" h="3971925">
                  <a:moveTo>
                    <a:pt x="5802454" y="3971924"/>
                  </a:moveTo>
                  <a:lnTo>
                    <a:pt x="5773879" y="3971924"/>
                  </a:lnTo>
                  <a:lnTo>
                    <a:pt x="5773879" y="3943307"/>
                  </a:lnTo>
                  <a:lnTo>
                    <a:pt x="5802454" y="3943307"/>
                  </a:lnTo>
                  <a:lnTo>
                    <a:pt x="5802454" y="3971924"/>
                  </a:lnTo>
                  <a:close/>
                </a:path>
                <a:path w="7067550" h="3971925">
                  <a:moveTo>
                    <a:pt x="5745304" y="3971924"/>
                  </a:moveTo>
                  <a:lnTo>
                    <a:pt x="5716729" y="3971924"/>
                  </a:lnTo>
                  <a:lnTo>
                    <a:pt x="5716729" y="3943307"/>
                  </a:lnTo>
                  <a:lnTo>
                    <a:pt x="5745304" y="3943307"/>
                  </a:lnTo>
                  <a:lnTo>
                    <a:pt x="5745304" y="3971924"/>
                  </a:lnTo>
                  <a:close/>
                </a:path>
                <a:path w="7067550" h="3971925">
                  <a:moveTo>
                    <a:pt x="5688154" y="3971924"/>
                  </a:moveTo>
                  <a:lnTo>
                    <a:pt x="5659579" y="3971924"/>
                  </a:lnTo>
                  <a:lnTo>
                    <a:pt x="5659579" y="3943307"/>
                  </a:lnTo>
                  <a:lnTo>
                    <a:pt x="5688154" y="3943307"/>
                  </a:lnTo>
                  <a:lnTo>
                    <a:pt x="5688154" y="3971924"/>
                  </a:lnTo>
                  <a:close/>
                </a:path>
                <a:path w="7067550" h="3971925">
                  <a:moveTo>
                    <a:pt x="5631004" y="3971924"/>
                  </a:moveTo>
                  <a:lnTo>
                    <a:pt x="5602429" y="3971924"/>
                  </a:lnTo>
                  <a:lnTo>
                    <a:pt x="5602429" y="3943307"/>
                  </a:lnTo>
                  <a:lnTo>
                    <a:pt x="5631004" y="3943307"/>
                  </a:lnTo>
                  <a:lnTo>
                    <a:pt x="5631004" y="3971924"/>
                  </a:lnTo>
                  <a:close/>
                </a:path>
                <a:path w="7067550" h="3971925">
                  <a:moveTo>
                    <a:pt x="5573854" y="3971924"/>
                  </a:moveTo>
                  <a:lnTo>
                    <a:pt x="5545279" y="3971924"/>
                  </a:lnTo>
                  <a:lnTo>
                    <a:pt x="5545279" y="3943307"/>
                  </a:lnTo>
                  <a:lnTo>
                    <a:pt x="5573854" y="3943307"/>
                  </a:lnTo>
                  <a:lnTo>
                    <a:pt x="5573854" y="3971924"/>
                  </a:lnTo>
                  <a:close/>
                </a:path>
                <a:path w="7067550" h="3971925">
                  <a:moveTo>
                    <a:pt x="5516704" y="3971924"/>
                  </a:moveTo>
                  <a:lnTo>
                    <a:pt x="5488129" y="3971924"/>
                  </a:lnTo>
                  <a:lnTo>
                    <a:pt x="5488129" y="3943307"/>
                  </a:lnTo>
                  <a:lnTo>
                    <a:pt x="5516704" y="3943307"/>
                  </a:lnTo>
                  <a:lnTo>
                    <a:pt x="5516704" y="3971924"/>
                  </a:lnTo>
                  <a:close/>
                </a:path>
                <a:path w="7067550" h="3971925">
                  <a:moveTo>
                    <a:pt x="5459554" y="3971924"/>
                  </a:moveTo>
                  <a:lnTo>
                    <a:pt x="5430979" y="3971924"/>
                  </a:lnTo>
                  <a:lnTo>
                    <a:pt x="5430979" y="3943307"/>
                  </a:lnTo>
                  <a:lnTo>
                    <a:pt x="5459554" y="3943307"/>
                  </a:lnTo>
                  <a:lnTo>
                    <a:pt x="5459554" y="3971924"/>
                  </a:lnTo>
                  <a:close/>
                </a:path>
                <a:path w="7067550" h="3971925">
                  <a:moveTo>
                    <a:pt x="5402404" y="3971924"/>
                  </a:moveTo>
                  <a:lnTo>
                    <a:pt x="5373829" y="3971924"/>
                  </a:lnTo>
                  <a:lnTo>
                    <a:pt x="5373829" y="3943307"/>
                  </a:lnTo>
                  <a:lnTo>
                    <a:pt x="5402404" y="3943307"/>
                  </a:lnTo>
                  <a:lnTo>
                    <a:pt x="5402404" y="3971924"/>
                  </a:lnTo>
                  <a:close/>
                </a:path>
                <a:path w="7067550" h="3971925">
                  <a:moveTo>
                    <a:pt x="5345254" y="3971924"/>
                  </a:moveTo>
                  <a:lnTo>
                    <a:pt x="5316679" y="3971924"/>
                  </a:lnTo>
                  <a:lnTo>
                    <a:pt x="5316679" y="3943307"/>
                  </a:lnTo>
                  <a:lnTo>
                    <a:pt x="5345254" y="3943307"/>
                  </a:lnTo>
                  <a:lnTo>
                    <a:pt x="5345254" y="3971924"/>
                  </a:lnTo>
                  <a:close/>
                </a:path>
                <a:path w="7067550" h="3971925">
                  <a:moveTo>
                    <a:pt x="5288104" y="3971924"/>
                  </a:moveTo>
                  <a:lnTo>
                    <a:pt x="5259529" y="3971924"/>
                  </a:lnTo>
                  <a:lnTo>
                    <a:pt x="5259529" y="3943307"/>
                  </a:lnTo>
                  <a:lnTo>
                    <a:pt x="5288104" y="3943307"/>
                  </a:lnTo>
                  <a:lnTo>
                    <a:pt x="5288104" y="3971924"/>
                  </a:lnTo>
                  <a:close/>
                </a:path>
                <a:path w="7067550" h="3971925">
                  <a:moveTo>
                    <a:pt x="5230954" y="3971924"/>
                  </a:moveTo>
                  <a:lnTo>
                    <a:pt x="5202379" y="3971924"/>
                  </a:lnTo>
                  <a:lnTo>
                    <a:pt x="5202379" y="3943307"/>
                  </a:lnTo>
                  <a:lnTo>
                    <a:pt x="5230954" y="3943307"/>
                  </a:lnTo>
                  <a:lnTo>
                    <a:pt x="5230954" y="3971924"/>
                  </a:lnTo>
                  <a:close/>
                </a:path>
                <a:path w="7067550" h="3971925">
                  <a:moveTo>
                    <a:pt x="5173804" y="3971924"/>
                  </a:moveTo>
                  <a:lnTo>
                    <a:pt x="5145229" y="3971924"/>
                  </a:lnTo>
                  <a:lnTo>
                    <a:pt x="5145229" y="3943307"/>
                  </a:lnTo>
                  <a:lnTo>
                    <a:pt x="5173804" y="3943307"/>
                  </a:lnTo>
                  <a:lnTo>
                    <a:pt x="5173804" y="3971924"/>
                  </a:lnTo>
                  <a:close/>
                </a:path>
                <a:path w="7067550" h="3971925">
                  <a:moveTo>
                    <a:pt x="5116654" y="3971924"/>
                  </a:moveTo>
                  <a:lnTo>
                    <a:pt x="5088078" y="3971924"/>
                  </a:lnTo>
                  <a:lnTo>
                    <a:pt x="5088078" y="3943307"/>
                  </a:lnTo>
                  <a:lnTo>
                    <a:pt x="5116654" y="3943307"/>
                  </a:lnTo>
                  <a:lnTo>
                    <a:pt x="5116654" y="3971924"/>
                  </a:lnTo>
                  <a:close/>
                </a:path>
                <a:path w="7067550" h="3971925">
                  <a:moveTo>
                    <a:pt x="5059503" y="3971924"/>
                  </a:moveTo>
                  <a:lnTo>
                    <a:pt x="5030928" y="3971924"/>
                  </a:lnTo>
                  <a:lnTo>
                    <a:pt x="5030928" y="3943307"/>
                  </a:lnTo>
                  <a:lnTo>
                    <a:pt x="5059503" y="3943307"/>
                  </a:lnTo>
                  <a:lnTo>
                    <a:pt x="5059503" y="3971924"/>
                  </a:lnTo>
                  <a:close/>
                </a:path>
                <a:path w="7067550" h="3971925">
                  <a:moveTo>
                    <a:pt x="5002354" y="3971924"/>
                  </a:moveTo>
                  <a:lnTo>
                    <a:pt x="4973779" y="3971924"/>
                  </a:lnTo>
                  <a:lnTo>
                    <a:pt x="4973779" y="3943307"/>
                  </a:lnTo>
                  <a:lnTo>
                    <a:pt x="5002354" y="3943307"/>
                  </a:lnTo>
                  <a:lnTo>
                    <a:pt x="5002354" y="3971924"/>
                  </a:lnTo>
                  <a:close/>
                </a:path>
                <a:path w="7067550" h="3971925">
                  <a:moveTo>
                    <a:pt x="4945204" y="3971924"/>
                  </a:moveTo>
                  <a:lnTo>
                    <a:pt x="4916629" y="3971924"/>
                  </a:lnTo>
                  <a:lnTo>
                    <a:pt x="4916629" y="3943307"/>
                  </a:lnTo>
                  <a:lnTo>
                    <a:pt x="4945204" y="3943307"/>
                  </a:lnTo>
                  <a:lnTo>
                    <a:pt x="4945204" y="3971924"/>
                  </a:lnTo>
                  <a:close/>
                </a:path>
                <a:path w="7067550" h="3971925">
                  <a:moveTo>
                    <a:pt x="4888054" y="3971924"/>
                  </a:moveTo>
                  <a:lnTo>
                    <a:pt x="4859479" y="3971924"/>
                  </a:lnTo>
                  <a:lnTo>
                    <a:pt x="4859479" y="3943307"/>
                  </a:lnTo>
                  <a:lnTo>
                    <a:pt x="4888054" y="3943307"/>
                  </a:lnTo>
                  <a:lnTo>
                    <a:pt x="4888054" y="3971924"/>
                  </a:lnTo>
                  <a:close/>
                </a:path>
                <a:path w="7067550" h="3971925">
                  <a:moveTo>
                    <a:pt x="4830904" y="3971924"/>
                  </a:moveTo>
                  <a:lnTo>
                    <a:pt x="4802328" y="3971924"/>
                  </a:lnTo>
                  <a:lnTo>
                    <a:pt x="4802328" y="3943307"/>
                  </a:lnTo>
                  <a:lnTo>
                    <a:pt x="4830904" y="3943307"/>
                  </a:lnTo>
                  <a:lnTo>
                    <a:pt x="4830904" y="3971924"/>
                  </a:lnTo>
                  <a:close/>
                </a:path>
                <a:path w="7067550" h="3971925">
                  <a:moveTo>
                    <a:pt x="4773753" y="3971924"/>
                  </a:moveTo>
                  <a:lnTo>
                    <a:pt x="4745178" y="3971924"/>
                  </a:lnTo>
                  <a:lnTo>
                    <a:pt x="4745178" y="3943307"/>
                  </a:lnTo>
                  <a:lnTo>
                    <a:pt x="4773753" y="3943307"/>
                  </a:lnTo>
                  <a:lnTo>
                    <a:pt x="4773753" y="3971924"/>
                  </a:lnTo>
                  <a:close/>
                </a:path>
                <a:path w="7067550" h="3971925">
                  <a:moveTo>
                    <a:pt x="4716603" y="3971924"/>
                  </a:moveTo>
                  <a:lnTo>
                    <a:pt x="4688029" y="3971924"/>
                  </a:lnTo>
                  <a:lnTo>
                    <a:pt x="4688029" y="3943307"/>
                  </a:lnTo>
                  <a:lnTo>
                    <a:pt x="4716603" y="3943307"/>
                  </a:lnTo>
                  <a:lnTo>
                    <a:pt x="4716603" y="3971924"/>
                  </a:lnTo>
                  <a:close/>
                </a:path>
                <a:path w="7067550" h="3971925">
                  <a:moveTo>
                    <a:pt x="4659454" y="3971924"/>
                  </a:moveTo>
                  <a:lnTo>
                    <a:pt x="4630879" y="3971924"/>
                  </a:lnTo>
                  <a:lnTo>
                    <a:pt x="4630879" y="3943307"/>
                  </a:lnTo>
                  <a:lnTo>
                    <a:pt x="4659454" y="3943307"/>
                  </a:lnTo>
                  <a:lnTo>
                    <a:pt x="4659454" y="3971924"/>
                  </a:lnTo>
                  <a:close/>
                </a:path>
                <a:path w="7067550" h="3971925">
                  <a:moveTo>
                    <a:pt x="4602304" y="3971924"/>
                  </a:moveTo>
                  <a:lnTo>
                    <a:pt x="4573729" y="3971924"/>
                  </a:lnTo>
                  <a:lnTo>
                    <a:pt x="4573729" y="3943307"/>
                  </a:lnTo>
                  <a:lnTo>
                    <a:pt x="4602304" y="3943307"/>
                  </a:lnTo>
                  <a:lnTo>
                    <a:pt x="4602304" y="3971924"/>
                  </a:lnTo>
                  <a:close/>
                </a:path>
                <a:path w="7067550" h="3971925">
                  <a:moveTo>
                    <a:pt x="4545154" y="3971924"/>
                  </a:moveTo>
                  <a:lnTo>
                    <a:pt x="4516578" y="3971924"/>
                  </a:lnTo>
                  <a:lnTo>
                    <a:pt x="4516578" y="3943307"/>
                  </a:lnTo>
                  <a:lnTo>
                    <a:pt x="4545154" y="3943307"/>
                  </a:lnTo>
                  <a:lnTo>
                    <a:pt x="4545154" y="3971924"/>
                  </a:lnTo>
                  <a:close/>
                </a:path>
                <a:path w="7067550" h="3971925">
                  <a:moveTo>
                    <a:pt x="4488003" y="3971924"/>
                  </a:moveTo>
                  <a:lnTo>
                    <a:pt x="4459428" y="3971924"/>
                  </a:lnTo>
                  <a:lnTo>
                    <a:pt x="4459428" y="3943307"/>
                  </a:lnTo>
                  <a:lnTo>
                    <a:pt x="4488003" y="3943307"/>
                  </a:lnTo>
                  <a:lnTo>
                    <a:pt x="4488003" y="3971924"/>
                  </a:lnTo>
                  <a:close/>
                </a:path>
                <a:path w="7067550" h="3971925">
                  <a:moveTo>
                    <a:pt x="4430853" y="3971924"/>
                  </a:moveTo>
                  <a:lnTo>
                    <a:pt x="4402278" y="3971924"/>
                  </a:lnTo>
                  <a:lnTo>
                    <a:pt x="4402278" y="3943307"/>
                  </a:lnTo>
                  <a:lnTo>
                    <a:pt x="4430853" y="3943307"/>
                  </a:lnTo>
                  <a:lnTo>
                    <a:pt x="4430853" y="3971924"/>
                  </a:lnTo>
                  <a:close/>
                </a:path>
                <a:path w="7067550" h="3971925">
                  <a:moveTo>
                    <a:pt x="4373703" y="3971924"/>
                  </a:moveTo>
                  <a:lnTo>
                    <a:pt x="4345128" y="3971924"/>
                  </a:lnTo>
                  <a:lnTo>
                    <a:pt x="4345128" y="3943307"/>
                  </a:lnTo>
                  <a:lnTo>
                    <a:pt x="4373703" y="3943307"/>
                  </a:lnTo>
                  <a:lnTo>
                    <a:pt x="4373703" y="3971924"/>
                  </a:lnTo>
                  <a:close/>
                </a:path>
                <a:path w="7067550" h="3971925">
                  <a:moveTo>
                    <a:pt x="4316553" y="3971924"/>
                  </a:moveTo>
                  <a:lnTo>
                    <a:pt x="4287978" y="3971924"/>
                  </a:lnTo>
                  <a:lnTo>
                    <a:pt x="4287978" y="3943307"/>
                  </a:lnTo>
                  <a:lnTo>
                    <a:pt x="4316553" y="3943307"/>
                  </a:lnTo>
                  <a:lnTo>
                    <a:pt x="4316553" y="3971924"/>
                  </a:lnTo>
                  <a:close/>
                </a:path>
                <a:path w="7067550" h="3971925">
                  <a:moveTo>
                    <a:pt x="4259403" y="3971924"/>
                  </a:moveTo>
                  <a:lnTo>
                    <a:pt x="4230829" y="3971924"/>
                  </a:lnTo>
                  <a:lnTo>
                    <a:pt x="4230829" y="3943307"/>
                  </a:lnTo>
                  <a:lnTo>
                    <a:pt x="4259403" y="3943307"/>
                  </a:lnTo>
                  <a:lnTo>
                    <a:pt x="4259403" y="3971924"/>
                  </a:lnTo>
                  <a:close/>
                </a:path>
                <a:path w="7067550" h="3971925">
                  <a:moveTo>
                    <a:pt x="4202253" y="3971924"/>
                  </a:moveTo>
                  <a:lnTo>
                    <a:pt x="4173678" y="3971924"/>
                  </a:lnTo>
                  <a:lnTo>
                    <a:pt x="4173678" y="3943307"/>
                  </a:lnTo>
                  <a:lnTo>
                    <a:pt x="4202253" y="3943307"/>
                  </a:lnTo>
                  <a:lnTo>
                    <a:pt x="4202253" y="3971924"/>
                  </a:lnTo>
                  <a:close/>
                </a:path>
                <a:path w="7067550" h="3971925">
                  <a:moveTo>
                    <a:pt x="4145103" y="3971924"/>
                  </a:moveTo>
                  <a:lnTo>
                    <a:pt x="4116528" y="3971924"/>
                  </a:lnTo>
                  <a:lnTo>
                    <a:pt x="4116528" y="3943307"/>
                  </a:lnTo>
                  <a:lnTo>
                    <a:pt x="4145103" y="3943307"/>
                  </a:lnTo>
                  <a:lnTo>
                    <a:pt x="4145103" y="3971924"/>
                  </a:lnTo>
                  <a:close/>
                </a:path>
                <a:path w="7067550" h="3971925">
                  <a:moveTo>
                    <a:pt x="4087953" y="3971924"/>
                  </a:moveTo>
                  <a:lnTo>
                    <a:pt x="4059378" y="3971924"/>
                  </a:lnTo>
                  <a:lnTo>
                    <a:pt x="4059378" y="3943307"/>
                  </a:lnTo>
                  <a:lnTo>
                    <a:pt x="4087953" y="3943307"/>
                  </a:lnTo>
                  <a:lnTo>
                    <a:pt x="4087953" y="3971924"/>
                  </a:lnTo>
                  <a:close/>
                </a:path>
                <a:path w="7067550" h="3971925">
                  <a:moveTo>
                    <a:pt x="4030803" y="3971924"/>
                  </a:moveTo>
                  <a:lnTo>
                    <a:pt x="4002228" y="3971924"/>
                  </a:lnTo>
                  <a:lnTo>
                    <a:pt x="4002228" y="3943307"/>
                  </a:lnTo>
                  <a:lnTo>
                    <a:pt x="4030803" y="3943307"/>
                  </a:lnTo>
                  <a:lnTo>
                    <a:pt x="4030803" y="3971924"/>
                  </a:lnTo>
                  <a:close/>
                </a:path>
                <a:path w="7067550" h="3971925">
                  <a:moveTo>
                    <a:pt x="3973653" y="3971924"/>
                  </a:moveTo>
                  <a:lnTo>
                    <a:pt x="3945078" y="3971924"/>
                  </a:lnTo>
                  <a:lnTo>
                    <a:pt x="3945078" y="3943307"/>
                  </a:lnTo>
                  <a:lnTo>
                    <a:pt x="3973653" y="3943307"/>
                  </a:lnTo>
                  <a:lnTo>
                    <a:pt x="3973653" y="3971924"/>
                  </a:lnTo>
                  <a:close/>
                </a:path>
                <a:path w="7067550" h="3971925">
                  <a:moveTo>
                    <a:pt x="3916503" y="3971924"/>
                  </a:moveTo>
                  <a:lnTo>
                    <a:pt x="3887928" y="3971924"/>
                  </a:lnTo>
                  <a:lnTo>
                    <a:pt x="3887928" y="3943307"/>
                  </a:lnTo>
                  <a:lnTo>
                    <a:pt x="3916503" y="3943307"/>
                  </a:lnTo>
                  <a:lnTo>
                    <a:pt x="3916503" y="3971924"/>
                  </a:lnTo>
                  <a:close/>
                </a:path>
                <a:path w="7067550" h="3971925">
                  <a:moveTo>
                    <a:pt x="3859353" y="3971924"/>
                  </a:moveTo>
                  <a:lnTo>
                    <a:pt x="3830778" y="3971924"/>
                  </a:lnTo>
                  <a:lnTo>
                    <a:pt x="3830778" y="3943307"/>
                  </a:lnTo>
                  <a:lnTo>
                    <a:pt x="3859353" y="3943307"/>
                  </a:lnTo>
                  <a:lnTo>
                    <a:pt x="3859353" y="3971924"/>
                  </a:lnTo>
                  <a:close/>
                </a:path>
                <a:path w="7067550" h="3971925">
                  <a:moveTo>
                    <a:pt x="3802203" y="3971924"/>
                  </a:moveTo>
                  <a:lnTo>
                    <a:pt x="3773628" y="3971924"/>
                  </a:lnTo>
                  <a:lnTo>
                    <a:pt x="3773628" y="3943307"/>
                  </a:lnTo>
                  <a:lnTo>
                    <a:pt x="3802203" y="3943307"/>
                  </a:lnTo>
                  <a:lnTo>
                    <a:pt x="3802203" y="3971924"/>
                  </a:lnTo>
                  <a:close/>
                </a:path>
                <a:path w="7067550" h="3971925">
                  <a:moveTo>
                    <a:pt x="3745053" y="3971924"/>
                  </a:moveTo>
                  <a:lnTo>
                    <a:pt x="3716478" y="3971924"/>
                  </a:lnTo>
                  <a:lnTo>
                    <a:pt x="3716478" y="3943307"/>
                  </a:lnTo>
                  <a:lnTo>
                    <a:pt x="3745053" y="3943307"/>
                  </a:lnTo>
                  <a:lnTo>
                    <a:pt x="3745053" y="3971924"/>
                  </a:lnTo>
                  <a:close/>
                </a:path>
                <a:path w="7067550" h="3971925">
                  <a:moveTo>
                    <a:pt x="3687903" y="3971924"/>
                  </a:moveTo>
                  <a:lnTo>
                    <a:pt x="3659328" y="3971924"/>
                  </a:lnTo>
                  <a:lnTo>
                    <a:pt x="3659328" y="3943307"/>
                  </a:lnTo>
                  <a:lnTo>
                    <a:pt x="3687903" y="3943307"/>
                  </a:lnTo>
                  <a:lnTo>
                    <a:pt x="3687903" y="3971924"/>
                  </a:lnTo>
                  <a:close/>
                </a:path>
                <a:path w="7067550" h="3971925">
                  <a:moveTo>
                    <a:pt x="3630753" y="3971924"/>
                  </a:moveTo>
                  <a:lnTo>
                    <a:pt x="3602178" y="3971924"/>
                  </a:lnTo>
                  <a:lnTo>
                    <a:pt x="3602178" y="3943307"/>
                  </a:lnTo>
                  <a:lnTo>
                    <a:pt x="3630753" y="3943307"/>
                  </a:lnTo>
                  <a:lnTo>
                    <a:pt x="3630753" y="3971924"/>
                  </a:lnTo>
                  <a:close/>
                </a:path>
                <a:path w="7067550" h="3971925">
                  <a:moveTo>
                    <a:pt x="3573603" y="3971924"/>
                  </a:moveTo>
                  <a:lnTo>
                    <a:pt x="3545028" y="3971924"/>
                  </a:lnTo>
                  <a:lnTo>
                    <a:pt x="3545028" y="3943307"/>
                  </a:lnTo>
                  <a:lnTo>
                    <a:pt x="3573603" y="3943307"/>
                  </a:lnTo>
                  <a:lnTo>
                    <a:pt x="3573603" y="3971924"/>
                  </a:lnTo>
                  <a:close/>
                </a:path>
                <a:path w="7067550" h="3971925">
                  <a:moveTo>
                    <a:pt x="3516454" y="3971924"/>
                  </a:moveTo>
                  <a:lnTo>
                    <a:pt x="3487878" y="3971924"/>
                  </a:lnTo>
                  <a:lnTo>
                    <a:pt x="3487878" y="3943307"/>
                  </a:lnTo>
                  <a:lnTo>
                    <a:pt x="3516454" y="3943307"/>
                  </a:lnTo>
                  <a:lnTo>
                    <a:pt x="3516454" y="3971924"/>
                  </a:lnTo>
                  <a:close/>
                </a:path>
                <a:path w="7067550" h="3971925">
                  <a:moveTo>
                    <a:pt x="3459303" y="3971924"/>
                  </a:moveTo>
                  <a:lnTo>
                    <a:pt x="3430728" y="3971924"/>
                  </a:lnTo>
                  <a:lnTo>
                    <a:pt x="3430728" y="3943307"/>
                  </a:lnTo>
                  <a:lnTo>
                    <a:pt x="3459303" y="3943307"/>
                  </a:lnTo>
                  <a:lnTo>
                    <a:pt x="3459303" y="3971924"/>
                  </a:lnTo>
                  <a:close/>
                </a:path>
                <a:path w="7067550" h="3971925">
                  <a:moveTo>
                    <a:pt x="3402153" y="3971924"/>
                  </a:moveTo>
                  <a:lnTo>
                    <a:pt x="3373578" y="3971924"/>
                  </a:lnTo>
                  <a:lnTo>
                    <a:pt x="3373578" y="3943307"/>
                  </a:lnTo>
                  <a:lnTo>
                    <a:pt x="3402153" y="3943307"/>
                  </a:lnTo>
                  <a:lnTo>
                    <a:pt x="3402153" y="3971924"/>
                  </a:lnTo>
                  <a:close/>
                </a:path>
                <a:path w="7067550" h="3971925">
                  <a:moveTo>
                    <a:pt x="3345003" y="3971924"/>
                  </a:moveTo>
                  <a:lnTo>
                    <a:pt x="3316428" y="3971924"/>
                  </a:lnTo>
                  <a:lnTo>
                    <a:pt x="3316428" y="3943307"/>
                  </a:lnTo>
                  <a:lnTo>
                    <a:pt x="3345003" y="3943307"/>
                  </a:lnTo>
                  <a:lnTo>
                    <a:pt x="3345003" y="3971924"/>
                  </a:lnTo>
                  <a:close/>
                </a:path>
                <a:path w="7067550" h="3971925">
                  <a:moveTo>
                    <a:pt x="3287853" y="3971924"/>
                  </a:moveTo>
                  <a:lnTo>
                    <a:pt x="3259279" y="3971924"/>
                  </a:lnTo>
                  <a:lnTo>
                    <a:pt x="3259279" y="3943307"/>
                  </a:lnTo>
                  <a:lnTo>
                    <a:pt x="3287853" y="3943307"/>
                  </a:lnTo>
                  <a:lnTo>
                    <a:pt x="3287853" y="3971924"/>
                  </a:lnTo>
                  <a:close/>
                </a:path>
                <a:path w="7067550" h="3971925">
                  <a:moveTo>
                    <a:pt x="3230703" y="3971924"/>
                  </a:moveTo>
                  <a:lnTo>
                    <a:pt x="3202128" y="3971924"/>
                  </a:lnTo>
                  <a:lnTo>
                    <a:pt x="3202128" y="3943307"/>
                  </a:lnTo>
                  <a:lnTo>
                    <a:pt x="3230703" y="3943307"/>
                  </a:lnTo>
                  <a:lnTo>
                    <a:pt x="3230703" y="3971924"/>
                  </a:lnTo>
                  <a:close/>
                </a:path>
                <a:path w="7067550" h="3971925">
                  <a:moveTo>
                    <a:pt x="3173553" y="3971924"/>
                  </a:moveTo>
                  <a:lnTo>
                    <a:pt x="3144978" y="3971924"/>
                  </a:lnTo>
                  <a:lnTo>
                    <a:pt x="3144978" y="3943307"/>
                  </a:lnTo>
                  <a:lnTo>
                    <a:pt x="3173553" y="3943307"/>
                  </a:lnTo>
                  <a:lnTo>
                    <a:pt x="3173553" y="3971924"/>
                  </a:lnTo>
                  <a:close/>
                </a:path>
                <a:path w="7067550" h="3971925">
                  <a:moveTo>
                    <a:pt x="3116403" y="3971924"/>
                  </a:moveTo>
                  <a:lnTo>
                    <a:pt x="3087828" y="3971924"/>
                  </a:lnTo>
                  <a:lnTo>
                    <a:pt x="3087828" y="3943307"/>
                  </a:lnTo>
                  <a:lnTo>
                    <a:pt x="3116403" y="3943307"/>
                  </a:lnTo>
                  <a:lnTo>
                    <a:pt x="3116403" y="3971924"/>
                  </a:lnTo>
                  <a:close/>
                </a:path>
                <a:path w="7067550" h="3971925">
                  <a:moveTo>
                    <a:pt x="3059253" y="3971924"/>
                  </a:moveTo>
                  <a:lnTo>
                    <a:pt x="3030678" y="3971924"/>
                  </a:lnTo>
                  <a:lnTo>
                    <a:pt x="3030678" y="3943307"/>
                  </a:lnTo>
                  <a:lnTo>
                    <a:pt x="3059253" y="3943307"/>
                  </a:lnTo>
                  <a:lnTo>
                    <a:pt x="3059253" y="3971924"/>
                  </a:lnTo>
                  <a:close/>
                </a:path>
                <a:path w="7067550" h="3971925">
                  <a:moveTo>
                    <a:pt x="3002103" y="3971924"/>
                  </a:moveTo>
                  <a:lnTo>
                    <a:pt x="2973528" y="3971924"/>
                  </a:lnTo>
                  <a:lnTo>
                    <a:pt x="2973528" y="3943307"/>
                  </a:lnTo>
                  <a:lnTo>
                    <a:pt x="3002103" y="3943307"/>
                  </a:lnTo>
                  <a:lnTo>
                    <a:pt x="3002103" y="3971924"/>
                  </a:lnTo>
                  <a:close/>
                </a:path>
                <a:path w="7067550" h="3971925">
                  <a:moveTo>
                    <a:pt x="2944953" y="3971924"/>
                  </a:moveTo>
                  <a:lnTo>
                    <a:pt x="2916378" y="3971924"/>
                  </a:lnTo>
                  <a:lnTo>
                    <a:pt x="2916378" y="3943307"/>
                  </a:lnTo>
                  <a:lnTo>
                    <a:pt x="2944953" y="3943307"/>
                  </a:lnTo>
                  <a:lnTo>
                    <a:pt x="2944953" y="3971924"/>
                  </a:lnTo>
                  <a:close/>
                </a:path>
                <a:path w="7067550" h="3971925">
                  <a:moveTo>
                    <a:pt x="2887803" y="3971924"/>
                  </a:moveTo>
                  <a:lnTo>
                    <a:pt x="2859228" y="3971924"/>
                  </a:lnTo>
                  <a:lnTo>
                    <a:pt x="2859228" y="3943307"/>
                  </a:lnTo>
                  <a:lnTo>
                    <a:pt x="2887803" y="3943307"/>
                  </a:lnTo>
                  <a:lnTo>
                    <a:pt x="2887803" y="3971924"/>
                  </a:lnTo>
                  <a:close/>
                </a:path>
                <a:path w="7067550" h="3971925">
                  <a:moveTo>
                    <a:pt x="2830653" y="3971924"/>
                  </a:moveTo>
                  <a:lnTo>
                    <a:pt x="2802078" y="3971924"/>
                  </a:lnTo>
                  <a:lnTo>
                    <a:pt x="2802078" y="3943307"/>
                  </a:lnTo>
                  <a:lnTo>
                    <a:pt x="2830653" y="3943307"/>
                  </a:lnTo>
                  <a:lnTo>
                    <a:pt x="2830653" y="3971924"/>
                  </a:lnTo>
                  <a:close/>
                </a:path>
                <a:path w="7067550" h="3971925">
                  <a:moveTo>
                    <a:pt x="2773503" y="3971924"/>
                  </a:moveTo>
                  <a:lnTo>
                    <a:pt x="2744929" y="3971924"/>
                  </a:lnTo>
                  <a:lnTo>
                    <a:pt x="2744929" y="3943307"/>
                  </a:lnTo>
                  <a:lnTo>
                    <a:pt x="2773503" y="3943307"/>
                  </a:lnTo>
                  <a:lnTo>
                    <a:pt x="2773503" y="3971924"/>
                  </a:lnTo>
                  <a:close/>
                </a:path>
                <a:path w="7067550" h="3971925">
                  <a:moveTo>
                    <a:pt x="2716354" y="3971924"/>
                  </a:moveTo>
                  <a:lnTo>
                    <a:pt x="2687779" y="3971924"/>
                  </a:lnTo>
                  <a:lnTo>
                    <a:pt x="2687779" y="3943307"/>
                  </a:lnTo>
                  <a:lnTo>
                    <a:pt x="2716354" y="3943307"/>
                  </a:lnTo>
                  <a:lnTo>
                    <a:pt x="2716354" y="3971924"/>
                  </a:lnTo>
                  <a:close/>
                </a:path>
                <a:path w="7067550" h="3971925">
                  <a:moveTo>
                    <a:pt x="2659204" y="3971924"/>
                  </a:moveTo>
                  <a:lnTo>
                    <a:pt x="2630628" y="3971924"/>
                  </a:lnTo>
                  <a:lnTo>
                    <a:pt x="2630628" y="3943307"/>
                  </a:lnTo>
                  <a:lnTo>
                    <a:pt x="2659204" y="3943307"/>
                  </a:lnTo>
                  <a:lnTo>
                    <a:pt x="2659204" y="3971924"/>
                  </a:lnTo>
                  <a:close/>
                </a:path>
                <a:path w="7067550" h="3971925">
                  <a:moveTo>
                    <a:pt x="2602054" y="3971924"/>
                  </a:moveTo>
                  <a:lnTo>
                    <a:pt x="2573478" y="3971924"/>
                  </a:lnTo>
                  <a:lnTo>
                    <a:pt x="2573478" y="3943307"/>
                  </a:lnTo>
                  <a:lnTo>
                    <a:pt x="2602054" y="3943307"/>
                  </a:lnTo>
                  <a:lnTo>
                    <a:pt x="2602054" y="3971924"/>
                  </a:lnTo>
                  <a:close/>
                </a:path>
                <a:path w="7067550" h="3971925">
                  <a:moveTo>
                    <a:pt x="2544904" y="3971924"/>
                  </a:moveTo>
                  <a:lnTo>
                    <a:pt x="2516328" y="3971924"/>
                  </a:lnTo>
                  <a:lnTo>
                    <a:pt x="2516328" y="3943307"/>
                  </a:lnTo>
                  <a:lnTo>
                    <a:pt x="2544904" y="3943307"/>
                  </a:lnTo>
                  <a:lnTo>
                    <a:pt x="2544904" y="3971924"/>
                  </a:lnTo>
                  <a:close/>
                </a:path>
                <a:path w="7067550" h="3971925">
                  <a:moveTo>
                    <a:pt x="2487754" y="3971924"/>
                  </a:moveTo>
                  <a:lnTo>
                    <a:pt x="2459178" y="3971924"/>
                  </a:lnTo>
                  <a:lnTo>
                    <a:pt x="2459178" y="3943307"/>
                  </a:lnTo>
                  <a:lnTo>
                    <a:pt x="2487754" y="3943307"/>
                  </a:lnTo>
                  <a:lnTo>
                    <a:pt x="2487754" y="3971924"/>
                  </a:lnTo>
                  <a:close/>
                </a:path>
                <a:path w="7067550" h="3971925">
                  <a:moveTo>
                    <a:pt x="2430604" y="3971924"/>
                  </a:moveTo>
                  <a:lnTo>
                    <a:pt x="2402029" y="3971924"/>
                  </a:lnTo>
                  <a:lnTo>
                    <a:pt x="2402029" y="3943307"/>
                  </a:lnTo>
                  <a:lnTo>
                    <a:pt x="2430604" y="3943307"/>
                  </a:lnTo>
                  <a:lnTo>
                    <a:pt x="2430604" y="3971924"/>
                  </a:lnTo>
                  <a:close/>
                </a:path>
                <a:path w="7067550" h="3971925">
                  <a:moveTo>
                    <a:pt x="2373454" y="3971924"/>
                  </a:moveTo>
                  <a:lnTo>
                    <a:pt x="2344879" y="3971924"/>
                  </a:lnTo>
                  <a:lnTo>
                    <a:pt x="2344879" y="3943307"/>
                  </a:lnTo>
                  <a:lnTo>
                    <a:pt x="2373454" y="3943307"/>
                  </a:lnTo>
                  <a:lnTo>
                    <a:pt x="2373454" y="3971924"/>
                  </a:lnTo>
                  <a:close/>
                </a:path>
                <a:path w="7067550" h="3971925">
                  <a:moveTo>
                    <a:pt x="2316303" y="3971924"/>
                  </a:moveTo>
                  <a:lnTo>
                    <a:pt x="2287729" y="3971924"/>
                  </a:lnTo>
                  <a:lnTo>
                    <a:pt x="2287729" y="3943307"/>
                  </a:lnTo>
                  <a:lnTo>
                    <a:pt x="2316303" y="3943307"/>
                  </a:lnTo>
                  <a:lnTo>
                    <a:pt x="2316303" y="3971924"/>
                  </a:lnTo>
                  <a:close/>
                </a:path>
                <a:path w="7067550" h="3971925">
                  <a:moveTo>
                    <a:pt x="2259153" y="3971924"/>
                  </a:moveTo>
                  <a:lnTo>
                    <a:pt x="2230579" y="3971924"/>
                  </a:lnTo>
                  <a:lnTo>
                    <a:pt x="2230579" y="3943307"/>
                  </a:lnTo>
                  <a:lnTo>
                    <a:pt x="2259153" y="3943307"/>
                  </a:lnTo>
                  <a:lnTo>
                    <a:pt x="2259153" y="3971924"/>
                  </a:lnTo>
                  <a:close/>
                </a:path>
                <a:path w="7067550" h="3971925">
                  <a:moveTo>
                    <a:pt x="2202003" y="3971924"/>
                  </a:moveTo>
                  <a:lnTo>
                    <a:pt x="2173429" y="3971924"/>
                  </a:lnTo>
                  <a:lnTo>
                    <a:pt x="2173429" y="3943307"/>
                  </a:lnTo>
                  <a:lnTo>
                    <a:pt x="2202003" y="3943307"/>
                  </a:lnTo>
                  <a:lnTo>
                    <a:pt x="2202003" y="3971924"/>
                  </a:lnTo>
                  <a:close/>
                </a:path>
                <a:path w="7067550" h="3971925">
                  <a:moveTo>
                    <a:pt x="2144853" y="3971924"/>
                  </a:moveTo>
                  <a:lnTo>
                    <a:pt x="2116279" y="3971924"/>
                  </a:lnTo>
                  <a:lnTo>
                    <a:pt x="2116279" y="3943307"/>
                  </a:lnTo>
                  <a:lnTo>
                    <a:pt x="2144853" y="3943307"/>
                  </a:lnTo>
                  <a:lnTo>
                    <a:pt x="2144853" y="3971924"/>
                  </a:lnTo>
                  <a:close/>
                </a:path>
                <a:path w="7067550" h="3971925">
                  <a:moveTo>
                    <a:pt x="2087704" y="3971924"/>
                  </a:moveTo>
                  <a:lnTo>
                    <a:pt x="2059128" y="3971924"/>
                  </a:lnTo>
                  <a:lnTo>
                    <a:pt x="2059128" y="3943307"/>
                  </a:lnTo>
                  <a:lnTo>
                    <a:pt x="2087704" y="3943307"/>
                  </a:lnTo>
                  <a:lnTo>
                    <a:pt x="2087704" y="3971924"/>
                  </a:lnTo>
                  <a:close/>
                </a:path>
                <a:path w="7067550" h="3971925">
                  <a:moveTo>
                    <a:pt x="2030554" y="3971924"/>
                  </a:moveTo>
                  <a:lnTo>
                    <a:pt x="2001978" y="3971924"/>
                  </a:lnTo>
                  <a:lnTo>
                    <a:pt x="2001978" y="3943307"/>
                  </a:lnTo>
                  <a:lnTo>
                    <a:pt x="2030554" y="3943307"/>
                  </a:lnTo>
                  <a:lnTo>
                    <a:pt x="2030554" y="3971924"/>
                  </a:lnTo>
                  <a:close/>
                </a:path>
                <a:path w="7067550" h="3971925">
                  <a:moveTo>
                    <a:pt x="1973403" y="3971924"/>
                  </a:moveTo>
                  <a:lnTo>
                    <a:pt x="1944828" y="3971924"/>
                  </a:lnTo>
                  <a:lnTo>
                    <a:pt x="1944828" y="3943307"/>
                  </a:lnTo>
                  <a:lnTo>
                    <a:pt x="1973403" y="3943307"/>
                  </a:lnTo>
                  <a:lnTo>
                    <a:pt x="1973403" y="3971924"/>
                  </a:lnTo>
                  <a:close/>
                </a:path>
                <a:path w="7067550" h="3971925">
                  <a:moveTo>
                    <a:pt x="1916253" y="3971924"/>
                  </a:moveTo>
                  <a:lnTo>
                    <a:pt x="1887678" y="3971924"/>
                  </a:lnTo>
                  <a:lnTo>
                    <a:pt x="1887678" y="3943307"/>
                  </a:lnTo>
                  <a:lnTo>
                    <a:pt x="1916253" y="3943307"/>
                  </a:lnTo>
                  <a:lnTo>
                    <a:pt x="1916253" y="3971924"/>
                  </a:lnTo>
                  <a:close/>
                </a:path>
                <a:path w="7067550" h="3971925">
                  <a:moveTo>
                    <a:pt x="1859104" y="3971924"/>
                  </a:moveTo>
                  <a:lnTo>
                    <a:pt x="1830528" y="3971924"/>
                  </a:lnTo>
                  <a:lnTo>
                    <a:pt x="1830528" y="3943307"/>
                  </a:lnTo>
                  <a:lnTo>
                    <a:pt x="1859104" y="3943307"/>
                  </a:lnTo>
                  <a:lnTo>
                    <a:pt x="1859104" y="3971924"/>
                  </a:lnTo>
                  <a:close/>
                </a:path>
                <a:path w="7067550" h="3971925">
                  <a:moveTo>
                    <a:pt x="1801954" y="3971924"/>
                  </a:moveTo>
                  <a:lnTo>
                    <a:pt x="1773378" y="3971924"/>
                  </a:lnTo>
                  <a:lnTo>
                    <a:pt x="1773378" y="3943307"/>
                  </a:lnTo>
                  <a:lnTo>
                    <a:pt x="1801954" y="3943307"/>
                  </a:lnTo>
                  <a:lnTo>
                    <a:pt x="1801954" y="3971924"/>
                  </a:lnTo>
                  <a:close/>
                </a:path>
                <a:path w="7067550" h="3971925">
                  <a:moveTo>
                    <a:pt x="1744803" y="3971924"/>
                  </a:moveTo>
                  <a:lnTo>
                    <a:pt x="1716228" y="3971924"/>
                  </a:lnTo>
                  <a:lnTo>
                    <a:pt x="1716228" y="3943307"/>
                  </a:lnTo>
                  <a:lnTo>
                    <a:pt x="1744803" y="3943307"/>
                  </a:lnTo>
                  <a:lnTo>
                    <a:pt x="1744803" y="3971924"/>
                  </a:lnTo>
                  <a:close/>
                </a:path>
                <a:path w="7067550" h="3971925">
                  <a:moveTo>
                    <a:pt x="1687653" y="3971924"/>
                  </a:moveTo>
                  <a:lnTo>
                    <a:pt x="1659078" y="3971924"/>
                  </a:lnTo>
                  <a:lnTo>
                    <a:pt x="1659078" y="3943307"/>
                  </a:lnTo>
                  <a:lnTo>
                    <a:pt x="1687653" y="3943307"/>
                  </a:lnTo>
                  <a:lnTo>
                    <a:pt x="1687653" y="3971924"/>
                  </a:lnTo>
                  <a:close/>
                </a:path>
                <a:path w="7067550" h="3971925">
                  <a:moveTo>
                    <a:pt x="1630503" y="3971924"/>
                  </a:moveTo>
                  <a:lnTo>
                    <a:pt x="1601928" y="3971924"/>
                  </a:lnTo>
                  <a:lnTo>
                    <a:pt x="1601928" y="3943307"/>
                  </a:lnTo>
                  <a:lnTo>
                    <a:pt x="1630503" y="3943307"/>
                  </a:lnTo>
                  <a:lnTo>
                    <a:pt x="1630503" y="3971924"/>
                  </a:lnTo>
                  <a:close/>
                </a:path>
                <a:path w="7067550" h="3971925">
                  <a:moveTo>
                    <a:pt x="1573353" y="3971924"/>
                  </a:moveTo>
                  <a:lnTo>
                    <a:pt x="1544778" y="3971924"/>
                  </a:lnTo>
                  <a:lnTo>
                    <a:pt x="1544778" y="3943307"/>
                  </a:lnTo>
                  <a:lnTo>
                    <a:pt x="1573353" y="3943307"/>
                  </a:lnTo>
                  <a:lnTo>
                    <a:pt x="1573353" y="3971924"/>
                  </a:lnTo>
                  <a:close/>
                </a:path>
                <a:path w="7067550" h="3971925">
                  <a:moveTo>
                    <a:pt x="1516203" y="3971924"/>
                  </a:moveTo>
                  <a:lnTo>
                    <a:pt x="1487628" y="3971924"/>
                  </a:lnTo>
                  <a:lnTo>
                    <a:pt x="1487628" y="3943307"/>
                  </a:lnTo>
                  <a:lnTo>
                    <a:pt x="1516203" y="3943307"/>
                  </a:lnTo>
                  <a:lnTo>
                    <a:pt x="1516203" y="3971924"/>
                  </a:lnTo>
                  <a:close/>
                </a:path>
                <a:path w="7067550" h="3971925">
                  <a:moveTo>
                    <a:pt x="1459053" y="3971924"/>
                  </a:moveTo>
                  <a:lnTo>
                    <a:pt x="1430478" y="3971924"/>
                  </a:lnTo>
                  <a:lnTo>
                    <a:pt x="1430478" y="3943307"/>
                  </a:lnTo>
                  <a:lnTo>
                    <a:pt x="1459053" y="3943307"/>
                  </a:lnTo>
                  <a:lnTo>
                    <a:pt x="1459053" y="3971924"/>
                  </a:lnTo>
                  <a:close/>
                </a:path>
                <a:path w="7067550" h="3971925">
                  <a:moveTo>
                    <a:pt x="1401903" y="3971924"/>
                  </a:moveTo>
                  <a:lnTo>
                    <a:pt x="1373328" y="3971924"/>
                  </a:lnTo>
                  <a:lnTo>
                    <a:pt x="1373328" y="3943307"/>
                  </a:lnTo>
                  <a:lnTo>
                    <a:pt x="1401903" y="3943307"/>
                  </a:lnTo>
                  <a:lnTo>
                    <a:pt x="1401903" y="3971924"/>
                  </a:lnTo>
                  <a:close/>
                </a:path>
                <a:path w="7067550" h="3971925">
                  <a:moveTo>
                    <a:pt x="1344753" y="3971924"/>
                  </a:moveTo>
                  <a:lnTo>
                    <a:pt x="1316178" y="3971924"/>
                  </a:lnTo>
                  <a:lnTo>
                    <a:pt x="1316178" y="3943307"/>
                  </a:lnTo>
                  <a:lnTo>
                    <a:pt x="1344753" y="3943307"/>
                  </a:lnTo>
                  <a:lnTo>
                    <a:pt x="1344753" y="3971924"/>
                  </a:lnTo>
                  <a:close/>
                </a:path>
                <a:path w="7067550" h="3971925">
                  <a:moveTo>
                    <a:pt x="1287603" y="3971924"/>
                  </a:moveTo>
                  <a:lnTo>
                    <a:pt x="1259028" y="3971924"/>
                  </a:lnTo>
                  <a:lnTo>
                    <a:pt x="1259028" y="3943307"/>
                  </a:lnTo>
                  <a:lnTo>
                    <a:pt x="1287603" y="3943307"/>
                  </a:lnTo>
                  <a:lnTo>
                    <a:pt x="1287603" y="3971924"/>
                  </a:lnTo>
                  <a:close/>
                </a:path>
                <a:path w="7067550" h="3971925">
                  <a:moveTo>
                    <a:pt x="1230453" y="3971924"/>
                  </a:moveTo>
                  <a:lnTo>
                    <a:pt x="1201878" y="3971924"/>
                  </a:lnTo>
                  <a:lnTo>
                    <a:pt x="1201878" y="3943307"/>
                  </a:lnTo>
                  <a:lnTo>
                    <a:pt x="1230453" y="3943307"/>
                  </a:lnTo>
                  <a:lnTo>
                    <a:pt x="1230453" y="3971924"/>
                  </a:lnTo>
                  <a:close/>
                </a:path>
                <a:path w="7067550" h="3971925">
                  <a:moveTo>
                    <a:pt x="1173303" y="3971924"/>
                  </a:moveTo>
                  <a:lnTo>
                    <a:pt x="1144728" y="3971924"/>
                  </a:lnTo>
                  <a:lnTo>
                    <a:pt x="1144728" y="3943307"/>
                  </a:lnTo>
                  <a:lnTo>
                    <a:pt x="1173303" y="3943307"/>
                  </a:lnTo>
                  <a:lnTo>
                    <a:pt x="1173303" y="3971924"/>
                  </a:lnTo>
                  <a:close/>
                </a:path>
                <a:path w="7067550" h="3971925">
                  <a:moveTo>
                    <a:pt x="1116153" y="3971924"/>
                  </a:moveTo>
                  <a:lnTo>
                    <a:pt x="1087578" y="3971924"/>
                  </a:lnTo>
                  <a:lnTo>
                    <a:pt x="1087578" y="3943307"/>
                  </a:lnTo>
                  <a:lnTo>
                    <a:pt x="1116153" y="3943307"/>
                  </a:lnTo>
                  <a:lnTo>
                    <a:pt x="1116153" y="3971924"/>
                  </a:lnTo>
                  <a:close/>
                </a:path>
                <a:path w="7067550" h="3971925">
                  <a:moveTo>
                    <a:pt x="1059003" y="3971924"/>
                  </a:moveTo>
                  <a:lnTo>
                    <a:pt x="1030428" y="3971924"/>
                  </a:lnTo>
                  <a:lnTo>
                    <a:pt x="1030428" y="3943307"/>
                  </a:lnTo>
                  <a:lnTo>
                    <a:pt x="1059003" y="3943307"/>
                  </a:lnTo>
                  <a:lnTo>
                    <a:pt x="1059003" y="3971924"/>
                  </a:lnTo>
                  <a:close/>
                </a:path>
                <a:path w="7067550" h="3971925">
                  <a:moveTo>
                    <a:pt x="1001853" y="3971924"/>
                  </a:moveTo>
                  <a:lnTo>
                    <a:pt x="973278" y="3971924"/>
                  </a:lnTo>
                  <a:lnTo>
                    <a:pt x="973278" y="3943307"/>
                  </a:lnTo>
                  <a:lnTo>
                    <a:pt x="1001853" y="3943307"/>
                  </a:lnTo>
                  <a:lnTo>
                    <a:pt x="1001853" y="3971924"/>
                  </a:lnTo>
                  <a:close/>
                </a:path>
                <a:path w="7067550" h="3971925">
                  <a:moveTo>
                    <a:pt x="944703" y="3971924"/>
                  </a:moveTo>
                  <a:lnTo>
                    <a:pt x="916128" y="3971924"/>
                  </a:lnTo>
                  <a:lnTo>
                    <a:pt x="916128" y="3943307"/>
                  </a:lnTo>
                  <a:lnTo>
                    <a:pt x="944703" y="3943307"/>
                  </a:lnTo>
                  <a:lnTo>
                    <a:pt x="944703" y="3971924"/>
                  </a:lnTo>
                  <a:close/>
                </a:path>
                <a:path w="7067550" h="3971925">
                  <a:moveTo>
                    <a:pt x="887553" y="3971924"/>
                  </a:moveTo>
                  <a:lnTo>
                    <a:pt x="858978" y="3971924"/>
                  </a:lnTo>
                  <a:lnTo>
                    <a:pt x="858978" y="3943307"/>
                  </a:lnTo>
                  <a:lnTo>
                    <a:pt x="887553" y="3943307"/>
                  </a:lnTo>
                  <a:lnTo>
                    <a:pt x="887553" y="3971924"/>
                  </a:lnTo>
                  <a:close/>
                </a:path>
                <a:path w="7067550" h="3971925">
                  <a:moveTo>
                    <a:pt x="830403" y="3971924"/>
                  </a:moveTo>
                  <a:lnTo>
                    <a:pt x="801828" y="3971924"/>
                  </a:lnTo>
                  <a:lnTo>
                    <a:pt x="801828" y="3943307"/>
                  </a:lnTo>
                  <a:lnTo>
                    <a:pt x="830403" y="3943307"/>
                  </a:lnTo>
                  <a:lnTo>
                    <a:pt x="830403" y="3971924"/>
                  </a:lnTo>
                  <a:close/>
                </a:path>
                <a:path w="7067550" h="3971925">
                  <a:moveTo>
                    <a:pt x="773253" y="3971924"/>
                  </a:moveTo>
                  <a:lnTo>
                    <a:pt x="744678" y="3971924"/>
                  </a:lnTo>
                  <a:lnTo>
                    <a:pt x="744678" y="3943307"/>
                  </a:lnTo>
                  <a:lnTo>
                    <a:pt x="773253" y="3943307"/>
                  </a:lnTo>
                  <a:lnTo>
                    <a:pt x="773253" y="3971924"/>
                  </a:lnTo>
                  <a:close/>
                </a:path>
                <a:path w="7067550" h="3971925">
                  <a:moveTo>
                    <a:pt x="716103" y="3971924"/>
                  </a:moveTo>
                  <a:lnTo>
                    <a:pt x="687528" y="3971924"/>
                  </a:lnTo>
                  <a:lnTo>
                    <a:pt x="687528" y="3943307"/>
                  </a:lnTo>
                  <a:lnTo>
                    <a:pt x="716103" y="3943307"/>
                  </a:lnTo>
                  <a:lnTo>
                    <a:pt x="716103" y="3971924"/>
                  </a:lnTo>
                  <a:close/>
                </a:path>
                <a:path w="7067550" h="3971925">
                  <a:moveTo>
                    <a:pt x="658953" y="3971924"/>
                  </a:moveTo>
                  <a:lnTo>
                    <a:pt x="630378" y="3971924"/>
                  </a:lnTo>
                  <a:lnTo>
                    <a:pt x="630378" y="3943307"/>
                  </a:lnTo>
                  <a:lnTo>
                    <a:pt x="658953" y="3943307"/>
                  </a:lnTo>
                  <a:lnTo>
                    <a:pt x="658953" y="3971924"/>
                  </a:lnTo>
                  <a:close/>
                </a:path>
                <a:path w="7067550" h="3971925">
                  <a:moveTo>
                    <a:pt x="601803" y="3971924"/>
                  </a:moveTo>
                  <a:lnTo>
                    <a:pt x="573228" y="3971924"/>
                  </a:lnTo>
                  <a:lnTo>
                    <a:pt x="573228" y="3943307"/>
                  </a:lnTo>
                  <a:lnTo>
                    <a:pt x="601803" y="3943307"/>
                  </a:lnTo>
                  <a:lnTo>
                    <a:pt x="601803" y="3971924"/>
                  </a:lnTo>
                  <a:close/>
                </a:path>
                <a:path w="7067550" h="3971925">
                  <a:moveTo>
                    <a:pt x="544653" y="3971924"/>
                  </a:moveTo>
                  <a:lnTo>
                    <a:pt x="516078" y="3971924"/>
                  </a:lnTo>
                  <a:lnTo>
                    <a:pt x="516078" y="3943307"/>
                  </a:lnTo>
                  <a:lnTo>
                    <a:pt x="544653" y="3943307"/>
                  </a:lnTo>
                  <a:lnTo>
                    <a:pt x="544653" y="3971924"/>
                  </a:lnTo>
                  <a:close/>
                </a:path>
                <a:path w="7067550" h="3971925">
                  <a:moveTo>
                    <a:pt x="487503" y="3971924"/>
                  </a:moveTo>
                  <a:lnTo>
                    <a:pt x="458928" y="3971924"/>
                  </a:lnTo>
                  <a:lnTo>
                    <a:pt x="458928" y="3943307"/>
                  </a:lnTo>
                  <a:lnTo>
                    <a:pt x="487503" y="3943307"/>
                  </a:lnTo>
                  <a:lnTo>
                    <a:pt x="487503" y="3971924"/>
                  </a:lnTo>
                  <a:close/>
                </a:path>
                <a:path w="7067550" h="3971925">
                  <a:moveTo>
                    <a:pt x="430353" y="3971924"/>
                  </a:moveTo>
                  <a:lnTo>
                    <a:pt x="401778" y="3971924"/>
                  </a:lnTo>
                  <a:lnTo>
                    <a:pt x="401778" y="3943307"/>
                  </a:lnTo>
                  <a:lnTo>
                    <a:pt x="430353" y="3943307"/>
                  </a:lnTo>
                  <a:lnTo>
                    <a:pt x="430353" y="3971924"/>
                  </a:lnTo>
                  <a:close/>
                </a:path>
                <a:path w="7067550" h="3971925">
                  <a:moveTo>
                    <a:pt x="373203" y="3971924"/>
                  </a:moveTo>
                  <a:lnTo>
                    <a:pt x="344628" y="3971924"/>
                  </a:lnTo>
                  <a:lnTo>
                    <a:pt x="344628" y="3943307"/>
                  </a:lnTo>
                  <a:lnTo>
                    <a:pt x="373203" y="3943307"/>
                  </a:lnTo>
                  <a:lnTo>
                    <a:pt x="373203" y="3971924"/>
                  </a:lnTo>
                  <a:close/>
                </a:path>
                <a:path w="7067550" h="3971925">
                  <a:moveTo>
                    <a:pt x="316053" y="3971924"/>
                  </a:moveTo>
                  <a:lnTo>
                    <a:pt x="287478" y="3971924"/>
                  </a:lnTo>
                  <a:lnTo>
                    <a:pt x="287478" y="3943307"/>
                  </a:lnTo>
                  <a:lnTo>
                    <a:pt x="316053" y="3943307"/>
                  </a:lnTo>
                  <a:lnTo>
                    <a:pt x="316053" y="3971924"/>
                  </a:lnTo>
                  <a:close/>
                </a:path>
                <a:path w="7067550" h="3971925">
                  <a:moveTo>
                    <a:pt x="258903" y="3971924"/>
                  </a:moveTo>
                  <a:lnTo>
                    <a:pt x="230328" y="3971924"/>
                  </a:lnTo>
                  <a:lnTo>
                    <a:pt x="230328" y="3943307"/>
                  </a:lnTo>
                  <a:lnTo>
                    <a:pt x="258903" y="3943307"/>
                  </a:lnTo>
                  <a:lnTo>
                    <a:pt x="258903" y="3971924"/>
                  </a:lnTo>
                  <a:close/>
                </a:path>
                <a:path w="7067550" h="3971925">
                  <a:moveTo>
                    <a:pt x="201753" y="3971924"/>
                  </a:moveTo>
                  <a:lnTo>
                    <a:pt x="173178" y="3971924"/>
                  </a:lnTo>
                  <a:lnTo>
                    <a:pt x="173178" y="3943307"/>
                  </a:lnTo>
                  <a:lnTo>
                    <a:pt x="201753" y="3943307"/>
                  </a:lnTo>
                  <a:lnTo>
                    <a:pt x="201753" y="3971924"/>
                  </a:lnTo>
                  <a:close/>
                </a:path>
                <a:path w="7067550" h="3971925">
                  <a:moveTo>
                    <a:pt x="144469" y="3970175"/>
                  </a:moveTo>
                  <a:lnTo>
                    <a:pt x="130184" y="3968743"/>
                  </a:lnTo>
                  <a:lnTo>
                    <a:pt x="116475" y="3964577"/>
                  </a:lnTo>
                  <a:lnTo>
                    <a:pt x="124319" y="3937896"/>
                  </a:lnTo>
                  <a:lnTo>
                    <a:pt x="131902" y="3940126"/>
                  </a:lnTo>
                  <a:lnTo>
                    <a:pt x="139623" y="3941668"/>
                  </a:lnTo>
                  <a:lnTo>
                    <a:pt x="147479" y="3942524"/>
                  </a:lnTo>
                  <a:lnTo>
                    <a:pt x="144469" y="3970175"/>
                  </a:lnTo>
                  <a:close/>
                </a:path>
                <a:path w="7067550" h="3971925">
                  <a:moveTo>
                    <a:pt x="89998" y="3954241"/>
                  </a:moveTo>
                  <a:lnTo>
                    <a:pt x="72087" y="3944678"/>
                  </a:lnTo>
                  <a:lnTo>
                    <a:pt x="65645" y="3939396"/>
                  </a:lnTo>
                  <a:lnTo>
                    <a:pt x="82337" y="3916955"/>
                  </a:lnTo>
                  <a:lnTo>
                    <a:pt x="88668" y="3921664"/>
                  </a:lnTo>
                  <a:lnTo>
                    <a:pt x="95365" y="3925780"/>
                  </a:lnTo>
                  <a:lnTo>
                    <a:pt x="102430" y="3929301"/>
                  </a:lnTo>
                  <a:lnTo>
                    <a:pt x="89998" y="3954241"/>
                  </a:lnTo>
                  <a:close/>
                </a:path>
                <a:path w="7067550" h="3971925">
                  <a:moveTo>
                    <a:pt x="44023" y="3920308"/>
                  </a:moveTo>
                  <a:lnTo>
                    <a:pt x="27204" y="3899795"/>
                  </a:lnTo>
                  <a:lnTo>
                    <a:pt x="26138" y="3897798"/>
                  </a:lnTo>
                  <a:lnTo>
                    <a:pt x="49959" y="3882389"/>
                  </a:lnTo>
                  <a:lnTo>
                    <a:pt x="54269" y="3889054"/>
                  </a:lnTo>
                  <a:lnTo>
                    <a:pt x="59138" y="3895284"/>
                  </a:lnTo>
                  <a:lnTo>
                    <a:pt x="64564" y="3901081"/>
                  </a:lnTo>
                  <a:lnTo>
                    <a:pt x="44023" y="3920308"/>
                  </a:lnTo>
                  <a:close/>
                </a:path>
                <a:path w="7067550" h="3971925">
                  <a:moveTo>
                    <a:pt x="12689" y="3872607"/>
                  </a:moveTo>
                  <a:lnTo>
                    <a:pt x="12325" y="3871926"/>
                  </a:lnTo>
                  <a:lnTo>
                    <a:pt x="4247" y="3845342"/>
                  </a:lnTo>
                  <a:lnTo>
                    <a:pt x="31809" y="3839157"/>
                  </a:lnTo>
                  <a:lnTo>
                    <a:pt x="33534" y="3846840"/>
                  </a:lnTo>
                  <a:lnTo>
                    <a:pt x="35920" y="3854313"/>
                  </a:lnTo>
                  <a:lnTo>
                    <a:pt x="38969" y="3861575"/>
                  </a:lnTo>
                  <a:lnTo>
                    <a:pt x="12689" y="3872607"/>
                  </a:lnTo>
                  <a:close/>
                </a:path>
                <a:path w="7067550" h="3971925">
                  <a:moveTo>
                    <a:pt x="681" y="3816852"/>
                  </a:moveTo>
                  <a:lnTo>
                    <a:pt x="0" y="3809961"/>
                  </a:lnTo>
                  <a:lnTo>
                    <a:pt x="0" y="3788183"/>
                  </a:lnTo>
                  <a:lnTo>
                    <a:pt x="28574" y="3788183"/>
                  </a:lnTo>
                  <a:lnTo>
                    <a:pt x="28696" y="3815656"/>
                  </a:lnTo>
                  <a:lnTo>
                    <a:pt x="681" y="3816852"/>
                  </a:lnTo>
                  <a:close/>
                </a:path>
                <a:path w="7067550" h="3971925">
                  <a:moveTo>
                    <a:pt x="28574" y="3759608"/>
                  </a:moveTo>
                  <a:lnTo>
                    <a:pt x="0" y="3759608"/>
                  </a:lnTo>
                  <a:lnTo>
                    <a:pt x="0" y="3731033"/>
                  </a:lnTo>
                  <a:lnTo>
                    <a:pt x="28574" y="3731033"/>
                  </a:lnTo>
                  <a:lnTo>
                    <a:pt x="28574" y="3759608"/>
                  </a:lnTo>
                  <a:close/>
                </a:path>
                <a:path w="7067550" h="3971925">
                  <a:moveTo>
                    <a:pt x="28574" y="3702458"/>
                  </a:moveTo>
                  <a:lnTo>
                    <a:pt x="0" y="3702458"/>
                  </a:lnTo>
                  <a:lnTo>
                    <a:pt x="0" y="3673883"/>
                  </a:lnTo>
                  <a:lnTo>
                    <a:pt x="28574" y="3673883"/>
                  </a:lnTo>
                  <a:lnTo>
                    <a:pt x="28574" y="3702458"/>
                  </a:lnTo>
                  <a:close/>
                </a:path>
                <a:path w="7067550" h="3971925">
                  <a:moveTo>
                    <a:pt x="28574" y="3645308"/>
                  </a:moveTo>
                  <a:lnTo>
                    <a:pt x="0" y="3645308"/>
                  </a:lnTo>
                  <a:lnTo>
                    <a:pt x="0" y="3616733"/>
                  </a:lnTo>
                  <a:lnTo>
                    <a:pt x="28574" y="3616733"/>
                  </a:lnTo>
                  <a:lnTo>
                    <a:pt x="28574" y="3645308"/>
                  </a:lnTo>
                  <a:close/>
                </a:path>
                <a:path w="7067550" h="3971925">
                  <a:moveTo>
                    <a:pt x="28574" y="3588158"/>
                  </a:moveTo>
                  <a:lnTo>
                    <a:pt x="0" y="3588158"/>
                  </a:lnTo>
                  <a:lnTo>
                    <a:pt x="0" y="3559583"/>
                  </a:lnTo>
                  <a:lnTo>
                    <a:pt x="28574" y="3559583"/>
                  </a:lnTo>
                  <a:lnTo>
                    <a:pt x="28574" y="3588158"/>
                  </a:lnTo>
                  <a:close/>
                </a:path>
                <a:path w="7067550" h="3971925">
                  <a:moveTo>
                    <a:pt x="28574" y="3531008"/>
                  </a:moveTo>
                  <a:lnTo>
                    <a:pt x="0" y="3531008"/>
                  </a:lnTo>
                  <a:lnTo>
                    <a:pt x="0" y="3502433"/>
                  </a:lnTo>
                  <a:lnTo>
                    <a:pt x="28574" y="3502433"/>
                  </a:lnTo>
                  <a:lnTo>
                    <a:pt x="28574" y="3531008"/>
                  </a:lnTo>
                  <a:close/>
                </a:path>
                <a:path w="7067550" h="3971925">
                  <a:moveTo>
                    <a:pt x="28574" y="3473858"/>
                  </a:moveTo>
                  <a:lnTo>
                    <a:pt x="0" y="3473858"/>
                  </a:lnTo>
                  <a:lnTo>
                    <a:pt x="0" y="3445283"/>
                  </a:lnTo>
                  <a:lnTo>
                    <a:pt x="28574" y="3445283"/>
                  </a:lnTo>
                  <a:lnTo>
                    <a:pt x="28574" y="3473858"/>
                  </a:lnTo>
                  <a:close/>
                </a:path>
                <a:path w="7067550" h="3971925">
                  <a:moveTo>
                    <a:pt x="28574" y="3416708"/>
                  </a:moveTo>
                  <a:lnTo>
                    <a:pt x="0" y="3416708"/>
                  </a:lnTo>
                  <a:lnTo>
                    <a:pt x="0" y="3388133"/>
                  </a:lnTo>
                  <a:lnTo>
                    <a:pt x="28574" y="3388133"/>
                  </a:lnTo>
                  <a:lnTo>
                    <a:pt x="28574" y="3416708"/>
                  </a:lnTo>
                  <a:close/>
                </a:path>
                <a:path w="7067550" h="3971925">
                  <a:moveTo>
                    <a:pt x="28574" y="3359558"/>
                  </a:moveTo>
                  <a:lnTo>
                    <a:pt x="0" y="3359558"/>
                  </a:lnTo>
                  <a:lnTo>
                    <a:pt x="0" y="3330983"/>
                  </a:lnTo>
                  <a:lnTo>
                    <a:pt x="28574" y="3330983"/>
                  </a:lnTo>
                  <a:lnTo>
                    <a:pt x="28574" y="3359558"/>
                  </a:lnTo>
                  <a:close/>
                </a:path>
                <a:path w="7067550" h="3971925">
                  <a:moveTo>
                    <a:pt x="28574" y="3302408"/>
                  </a:moveTo>
                  <a:lnTo>
                    <a:pt x="0" y="3302408"/>
                  </a:lnTo>
                  <a:lnTo>
                    <a:pt x="0" y="3273833"/>
                  </a:lnTo>
                  <a:lnTo>
                    <a:pt x="28574" y="3273833"/>
                  </a:lnTo>
                  <a:lnTo>
                    <a:pt x="28574" y="3302408"/>
                  </a:lnTo>
                  <a:close/>
                </a:path>
                <a:path w="7067550" h="3971925">
                  <a:moveTo>
                    <a:pt x="28574" y="3245258"/>
                  </a:moveTo>
                  <a:lnTo>
                    <a:pt x="0" y="3245258"/>
                  </a:lnTo>
                  <a:lnTo>
                    <a:pt x="0" y="3216683"/>
                  </a:lnTo>
                  <a:lnTo>
                    <a:pt x="28574" y="3216683"/>
                  </a:lnTo>
                  <a:lnTo>
                    <a:pt x="28574" y="3245258"/>
                  </a:lnTo>
                  <a:close/>
                </a:path>
                <a:path w="7067550" h="3971925">
                  <a:moveTo>
                    <a:pt x="28574" y="3188108"/>
                  </a:moveTo>
                  <a:lnTo>
                    <a:pt x="0" y="3188108"/>
                  </a:lnTo>
                  <a:lnTo>
                    <a:pt x="0" y="3159533"/>
                  </a:lnTo>
                  <a:lnTo>
                    <a:pt x="28574" y="3159533"/>
                  </a:lnTo>
                  <a:lnTo>
                    <a:pt x="28574" y="3188108"/>
                  </a:lnTo>
                  <a:close/>
                </a:path>
                <a:path w="7067550" h="3971925">
                  <a:moveTo>
                    <a:pt x="28574" y="3130958"/>
                  </a:moveTo>
                  <a:lnTo>
                    <a:pt x="0" y="3130958"/>
                  </a:lnTo>
                  <a:lnTo>
                    <a:pt x="0" y="3102383"/>
                  </a:lnTo>
                  <a:lnTo>
                    <a:pt x="28574" y="3102383"/>
                  </a:lnTo>
                  <a:lnTo>
                    <a:pt x="28574" y="3130958"/>
                  </a:lnTo>
                  <a:close/>
                </a:path>
                <a:path w="7067550" h="3971925">
                  <a:moveTo>
                    <a:pt x="28574" y="3073808"/>
                  </a:moveTo>
                  <a:lnTo>
                    <a:pt x="0" y="3073808"/>
                  </a:lnTo>
                  <a:lnTo>
                    <a:pt x="0" y="3045233"/>
                  </a:lnTo>
                  <a:lnTo>
                    <a:pt x="28574" y="3045233"/>
                  </a:lnTo>
                  <a:lnTo>
                    <a:pt x="28574" y="3073808"/>
                  </a:lnTo>
                  <a:close/>
                </a:path>
                <a:path w="7067550" h="3971925">
                  <a:moveTo>
                    <a:pt x="28574" y="3016658"/>
                  </a:moveTo>
                  <a:lnTo>
                    <a:pt x="0" y="3016658"/>
                  </a:lnTo>
                  <a:lnTo>
                    <a:pt x="0" y="2988083"/>
                  </a:lnTo>
                  <a:lnTo>
                    <a:pt x="28574" y="2988083"/>
                  </a:lnTo>
                  <a:lnTo>
                    <a:pt x="28574" y="3016658"/>
                  </a:lnTo>
                  <a:close/>
                </a:path>
                <a:path w="7067550" h="3971925">
                  <a:moveTo>
                    <a:pt x="28574" y="2959508"/>
                  </a:moveTo>
                  <a:lnTo>
                    <a:pt x="0" y="2959508"/>
                  </a:lnTo>
                  <a:lnTo>
                    <a:pt x="0" y="2930933"/>
                  </a:lnTo>
                  <a:lnTo>
                    <a:pt x="28574" y="2930933"/>
                  </a:lnTo>
                  <a:lnTo>
                    <a:pt x="28574" y="2959508"/>
                  </a:lnTo>
                  <a:close/>
                </a:path>
                <a:path w="7067550" h="3971925">
                  <a:moveTo>
                    <a:pt x="28574" y="2902358"/>
                  </a:moveTo>
                  <a:lnTo>
                    <a:pt x="0" y="2902358"/>
                  </a:lnTo>
                  <a:lnTo>
                    <a:pt x="0" y="2873783"/>
                  </a:lnTo>
                  <a:lnTo>
                    <a:pt x="28574" y="2873783"/>
                  </a:lnTo>
                  <a:lnTo>
                    <a:pt x="28574" y="2902358"/>
                  </a:lnTo>
                  <a:close/>
                </a:path>
                <a:path w="7067550" h="3971925">
                  <a:moveTo>
                    <a:pt x="28574" y="2845208"/>
                  </a:moveTo>
                  <a:lnTo>
                    <a:pt x="0" y="2845208"/>
                  </a:lnTo>
                  <a:lnTo>
                    <a:pt x="0" y="2816633"/>
                  </a:lnTo>
                  <a:lnTo>
                    <a:pt x="28574" y="2816633"/>
                  </a:lnTo>
                  <a:lnTo>
                    <a:pt x="28574" y="2845208"/>
                  </a:lnTo>
                  <a:close/>
                </a:path>
                <a:path w="7067550" h="3971925">
                  <a:moveTo>
                    <a:pt x="28574" y="2788058"/>
                  </a:moveTo>
                  <a:lnTo>
                    <a:pt x="0" y="2788058"/>
                  </a:lnTo>
                  <a:lnTo>
                    <a:pt x="0" y="2759483"/>
                  </a:lnTo>
                  <a:lnTo>
                    <a:pt x="28574" y="2759483"/>
                  </a:lnTo>
                  <a:lnTo>
                    <a:pt x="28574" y="2788058"/>
                  </a:lnTo>
                  <a:close/>
                </a:path>
                <a:path w="7067550" h="3971925">
                  <a:moveTo>
                    <a:pt x="28574" y="2730908"/>
                  </a:moveTo>
                  <a:lnTo>
                    <a:pt x="0" y="2730908"/>
                  </a:lnTo>
                  <a:lnTo>
                    <a:pt x="0" y="2702333"/>
                  </a:lnTo>
                  <a:lnTo>
                    <a:pt x="28574" y="2702333"/>
                  </a:lnTo>
                  <a:lnTo>
                    <a:pt x="28574" y="2730908"/>
                  </a:lnTo>
                  <a:close/>
                </a:path>
                <a:path w="7067550" h="3971925">
                  <a:moveTo>
                    <a:pt x="28574" y="2673758"/>
                  </a:moveTo>
                  <a:lnTo>
                    <a:pt x="0" y="2673758"/>
                  </a:lnTo>
                  <a:lnTo>
                    <a:pt x="0" y="2645183"/>
                  </a:lnTo>
                  <a:lnTo>
                    <a:pt x="28574" y="2645183"/>
                  </a:lnTo>
                  <a:lnTo>
                    <a:pt x="28574" y="2673758"/>
                  </a:lnTo>
                  <a:close/>
                </a:path>
                <a:path w="7067550" h="3971925">
                  <a:moveTo>
                    <a:pt x="28574" y="2616608"/>
                  </a:moveTo>
                  <a:lnTo>
                    <a:pt x="0" y="2616608"/>
                  </a:lnTo>
                  <a:lnTo>
                    <a:pt x="0" y="2588033"/>
                  </a:lnTo>
                  <a:lnTo>
                    <a:pt x="28574" y="2588033"/>
                  </a:lnTo>
                  <a:lnTo>
                    <a:pt x="28574" y="2616608"/>
                  </a:lnTo>
                  <a:close/>
                </a:path>
                <a:path w="7067550" h="3971925">
                  <a:moveTo>
                    <a:pt x="28574" y="2559458"/>
                  </a:moveTo>
                  <a:lnTo>
                    <a:pt x="0" y="2559458"/>
                  </a:lnTo>
                  <a:lnTo>
                    <a:pt x="0" y="2530883"/>
                  </a:lnTo>
                  <a:lnTo>
                    <a:pt x="28574" y="2530883"/>
                  </a:lnTo>
                  <a:lnTo>
                    <a:pt x="28574" y="2559458"/>
                  </a:lnTo>
                  <a:close/>
                </a:path>
                <a:path w="7067550" h="3971925">
                  <a:moveTo>
                    <a:pt x="28574" y="2502308"/>
                  </a:moveTo>
                  <a:lnTo>
                    <a:pt x="0" y="2502308"/>
                  </a:lnTo>
                  <a:lnTo>
                    <a:pt x="0" y="2473733"/>
                  </a:lnTo>
                  <a:lnTo>
                    <a:pt x="28574" y="2473733"/>
                  </a:lnTo>
                  <a:lnTo>
                    <a:pt x="28574" y="2502308"/>
                  </a:lnTo>
                  <a:close/>
                </a:path>
                <a:path w="7067550" h="3971925">
                  <a:moveTo>
                    <a:pt x="28574" y="2445158"/>
                  </a:moveTo>
                  <a:lnTo>
                    <a:pt x="0" y="2445158"/>
                  </a:lnTo>
                  <a:lnTo>
                    <a:pt x="0" y="2416583"/>
                  </a:lnTo>
                  <a:lnTo>
                    <a:pt x="28574" y="2416583"/>
                  </a:lnTo>
                  <a:lnTo>
                    <a:pt x="28574" y="2445158"/>
                  </a:lnTo>
                  <a:close/>
                </a:path>
                <a:path w="7067550" h="3971925">
                  <a:moveTo>
                    <a:pt x="28574" y="2388008"/>
                  </a:moveTo>
                  <a:lnTo>
                    <a:pt x="0" y="2388008"/>
                  </a:lnTo>
                  <a:lnTo>
                    <a:pt x="0" y="2359433"/>
                  </a:lnTo>
                  <a:lnTo>
                    <a:pt x="28574" y="2359433"/>
                  </a:lnTo>
                  <a:lnTo>
                    <a:pt x="28574" y="2388008"/>
                  </a:lnTo>
                  <a:close/>
                </a:path>
                <a:path w="7067550" h="3971925">
                  <a:moveTo>
                    <a:pt x="28574" y="2330858"/>
                  </a:moveTo>
                  <a:lnTo>
                    <a:pt x="0" y="2330858"/>
                  </a:lnTo>
                  <a:lnTo>
                    <a:pt x="0" y="2302283"/>
                  </a:lnTo>
                  <a:lnTo>
                    <a:pt x="28574" y="2302283"/>
                  </a:lnTo>
                  <a:lnTo>
                    <a:pt x="28574" y="2330858"/>
                  </a:lnTo>
                  <a:close/>
                </a:path>
                <a:path w="7067550" h="3971925">
                  <a:moveTo>
                    <a:pt x="28574" y="2273708"/>
                  </a:moveTo>
                  <a:lnTo>
                    <a:pt x="0" y="2273708"/>
                  </a:lnTo>
                  <a:lnTo>
                    <a:pt x="0" y="2245133"/>
                  </a:lnTo>
                  <a:lnTo>
                    <a:pt x="28574" y="2245133"/>
                  </a:lnTo>
                  <a:lnTo>
                    <a:pt x="28574" y="2273708"/>
                  </a:lnTo>
                  <a:close/>
                </a:path>
                <a:path w="7067550" h="3971925">
                  <a:moveTo>
                    <a:pt x="28574" y="2216558"/>
                  </a:moveTo>
                  <a:lnTo>
                    <a:pt x="0" y="2216558"/>
                  </a:lnTo>
                  <a:lnTo>
                    <a:pt x="0" y="2187983"/>
                  </a:lnTo>
                  <a:lnTo>
                    <a:pt x="28574" y="2187983"/>
                  </a:lnTo>
                  <a:lnTo>
                    <a:pt x="28574" y="2216558"/>
                  </a:lnTo>
                  <a:close/>
                </a:path>
                <a:path w="7067550" h="3971925">
                  <a:moveTo>
                    <a:pt x="28574" y="2159408"/>
                  </a:moveTo>
                  <a:lnTo>
                    <a:pt x="0" y="2159408"/>
                  </a:lnTo>
                  <a:lnTo>
                    <a:pt x="0" y="2130833"/>
                  </a:lnTo>
                  <a:lnTo>
                    <a:pt x="28574" y="2130833"/>
                  </a:lnTo>
                  <a:lnTo>
                    <a:pt x="28574" y="2159408"/>
                  </a:lnTo>
                  <a:close/>
                </a:path>
                <a:path w="7067550" h="3971925">
                  <a:moveTo>
                    <a:pt x="28574" y="2102258"/>
                  </a:moveTo>
                  <a:lnTo>
                    <a:pt x="0" y="2102258"/>
                  </a:lnTo>
                  <a:lnTo>
                    <a:pt x="0" y="2073683"/>
                  </a:lnTo>
                  <a:lnTo>
                    <a:pt x="28574" y="2073683"/>
                  </a:lnTo>
                  <a:lnTo>
                    <a:pt x="28574" y="2102258"/>
                  </a:lnTo>
                  <a:close/>
                </a:path>
                <a:path w="7067550" h="3971925">
                  <a:moveTo>
                    <a:pt x="28574" y="2045108"/>
                  </a:moveTo>
                  <a:lnTo>
                    <a:pt x="0" y="2045108"/>
                  </a:lnTo>
                  <a:lnTo>
                    <a:pt x="0" y="2016533"/>
                  </a:lnTo>
                  <a:lnTo>
                    <a:pt x="28574" y="2016533"/>
                  </a:lnTo>
                  <a:lnTo>
                    <a:pt x="28574" y="2045108"/>
                  </a:lnTo>
                  <a:close/>
                </a:path>
                <a:path w="7067550" h="3971925">
                  <a:moveTo>
                    <a:pt x="28574" y="1987958"/>
                  </a:moveTo>
                  <a:lnTo>
                    <a:pt x="0" y="1987958"/>
                  </a:lnTo>
                  <a:lnTo>
                    <a:pt x="0" y="1959383"/>
                  </a:lnTo>
                  <a:lnTo>
                    <a:pt x="28574" y="1959383"/>
                  </a:lnTo>
                  <a:lnTo>
                    <a:pt x="28574" y="1987958"/>
                  </a:lnTo>
                  <a:close/>
                </a:path>
                <a:path w="7067550" h="3971925">
                  <a:moveTo>
                    <a:pt x="28574" y="1930808"/>
                  </a:moveTo>
                  <a:lnTo>
                    <a:pt x="0" y="1930808"/>
                  </a:lnTo>
                  <a:lnTo>
                    <a:pt x="0" y="1902233"/>
                  </a:lnTo>
                  <a:lnTo>
                    <a:pt x="28574" y="1902233"/>
                  </a:lnTo>
                  <a:lnTo>
                    <a:pt x="28574" y="1930808"/>
                  </a:lnTo>
                  <a:close/>
                </a:path>
                <a:path w="7067550" h="3971925">
                  <a:moveTo>
                    <a:pt x="28574" y="1873658"/>
                  </a:moveTo>
                  <a:lnTo>
                    <a:pt x="0" y="1873658"/>
                  </a:lnTo>
                  <a:lnTo>
                    <a:pt x="0" y="1845083"/>
                  </a:lnTo>
                  <a:lnTo>
                    <a:pt x="28574" y="1845083"/>
                  </a:lnTo>
                  <a:lnTo>
                    <a:pt x="28574" y="1873658"/>
                  </a:lnTo>
                  <a:close/>
                </a:path>
                <a:path w="7067550" h="3971925">
                  <a:moveTo>
                    <a:pt x="28574" y="1816508"/>
                  </a:moveTo>
                  <a:lnTo>
                    <a:pt x="0" y="1816508"/>
                  </a:lnTo>
                  <a:lnTo>
                    <a:pt x="0" y="1787933"/>
                  </a:lnTo>
                  <a:lnTo>
                    <a:pt x="28574" y="1787933"/>
                  </a:lnTo>
                  <a:lnTo>
                    <a:pt x="28574" y="1816508"/>
                  </a:lnTo>
                  <a:close/>
                </a:path>
                <a:path w="7067550" h="3971925">
                  <a:moveTo>
                    <a:pt x="28574" y="1759358"/>
                  </a:moveTo>
                  <a:lnTo>
                    <a:pt x="0" y="1759358"/>
                  </a:lnTo>
                  <a:lnTo>
                    <a:pt x="0" y="1730783"/>
                  </a:lnTo>
                  <a:lnTo>
                    <a:pt x="28574" y="1730783"/>
                  </a:lnTo>
                  <a:lnTo>
                    <a:pt x="28574" y="1759358"/>
                  </a:lnTo>
                  <a:close/>
                </a:path>
                <a:path w="7067550" h="3971925">
                  <a:moveTo>
                    <a:pt x="28574" y="1702208"/>
                  </a:moveTo>
                  <a:lnTo>
                    <a:pt x="0" y="1702208"/>
                  </a:lnTo>
                  <a:lnTo>
                    <a:pt x="0" y="1673633"/>
                  </a:lnTo>
                  <a:lnTo>
                    <a:pt x="28574" y="1673633"/>
                  </a:lnTo>
                  <a:lnTo>
                    <a:pt x="28574" y="1702208"/>
                  </a:lnTo>
                  <a:close/>
                </a:path>
                <a:path w="7067550" h="3971925">
                  <a:moveTo>
                    <a:pt x="28574" y="1645058"/>
                  </a:moveTo>
                  <a:lnTo>
                    <a:pt x="0" y="1645058"/>
                  </a:lnTo>
                  <a:lnTo>
                    <a:pt x="0" y="1616483"/>
                  </a:lnTo>
                  <a:lnTo>
                    <a:pt x="28574" y="1616483"/>
                  </a:lnTo>
                  <a:lnTo>
                    <a:pt x="28574" y="1645058"/>
                  </a:lnTo>
                  <a:close/>
                </a:path>
                <a:path w="7067550" h="3971925">
                  <a:moveTo>
                    <a:pt x="28574" y="1587908"/>
                  </a:moveTo>
                  <a:lnTo>
                    <a:pt x="0" y="1587908"/>
                  </a:lnTo>
                  <a:lnTo>
                    <a:pt x="0" y="1559333"/>
                  </a:lnTo>
                  <a:lnTo>
                    <a:pt x="28574" y="1559333"/>
                  </a:lnTo>
                  <a:lnTo>
                    <a:pt x="28574" y="1587908"/>
                  </a:lnTo>
                  <a:close/>
                </a:path>
                <a:path w="7067550" h="3971925">
                  <a:moveTo>
                    <a:pt x="28574" y="1530758"/>
                  </a:moveTo>
                  <a:lnTo>
                    <a:pt x="0" y="1530758"/>
                  </a:lnTo>
                  <a:lnTo>
                    <a:pt x="0" y="1502183"/>
                  </a:lnTo>
                  <a:lnTo>
                    <a:pt x="28574" y="1502183"/>
                  </a:lnTo>
                  <a:lnTo>
                    <a:pt x="28574" y="1530758"/>
                  </a:lnTo>
                  <a:close/>
                </a:path>
                <a:path w="7067550" h="3971925">
                  <a:moveTo>
                    <a:pt x="28574" y="1473608"/>
                  </a:moveTo>
                  <a:lnTo>
                    <a:pt x="0" y="1473608"/>
                  </a:lnTo>
                  <a:lnTo>
                    <a:pt x="0" y="1445033"/>
                  </a:lnTo>
                  <a:lnTo>
                    <a:pt x="28574" y="1445033"/>
                  </a:lnTo>
                  <a:lnTo>
                    <a:pt x="28574" y="1473608"/>
                  </a:lnTo>
                  <a:close/>
                </a:path>
                <a:path w="7067550" h="3971925">
                  <a:moveTo>
                    <a:pt x="28574" y="1416458"/>
                  </a:moveTo>
                  <a:lnTo>
                    <a:pt x="0" y="1416458"/>
                  </a:lnTo>
                  <a:lnTo>
                    <a:pt x="0" y="1387883"/>
                  </a:lnTo>
                  <a:lnTo>
                    <a:pt x="28574" y="1387883"/>
                  </a:lnTo>
                  <a:lnTo>
                    <a:pt x="28574" y="1416458"/>
                  </a:lnTo>
                  <a:close/>
                </a:path>
                <a:path w="7067550" h="3971925">
                  <a:moveTo>
                    <a:pt x="28574" y="1359308"/>
                  </a:moveTo>
                  <a:lnTo>
                    <a:pt x="0" y="1359308"/>
                  </a:lnTo>
                  <a:lnTo>
                    <a:pt x="0" y="1330733"/>
                  </a:lnTo>
                  <a:lnTo>
                    <a:pt x="28574" y="1330733"/>
                  </a:lnTo>
                  <a:lnTo>
                    <a:pt x="28574" y="1359308"/>
                  </a:lnTo>
                  <a:close/>
                </a:path>
                <a:path w="7067550" h="3971925">
                  <a:moveTo>
                    <a:pt x="28574" y="1302158"/>
                  </a:moveTo>
                  <a:lnTo>
                    <a:pt x="0" y="1302158"/>
                  </a:lnTo>
                  <a:lnTo>
                    <a:pt x="0" y="1273583"/>
                  </a:lnTo>
                  <a:lnTo>
                    <a:pt x="28574" y="1273583"/>
                  </a:lnTo>
                  <a:lnTo>
                    <a:pt x="28574" y="1302158"/>
                  </a:lnTo>
                  <a:close/>
                </a:path>
                <a:path w="7067550" h="3971925">
                  <a:moveTo>
                    <a:pt x="28574" y="1245008"/>
                  </a:moveTo>
                  <a:lnTo>
                    <a:pt x="0" y="1245008"/>
                  </a:lnTo>
                  <a:lnTo>
                    <a:pt x="0" y="1216433"/>
                  </a:lnTo>
                  <a:lnTo>
                    <a:pt x="28574" y="1216433"/>
                  </a:lnTo>
                  <a:lnTo>
                    <a:pt x="28574" y="1245008"/>
                  </a:lnTo>
                  <a:close/>
                </a:path>
                <a:path w="7067550" h="3971925">
                  <a:moveTo>
                    <a:pt x="28574" y="1187858"/>
                  </a:moveTo>
                  <a:lnTo>
                    <a:pt x="0" y="1187858"/>
                  </a:lnTo>
                  <a:lnTo>
                    <a:pt x="0" y="1159283"/>
                  </a:lnTo>
                  <a:lnTo>
                    <a:pt x="28574" y="1159283"/>
                  </a:lnTo>
                  <a:lnTo>
                    <a:pt x="28574" y="1187858"/>
                  </a:lnTo>
                  <a:close/>
                </a:path>
                <a:path w="7067550" h="3971925">
                  <a:moveTo>
                    <a:pt x="28574" y="1130708"/>
                  </a:moveTo>
                  <a:lnTo>
                    <a:pt x="0" y="1130708"/>
                  </a:lnTo>
                  <a:lnTo>
                    <a:pt x="0" y="1102133"/>
                  </a:lnTo>
                  <a:lnTo>
                    <a:pt x="28574" y="1102133"/>
                  </a:lnTo>
                  <a:lnTo>
                    <a:pt x="28574" y="1130708"/>
                  </a:lnTo>
                  <a:close/>
                </a:path>
                <a:path w="7067550" h="3971925">
                  <a:moveTo>
                    <a:pt x="28574" y="1073558"/>
                  </a:moveTo>
                  <a:lnTo>
                    <a:pt x="0" y="1073558"/>
                  </a:lnTo>
                  <a:lnTo>
                    <a:pt x="0" y="1044983"/>
                  </a:lnTo>
                  <a:lnTo>
                    <a:pt x="28574" y="1044983"/>
                  </a:lnTo>
                  <a:lnTo>
                    <a:pt x="28574" y="1073558"/>
                  </a:lnTo>
                  <a:close/>
                </a:path>
                <a:path w="7067550" h="3971925">
                  <a:moveTo>
                    <a:pt x="28574" y="1016408"/>
                  </a:moveTo>
                  <a:lnTo>
                    <a:pt x="0" y="1016408"/>
                  </a:lnTo>
                  <a:lnTo>
                    <a:pt x="0" y="987833"/>
                  </a:lnTo>
                  <a:lnTo>
                    <a:pt x="28574" y="987833"/>
                  </a:lnTo>
                  <a:lnTo>
                    <a:pt x="28574" y="1016408"/>
                  </a:lnTo>
                  <a:close/>
                </a:path>
                <a:path w="7067550" h="3971925">
                  <a:moveTo>
                    <a:pt x="28574" y="959258"/>
                  </a:moveTo>
                  <a:lnTo>
                    <a:pt x="0" y="959258"/>
                  </a:lnTo>
                  <a:lnTo>
                    <a:pt x="0" y="930683"/>
                  </a:lnTo>
                  <a:lnTo>
                    <a:pt x="28574" y="930683"/>
                  </a:lnTo>
                  <a:lnTo>
                    <a:pt x="28574" y="959258"/>
                  </a:lnTo>
                  <a:close/>
                </a:path>
                <a:path w="7067550" h="3971925">
                  <a:moveTo>
                    <a:pt x="28574" y="902108"/>
                  </a:moveTo>
                  <a:lnTo>
                    <a:pt x="0" y="902108"/>
                  </a:lnTo>
                  <a:lnTo>
                    <a:pt x="0" y="873533"/>
                  </a:lnTo>
                  <a:lnTo>
                    <a:pt x="28574" y="873533"/>
                  </a:lnTo>
                  <a:lnTo>
                    <a:pt x="28574" y="902108"/>
                  </a:lnTo>
                  <a:close/>
                </a:path>
                <a:path w="7067550" h="3971925">
                  <a:moveTo>
                    <a:pt x="28574" y="844958"/>
                  </a:moveTo>
                  <a:lnTo>
                    <a:pt x="0" y="844958"/>
                  </a:lnTo>
                  <a:lnTo>
                    <a:pt x="0" y="816383"/>
                  </a:lnTo>
                  <a:lnTo>
                    <a:pt x="28574" y="816383"/>
                  </a:lnTo>
                  <a:lnTo>
                    <a:pt x="28574" y="844958"/>
                  </a:lnTo>
                  <a:close/>
                </a:path>
                <a:path w="7067550" h="3971925">
                  <a:moveTo>
                    <a:pt x="28574" y="787808"/>
                  </a:moveTo>
                  <a:lnTo>
                    <a:pt x="0" y="787808"/>
                  </a:lnTo>
                  <a:lnTo>
                    <a:pt x="0" y="759233"/>
                  </a:lnTo>
                  <a:lnTo>
                    <a:pt x="28574" y="759233"/>
                  </a:lnTo>
                  <a:lnTo>
                    <a:pt x="28574" y="787808"/>
                  </a:lnTo>
                  <a:close/>
                </a:path>
                <a:path w="7067550" h="3971925">
                  <a:moveTo>
                    <a:pt x="28574" y="730658"/>
                  </a:moveTo>
                  <a:lnTo>
                    <a:pt x="0" y="730658"/>
                  </a:lnTo>
                  <a:lnTo>
                    <a:pt x="0" y="702083"/>
                  </a:lnTo>
                  <a:lnTo>
                    <a:pt x="28574" y="702083"/>
                  </a:lnTo>
                  <a:lnTo>
                    <a:pt x="28574" y="730658"/>
                  </a:lnTo>
                  <a:close/>
                </a:path>
                <a:path w="7067550" h="3971925">
                  <a:moveTo>
                    <a:pt x="28574" y="673508"/>
                  </a:moveTo>
                  <a:lnTo>
                    <a:pt x="0" y="673508"/>
                  </a:lnTo>
                  <a:lnTo>
                    <a:pt x="0" y="644933"/>
                  </a:lnTo>
                  <a:lnTo>
                    <a:pt x="28574" y="644933"/>
                  </a:lnTo>
                  <a:lnTo>
                    <a:pt x="28574" y="673508"/>
                  </a:lnTo>
                  <a:close/>
                </a:path>
                <a:path w="7067550" h="3971925">
                  <a:moveTo>
                    <a:pt x="28574" y="616358"/>
                  </a:moveTo>
                  <a:lnTo>
                    <a:pt x="0" y="616358"/>
                  </a:lnTo>
                  <a:lnTo>
                    <a:pt x="0" y="587783"/>
                  </a:lnTo>
                  <a:lnTo>
                    <a:pt x="28574" y="587783"/>
                  </a:lnTo>
                  <a:lnTo>
                    <a:pt x="28574" y="616358"/>
                  </a:lnTo>
                  <a:close/>
                </a:path>
                <a:path w="7067550" h="3971925">
                  <a:moveTo>
                    <a:pt x="28574" y="559208"/>
                  </a:moveTo>
                  <a:lnTo>
                    <a:pt x="0" y="559208"/>
                  </a:lnTo>
                  <a:lnTo>
                    <a:pt x="0" y="530633"/>
                  </a:lnTo>
                  <a:lnTo>
                    <a:pt x="28574" y="530633"/>
                  </a:lnTo>
                  <a:lnTo>
                    <a:pt x="28574" y="559208"/>
                  </a:lnTo>
                  <a:close/>
                </a:path>
                <a:path w="7067550" h="3971925">
                  <a:moveTo>
                    <a:pt x="28574" y="502058"/>
                  </a:moveTo>
                  <a:lnTo>
                    <a:pt x="0" y="502058"/>
                  </a:lnTo>
                  <a:lnTo>
                    <a:pt x="0" y="473483"/>
                  </a:lnTo>
                  <a:lnTo>
                    <a:pt x="28574" y="473483"/>
                  </a:lnTo>
                  <a:lnTo>
                    <a:pt x="28574" y="502058"/>
                  </a:lnTo>
                  <a:close/>
                </a:path>
                <a:path w="7067550" h="3971925">
                  <a:moveTo>
                    <a:pt x="28574" y="444908"/>
                  </a:moveTo>
                  <a:lnTo>
                    <a:pt x="0" y="444908"/>
                  </a:lnTo>
                  <a:lnTo>
                    <a:pt x="0" y="416333"/>
                  </a:lnTo>
                  <a:lnTo>
                    <a:pt x="28574" y="416333"/>
                  </a:lnTo>
                  <a:lnTo>
                    <a:pt x="28574" y="444908"/>
                  </a:lnTo>
                  <a:close/>
                </a:path>
                <a:path w="7067550" h="3971925">
                  <a:moveTo>
                    <a:pt x="28574" y="387758"/>
                  </a:moveTo>
                  <a:lnTo>
                    <a:pt x="0" y="387758"/>
                  </a:lnTo>
                  <a:lnTo>
                    <a:pt x="0" y="359183"/>
                  </a:lnTo>
                  <a:lnTo>
                    <a:pt x="28574" y="359183"/>
                  </a:lnTo>
                  <a:lnTo>
                    <a:pt x="28574" y="387758"/>
                  </a:lnTo>
                  <a:close/>
                </a:path>
                <a:path w="7067550" h="3971925">
                  <a:moveTo>
                    <a:pt x="28574" y="330608"/>
                  </a:moveTo>
                  <a:lnTo>
                    <a:pt x="0" y="330608"/>
                  </a:lnTo>
                  <a:lnTo>
                    <a:pt x="0" y="302033"/>
                  </a:lnTo>
                  <a:lnTo>
                    <a:pt x="28574" y="302033"/>
                  </a:lnTo>
                  <a:lnTo>
                    <a:pt x="28574" y="330608"/>
                  </a:lnTo>
                  <a:close/>
                </a:path>
                <a:path w="7067550" h="3971925">
                  <a:moveTo>
                    <a:pt x="28574" y="273458"/>
                  </a:moveTo>
                  <a:lnTo>
                    <a:pt x="0" y="273458"/>
                  </a:lnTo>
                  <a:lnTo>
                    <a:pt x="0" y="244883"/>
                  </a:lnTo>
                  <a:lnTo>
                    <a:pt x="28574" y="244883"/>
                  </a:lnTo>
                  <a:lnTo>
                    <a:pt x="28574" y="273458"/>
                  </a:lnTo>
                  <a:close/>
                </a:path>
                <a:path w="7067550" h="3971925">
                  <a:moveTo>
                    <a:pt x="28574" y="216308"/>
                  </a:moveTo>
                  <a:lnTo>
                    <a:pt x="0" y="216308"/>
                  </a:lnTo>
                  <a:lnTo>
                    <a:pt x="0" y="187733"/>
                  </a:lnTo>
                  <a:lnTo>
                    <a:pt x="28574" y="187733"/>
                  </a:lnTo>
                  <a:lnTo>
                    <a:pt x="28574" y="216308"/>
                  </a:lnTo>
                  <a:close/>
                </a:path>
                <a:path w="7067550" h="3971925">
                  <a:moveTo>
                    <a:pt x="28595" y="159609"/>
                  </a:moveTo>
                  <a:lnTo>
                    <a:pt x="282" y="159110"/>
                  </a:lnTo>
                  <a:lnTo>
                    <a:pt x="3119" y="130436"/>
                  </a:lnTo>
                  <a:lnTo>
                    <a:pt x="31126" y="135997"/>
                  </a:lnTo>
                  <a:lnTo>
                    <a:pt x="29579" y="143790"/>
                  </a:lnTo>
                  <a:lnTo>
                    <a:pt x="28735" y="151661"/>
                  </a:lnTo>
                  <a:lnTo>
                    <a:pt x="28604" y="159110"/>
                  </a:lnTo>
                  <a:lnTo>
                    <a:pt x="28595" y="159609"/>
                  </a:lnTo>
                  <a:close/>
                </a:path>
                <a:path w="7067550" h="3971925">
                  <a:moveTo>
                    <a:pt x="37733" y="113396"/>
                  </a:moveTo>
                  <a:lnTo>
                    <a:pt x="11385" y="103092"/>
                  </a:lnTo>
                  <a:lnTo>
                    <a:pt x="12325" y="99998"/>
                  </a:lnTo>
                  <a:lnTo>
                    <a:pt x="24251" y="77660"/>
                  </a:lnTo>
                  <a:lnTo>
                    <a:pt x="48202" y="92325"/>
                  </a:lnTo>
                  <a:lnTo>
                    <a:pt x="44091" y="99039"/>
                  </a:lnTo>
                  <a:lnTo>
                    <a:pt x="40601" y="106063"/>
                  </a:lnTo>
                  <a:lnTo>
                    <a:pt x="37733" y="113396"/>
                  </a:lnTo>
                  <a:close/>
                </a:path>
                <a:path w="7067550" h="3971925">
                  <a:moveTo>
                    <a:pt x="62315" y="73306"/>
                  </a:moveTo>
                  <a:lnTo>
                    <a:pt x="41460" y="54742"/>
                  </a:lnTo>
                  <a:lnTo>
                    <a:pt x="47425" y="47467"/>
                  </a:lnTo>
                  <a:lnTo>
                    <a:pt x="62545" y="35070"/>
                  </a:lnTo>
                  <a:lnTo>
                    <a:pt x="79703" y="56978"/>
                  </a:lnTo>
                  <a:lnTo>
                    <a:pt x="75465" y="60298"/>
                  </a:lnTo>
                  <a:lnTo>
                    <a:pt x="71441" y="63862"/>
                  </a:lnTo>
                  <a:lnTo>
                    <a:pt x="65804" y="69499"/>
                  </a:lnTo>
                  <a:lnTo>
                    <a:pt x="64032" y="71377"/>
                  </a:lnTo>
                  <a:lnTo>
                    <a:pt x="62315" y="73306"/>
                  </a:lnTo>
                  <a:close/>
                </a:path>
                <a:path w="7067550" h="3971925">
                  <a:moveTo>
                    <a:pt x="99505" y="44126"/>
                  </a:moveTo>
                  <a:lnTo>
                    <a:pt x="86491" y="19555"/>
                  </a:lnTo>
                  <a:lnTo>
                    <a:pt x="99956" y="12367"/>
                  </a:lnTo>
                  <a:lnTo>
                    <a:pt x="112672" y="8503"/>
                  </a:lnTo>
                  <a:lnTo>
                    <a:pt x="121174" y="34994"/>
                  </a:lnTo>
                  <a:lnTo>
                    <a:pt x="113682" y="37399"/>
                  </a:lnTo>
                  <a:lnTo>
                    <a:pt x="106458" y="40442"/>
                  </a:lnTo>
                  <a:lnTo>
                    <a:pt x="99505" y="44126"/>
                  </a:lnTo>
                  <a:close/>
                </a:path>
                <a:path w="7067550" h="3971925">
                  <a:moveTo>
                    <a:pt x="144190" y="29799"/>
                  </a:moveTo>
                  <a:lnTo>
                    <a:pt x="140481" y="2149"/>
                  </a:lnTo>
                  <a:lnTo>
                    <a:pt x="161921" y="0"/>
                  </a:lnTo>
                  <a:lnTo>
                    <a:pt x="190496" y="0"/>
                  </a:lnTo>
                  <a:lnTo>
                    <a:pt x="190496" y="28616"/>
                  </a:lnTo>
                  <a:lnTo>
                    <a:pt x="155982" y="28616"/>
                  </a:lnTo>
                  <a:lnTo>
                    <a:pt x="150072" y="29010"/>
                  </a:lnTo>
                  <a:lnTo>
                    <a:pt x="144190" y="29799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929" y="4512139"/>
              <a:ext cx="66675" cy="6667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929" y="4807414"/>
              <a:ext cx="66675" cy="6667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929" y="5102689"/>
              <a:ext cx="66675" cy="6667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6929" y="5397964"/>
              <a:ext cx="66675" cy="66674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748955" y="6037947"/>
            <a:ext cx="7067550" cy="3219450"/>
            <a:chOff x="748955" y="6037947"/>
            <a:chExt cx="7067550" cy="3219450"/>
          </a:xfrm>
        </p:grpSpPr>
        <p:sp>
          <p:nvSpPr>
            <p:cNvPr id="21" name="object 21" descr=""/>
            <p:cNvSpPr/>
            <p:nvPr/>
          </p:nvSpPr>
          <p:spPr>
            <a:xfrm>
              <a:off x="748955" y="6037947"/>
              <a:ext cx="7067550" cy="3219450"/>
            </a:xfrm>
            <a:custGeom>
              <a:avLst/>
              <a:gdLst/>
              <a:ahLst/>
              <a:cxnLst/>
              <a:rect l="l" t="t" r="r" b="b"/>
              <a:pathLst>
                <a:path w="7067550" h="3219450">
                  <a:moveTo>
                    <a:pt x="247646" y="28603"/>
                  </a:moveTo>
                  <a:lnTo>
                    <a:pt x="219071" y="28603"/>
                  </a:lnTo>
                  <a:lnTo>
                    <a:pt x="219071" y="0"/>
                  </a:lnTo>
                  <a:lnTo>
                    <a:pt x="247646" y="0"/>
                  </a:lnTo>
                  <a:lnTo>
                    <a:pt x="247646" y="28603"/>
                  </a:lnTo>
                  <a:close/>
                </a:path>
                <a:path w="7067550" h="3219450">
                  <a:moveTo>
                    <a:pt x="304796" y="28603"/>
                  </a:moveTo>
                  <a:lnTo>
                    <a:pt x="276221" y="28603"/>
                  </a:lnTo>
                  <a:lnTo>
                    <a:pt x="276221" y="0"/>
                  </a:lnTo>
                  <a:lnTo>
                    <a:pt x="304796" y="0"/>
                  </a:lnTo>
                  <a:lnTo>
                    <a:pt x="304796" y="28603"/>
                  </a:lnTo>
                  <a:close/>
                </a:path>
                <a:path w="7067550" h="3219450">
                  <a:moveTo>
                    <a:pt x="361946" y="28603"/>
                  </a:moveTo>
                  <a:lnTo>
                    <a:pt x="333371" y="28603"/>
                  </a:lnTo>
                  <a:lnTo>
                    <a:pt x="333371" y="0"/>
                  </a:lnTo>
                  <a:lnTo>
                    <a:pt x="361946" y="0"/>
                  </a:lnTo>
                  <a:lnTo>
                    <a:pt x="361946" y="28603"/>
                  </a:lnTo>
                  <a:close/>
                </a:path>
                <a:path w="7067550" h="3219450">
                  <a:moveTo>
                    <a:pt x="419096" y="28603"/>
                  </a:moveTo>
                  <a:lnTo>
                    <a:pt x="390521" y="28603"/>
                  </a:lnTo>
                  <a:lnTo>
                    <a:pt x="390521" y="0"/>
                  </a:lnTo>
                  <a:lnTo>
                    <a:pt x="419096" y="0"/>
                  </a:lnTo>
                  <a:lnTo>
                    <a:pt x="419096" y="28603"/>
                  </a:lnTo>
                  <a:close/>
                </a:path>
                <a:path w="7067550" h="3219450">
                  <a:moveTo>
                    <a:pt x="476246" y="28603"/>
                  </a:moveTo>
                  <a:lnTo>
                    <a:pt x="447671" y="28603"/>
                  </a:lnTo>
                  <a:lnTo>
                    <a:pt x="447671" y="0"/>
                  </a:lnTo>
                  <a:lnTo>
                    <a:pt x="476246" y="0"/>
                  </a:lnTo>
                  <a:lnTo>
                    <a:pt x="476246" y="28603"/>
                  </a:lnTo>
                  <a:close/>
                </a:path>
                <a:path w="7067550" h="3219450">
                  <a:moveTo>
                    <a:pt x="533396" y="28603"/>
                  </a:moveTo>
                  <a:lnTo>
                    <a:pt x="504821" y="28603"/>
                  </a:lnTo>
                  <a:lnTo>
                    <a:pt x="504821" y="0"/>
                  </a:lnTo>
                  <a:lnTo>
                    <a:pt x="533396" y="0"/>
                  </a:lnTo>
                  <a:lnTo>
                    <a:pt x="533396" y="28603"/>
                  </a:lnTo>
                  <a:close/>
                </a:path>
                <a:path w="7067550" h="3219450">
                  <a:moveTo>
                    <a:pt x="590546" y="28603"/>
                  </a:moveTo>
                  <a:lnTo>
                    <a:pt x="561971" y="28603"/>
                  </a:lnTo>
                  <a:lnTo>
                    <a:pt x="561971" y="0"/>
                  </a:lnTo>
                  <a:lnTo>
                    <a:pt x="590546" y="0"/>
                  </a:lnTo>
                  <a:lnTo>
                    <a:pt x="590546" y="28603"/>
                  </a:lnTo>
                  <a:close/>
                </a:path>
                <a:path w="7067550" h="3219450">
                  <a:moveTo>
                    <a:pt x="647696" y="28603"/>
                  </a:moveTo>
                  <a:lnTo>
                    <a:pt x="619121" y="28603"/>
                  </a:lnTo>
                  <a:lnTo>
                    <a:pt x="619121" y="0"/>
                  </a:lnTo>
                  <a:lnTo>
                    <a:pt x="647696" y="0"/>
                  </a:lnTo>
                  <a:lnTo>
                    <a:pt x="647696" y="28603"/>
                  </a:lnTo>
                  <a:close/>
                </a:path>
                <a:path w="7067550" h="3219450">
                  <a:moveTo>
                    <a:pt x="704846" y="28603"/>
                  </a:moveTo>
                  <a:lnTo>
                    <a:pt x="676271" y="28603"/>
                  </a:lnTo>
                  <a:lnTo>
                    <a:pt x="676271" y="0"/>
                  </a:lnTo>
                  <a:lnTo>
                    <a:pt x="704846" y="0"/>
                  </a:lnTo>
                  <a:lnTo>
                    <a:pt x="704846" y="28603"/>
                  </a:lnTo>
                  <a:close/>
                </a:path>
                <a:path w="7067550" h="3219450">
                  <a:moveTo>
                    <a:pt x="761996" y="28603"/>
                  </a:moveTo>
                  <a:lnTo>
                    <a:pt x="733421" y="28603"/>
                  </a:lnTo>
                  <a:lnTo>
                    <a:pt x="733421" y="0"/>
                  </a:lnTo>
                  <a:lnTo>
                    <a:pt x="761996" y="0"/>
                  </a:lnTo>
                  <a:lnTo>
                    <a:pt x="761996" y="28603"/>
                  </a:lnTo>
                  <a:close/>
                </a:path>
                <a:path w="7067550" h="3219450">
                  <a:moveTo>
                    <a:pt x="819146" y="28603"/>
                  </a:moveTo>
                  <a:lnTo>
                    <a:pt x="790571" y="28603"/>
                  </a:lnTo>
                  <a:lnTo>
                    <a:pt x="790571" y="0"/>
                  </a:lnTo>
                  <a:lnTo>
                    <a:pt x="819146" y="0"/>
                  </a:lnTo>
                  <a:lnTo>
                    <a:pt x="819146" y="28603"/>
                  </a:lnTo>
                  <a:close/>
                </a:path>
                <a:path w="7067550" h="3219450">
                  <a:moveTo>
                    <a:pt x="876296" y="28603"/>
                  </a:moveTo>
                  <a:lnTo>
                    <a:pt x="847721" y="28603"/>
                  </a:lnTo>
                  <a:lnTo>
                    <a:pt x="847721" y="0"/>
                  </a:lnTo>
                  <a:lnTo>
                    <a:pt x="876296" y="0"/>
                  </a:lnTo>
                  <a:lnTo>
                    <a:pt x="876296" y="28603"/>
                  </a:lnTo>
                  <a:close/>
                </a:path>
                <a:path w="7067550" h="3219450">
                  <a:moveTo>
                    <a:pt x="933446" y="28603"/>
                  </a:moveTo>
                  <a:lnTo>
                    <a:pt x="904871" y="28603"/>
                  </a:lnTo>
                  <a:lnTo>
                    <a:pt x="904871" y="0"/>
                  </a:lnTo>
                  <a:lnTo>
                    <a:pt x="933446" y="0"/>
                  </a:lnTo>
                  <a:lnTo>
                    <a:pt x="933446" y="28603"/>
                  </a:lnTo>
                  <a:close/>
                </a:path>
                <a:path w="7067550" h="3219450">
                  <a:moveTo>
                    <a:pt x="990596" y="28603"/>
                  </a:moveTo>
                  <a:lnTo>
                    <a:pt x="962021" y="28603"/>
                  </a:lnTo>
                  <a:lnTo>
                    <a:pt x="962021" y="0"/>
                  </a:lnTo>
                  <a:lnTo>
                    <a:pt x="990596" y="0"/>
                  </a:lnTo>
                  <a:lnTo>
                    <a:pt x="990596" y="28603"/>
                  </a:lnTo>
                  <a:close/>
                </a:path>
                <a:path w="7067550" h="3219450">
                  <a:moveTo>
                    <a:pt x="1047746" y="28603"/>
                  </a:moveTo>
                  <a:lnTo>
                    <a:pt x="1019171" y="28603"/>
                  </a:lnTo>
                  <a:lnTo>
                    <a:pt x="1019171" y="0"/>
                  </a:lnTo>
                  <a:lnTo>
                    <a:pt x="1047746" y="0"/>
                  </a:lnTo>
                  <a:lnTo>
                    <a:pt x="1047746" y="28603"/>
                  </a:lnTo>
                  <a:close/>
                </a:path>
                <a:path w="7067550" h="3219450">
                  <a:moveTo>
                    <a:pt x="1104896" y="28603"/>
                  </a:moveTo>
                  <a:lnTo>
                    <a:pt x="1076321" y="28603"/>
                  </a:lnTo>
                  <a:lnTo>
                    <a:pt x="1076321" y="0"/>
                  </a:lnTo>
                  <a:lnTo>
                    <a:pt x="1104896" y="0"/>
                  </a:lnTo>
                  <a:lnTo>
                    <a:pt x="1104896" y="28603"/>
                  </a:lnTo>
                  <a:close/>
                </a:path>
                <a:path w="7067550" h="3219450">
                  <a:moveTo>
                    <a:pt x="1162046" y="28603"/>
                  </a:moveTo>
                  <a:lnTo>
                    <a:pt x="1133471" y="28603"/>
                  </a:lnTo>
                  <a:lnTo>
                    <a:pt x="1133471" y="0"/>
                  </a:lnTo>
                  <a:lnTo>
                    <a:pt x="1162046" y="0"/>
                  </a:lnTo>
                  <a:lnTo>
                    <a:pt x="1162046" y="28603"/>
                  </a:lnTo>
                  <a:close/>
                </a:path>
                <a:path w="7067550" h="3219450">
                  <a:moveTo>
                    <a:pt x="1219196" y="28603"/>
                  </a:moveTo>
                  <a:lnTo>
                    <a:pt x="1190621" y="28603"/>
                  </a:lnTo>
                  <a:lnTo>
                    <a:pt x="1190621" y="0"/>
                  </a:lnTo>
                  <a:lnTo>
                    <a:pt x="1219196" y="0"/>
                  </a:lnTo>
                  <a:lnTo>
                    <a:pt x="1219196" y="28603"/>
                  </a:lnTo>
                  <a:close/>
                </a:path>
                <a:path w="7067550" h="3219450">
                  <a:moveTo>
                    <a:pt x="1276346" y="28603"/>
                  </a:moveTo>
                  <a:lnTo>
                    <a:pt x="1247771" y="28603"/>
                  </a:lnTo>
                  <a:lnTo>
                    <a:pt x="1247771" y="0"/>
                  </a:lnTo>
                  <a:lnTo>
                    <a:pt x="1276346" y="0"/>
                  </a:lnTo>
                  <a:lnTo>
                    <a:pt x="1276346" y="28603"/>
                  </a:lnTo>
                  <a:close/>
                </a:path>
                <a:path w="7067550" h="3219450">
                  <a:moveTo>
                    <a:pt x="1333496" y="28603"/>
                  </a:moveTo>
                  <a:lnTo>
                    <a:pt x="1304921" y="28603"/>
                  </a:lnTo>
                  <a:lnTo>
                    <a:pt x="1304921" y="0"/>
                  </a:lnTo>
                  <a:lnTo>
                    <a:pt x="1333496" y="0"/>
                  </a:lnTo>
                  <a:lnTo>
                    <a:pt x="1333496" y="28603"/>
                  </a:lnTo>
                  <a:close/>
                </a:path>
                <a:path w="7067550" h="3219450">
                  <a:moveTo>
                    <a:pt x="1390646" y="28603"/>
                  </a:moveTo>
                  <a:lnTo>
                    <a:pt x="1362071" y="28603"/>
                  </a:lnTo>
                  <a:lnTo>
                    <a:pt x="1362071" y="0"/>
                  </a:lnTo>
                  <a:lnTo>
                    <a:pt x="1390646" y="0"/>
                  </a:lnTo>
                  <a:lnTo>
                    <a:pt x="1390646" y="28603"/>
                  </a:lnTo>
                  <a:close/>
                </a:path>
                <a:path w="7067550" h="3219450">
                  <a:moveTo>
                    <a:pt x="1447796" y="28603"/>
                  </a:moveTo>
                  <a:lnTo>
                    <a:pt x="1419221" y="28603"/>
                  </a:lnTo>
                  <a:lnTo>
                    <a:pt x="1419221" y="0"/>
                  </a:lnTo>
                  <a:lnTo>
                    <a:pt x="1447796" y="0"/>
                  </a:lnTo>
                  <a:lnTo>
                    <a:pt x="1447796" y="28603"/>
                  </a:lnTo>
                  <a:close/>
                </a:path>
                <a:path w="7067550" h="3219450">
                  <a:moveTo>
                    <a:pt x="1504946" y="28603"/>
                  </a:moveTo>
                  <a:lnTo>
                    <a:pt x="1476371" y="28603"/>
                  </a:lnTo>
                  <a:lnTo>
                    <a:pt x="1476371" y="0"/>
                  </a:lnTo>
                  <a:lnTo>
                    <a:pt x="1504946" y="0"/>
                  </a:lnTo>
                  <a:lnTo>
                    <a:pt x="1504946" y="28603"/>
                  </a:lnTo>
                  <a:close/>
                </a:path>
                <a:path w="7067550" h="3219450">
                  <a:moveTo>
                    <a:pt x="1562096" y="28603"/>
                  </a:moveTo>
                  <a:lnTo>
                    <a:pt x="1533521" y="28603"/>
                  </a:lnTo>
                  <a:lnTo>
                    <a:pt x="1533521" y="0"/>
                  </a:lnTo>
                  <a:lnTo>
                    <a:pt x="1562096" y="0"/>
                  </a:lnTo>
                  <a:lnTo>
                    <a:pt x="1562096" y="28603"/>
                  </a:lnTo>
                  <a:close/>
                </a:path>
                <a:path w="7067550" h="3219450">
                  <a:moveTo>
                    <a:pt x="1619246" y="28603"/>
                  </a:moveTo>
                  <a:lnTo>
                    <a:pt x="1590671" y="28603"/>
                  </a:lnTo>
                  <a:lnTo>
                    <a:pt x="1590671" y="0"/>
                  </a:lnTo>
                  <a:lnTo>
                    <a:pt x="1619246" y="0"/>
                  </a:lnTo>
                  <a:lnTo>
                    <a:pt x="1619246" y="28603"/>
                  </a:lnTo>
                  <a:close/>
                </a:path>
                <a:path w="7067550" h="3219450">
                  <a:moveTo>
                    <a:pt x="1676396" y="28603"/>
                  </a:moveTo>
                  <a:lnTo>
                    <a:pt x="1647821" y="28603"/>
                  </a:lnTo>
                  <a:lnTo>
                    <a:pt x="1647821" y="0"/>
                  </a:lnTo>
                  <a:lnTo>
                    <a:pt x="1676396" y="0"/>
                  </a:lnTo>
                  <a:lnTo>
                    <a:pt x="1676396" y="28603"/>
                  </a:lnTo>
                  <a:close/>
                </a:path>
                <a:path w="7067550" h="3219450">
                  <a:moveTo>
                    <a:pt x="1733546" y="28603"/>
                  </a:moveTo>
                  <a:lnTo>
                    <a:pt x="1704971" y="28603"/>
                  </a:lnTo>
                  <a:lnTo>
                    <a:pt x="1704971" y="0"/>
                  </a:lnTo>
                  <a:lnTo>
                    <a:pt x="1733546" y="0"/>
                  </a:lnTo>
                  <a:lnTo>
                    <a:pt x="1733546" y="28603"/>
                  </a:lnTo>
                  <a:close/>
                </a:path>
                <a:path w="7067550" h="3219450">
                  <a:moveTo>
                    <a:pt x="1790696" y="28603"/>
                  </a:moveTo>
                  <a:lnTo>
                    <a:pt x="1762121" y="28603"/>
                  </a:lnTo>
                  <a:lnTo>
                    <a:pt x="1762121" y="0"/>
                  </a:lnTo>
                  <a:lnTo>
                    <a:pt x="1790696" y="0"/>
                  </a:lnTo>
                  <a:lnTo>
                    <a:pt x="1790696" y="28603"/>
                  </a:lnTo>
                  <a:close/>
                </a:path>
                <a:path w="7067550" h="3219450">
                  <a:moveTo>
                    <a:pt x="1847846" y="28603"/>
                  </a:moveTo>
                  <a:lnTo>
                    <a:pt x="1819271" y="28603"/>
                  </a:lnTo>
                  <a:lnTo>
                    <a:pt x="1819271" y="0"/>
                  </a:lnTo>
                  <a:lnTo>
                    <a:pt x="1847846" y="0"/>
                  </a:lnTo>
                  <a:lnTo>
                    <a:pt x="1847846" y="28603"/>
                  </a:lnTo>
                  <a:close/>
                </a:path>
                <a:path w="7067550" h="3219450">
                  <a:moveTo>
                    <a:pt x="1904996" y="28603"/>
                  </a:moveTo>
                  <a:lnTo>
                    <a:pt x="1876421" y="28603"/>
                  </a:lnTo>
                  <a:lnTo>
                    <a:pt x="1876421" y="0"/>
                  </a:lnTo>
                  <a:lnTo>
                    <a:pt x="1904996" y="0"/>
                  </a:lnTo>
                  <a:lnTo>
                    <a:pt x="1904996" y="28603"/>
                  </a:lnTo>
                  <a:close/>
                </a:path>
                <a:path w="7067550" h="3219450">
                  <a:moveTo>
                    <a:pt x="1962146" y="28603"/>
                  </a:moveTo>
                  <a:lnTo>
                    <a:pt x="1933571" y="28603"/>
                  </a:lnTo>
                  <a:lnTo>
                    <a:pt x="1933571" y="0"/>
                  </a:lnTo>
                  <a:lnTo>
                    <a:pt x="1962146" y="0"/>
                  </a:lnTo>
                  <a:lnTo>
                    <a:pt x="1962146" y="28603"/>
                  </a:lnTo>
                  <a:close/>
                </a:path>
                <a:path w="7067550" h="3219450">
                  <a:moveTo>
                    <a:pt x="2019296" y="28603"/>
                  </a:moveTo>
                  <a:lnTo>
                    <a:pt x="1990721" y="28603"/>
                  </a:lnTo>
                  <a:lnTo>
                    <a:pt x="1990721" y="0"/>
                  </a:lnTo>
                  <a:lnTo>
                    <a:pt x="2019296" y="0"/>
                  </a:lnTo>
                  <a:lnTo>
                    <a:pt x="2019296" y="28603"/>
                  </a:lnTo>
                  <a:close/>
                </a:path>
                <a:path w="7067550" h="3219450">
                  <a:moveTo>
                    <a:pt x="2076446" y="28603"/>
                  </a:moveTo>
                  <a:lnTo>
                    <a:pt x="2047871" y="28603"/>
                  </a:lnTo>
                  <a:lnTo>
                    <a:pt x="2047871" y="0"/>
                  </a:lnTo>
                  <a:lnTo>
                    <a:pt x="2076446" y="0"/>
                  </a:lnTo>
                  <a:lnTo>
                    <a:pt x="2076446" y="28603"/>
                  </a:lnTo>
                  <a:close/>
                </a:path>
                <a:path w="7067550" h="3219450">
                  <a:moveTo>
                    <a:pt x="2133596" y="28603"/>
                  </a:moveTo>
                  <a:lnTo>
                    <a:pt x="2105021" y="28603"/>
                  </a:lnTo>
                  <a:lnTo>
                    <a:pt x="2105021" y="0"/>
                  </a:lnTo>
                  <a:lnTo>
                    <a:pt x="2133596" y="0"/>
                  </a:lnTo>
                  <a:lnTo>
                    <a:pt x="2133596" y="28603"/>
                  </a:lnTo>
                  <a:close/>
                </a:path>
                <a:path w="7067550" h="3219450">
                  <a:moveTo>
                    <a:pt x="2190746" y="28603"/>
                  </a:moveTo>
                  <a:lnTo>
                    <a:pt x="2162171" y="28603"/>
                  </a:lnTo>
                  <a:lnTo>
                    <a:pt x="2162171" y="0"/>
                  </a:lnTo>
                  <a:lnTo>
                    <a:pt x="2190746" y="0"/>
                  </a:lnTo>
                  <a:lnTo>
                    <a:pt x="2190746" y="28603"/>
                  </a:lnTo>
                  <a:close/>
                </a:path>
                <a:path w="7067550" h="3219450">
                  <a:moveTo>
                    <a:pt x="2247896" y="28603"/>
                  </a:moveTo>
                  <a:lnTo>
                    <a:pt x="2219321" y="28603"/>
                  </a:lnTo>
                  <a:lnTo>
                    <a:pt x="2219321" y="0"/>
                  </a:lnTo>
                  <a:lnTo>
                    <a:pt x="2247896" y="0"/>
                  </a:lnTo>
                  <a:lnTo>
                    <a:pt x="2247896" y="28603"/>
                  </a:lnTo>
                  <a:close/>
                </a:path>
                <a:path w="7067550" h="3219450">
                  <a:moveTo>
                    <a:pt x="2305046" y="28603"/>
                  </a:moveTo>
                  <a:lnTo>
                    <a:pt x="2276471" y="28603"/>
                  </a:lnTo>
                  <a:lnTo>
                    <a:pt x="2276471" y="0"/>
                  </a:lnTo>
                  <a:lnTo>
                    <a:pt x="2305046" y="0"/>
                  </a:lnTo>
                  <a:lnTo>
                    <a:pt x="2305046" y="28603"/>
                  </a:lnTo>
                  <a:close/>
                </a:path>
                <a:path w="7067550" h="3219450">
                  <a:moveTo>
                    <a:pt x="2362196" y="28603"/>
                  </a:moveTo>
                  <a:lnTo>
                    <a:pt x="2333621" y="28603"/>
                  </a:lnTo>
                  <a:lnTo>
                    <a:pt x="2333621" y="0"/>
                  </a:lnTo>
                  <a:lnTo>
                    <a:pt x="2362196" y="0"/>
                  </a:lnTo>
                  <a:lnTo>
                    <a:pt x="2362196" y="28603"/>
                  </a:lnTo>
                  <a:close/>
                </a:path>
                <a:path w="7067550" h="3219450">
                  <a:moveTo>
                    <a:pt x="2419346" y="28603"/>
                  </a:moveTo>
                  <a:lnTo>
                    <a:pt x="2390771" y="28603"/>
                  </a:lnTo>
                  <a:lnTo>
                    <a:pt x="2390771" y="0"/>
                  </a:lnTo>
                  <a:lnTo>
                    <a:pt x="2419346" y="0"/>
                  </a:lnTo>
                  <a:lnTo>
                    <a:pt x="2419346" y="28603"/>
                  </a:lnTo>
                  <a:close/>
                </a:path>
                <a:path w="7067550" h="3219450">
                  <a:moveTo>
                    <a:pt x="2476496" y="28603"/>
                  </a:moveTo>
                  <a:lnTo>
                    <a:pt x="2447921" y="28603"/>
                  </a:lnTo>
                  <a:lnTo>
                    <a:pt x="2447921" y="0"/>
                  </a:lnTo>
                  <a:lnTo>
                    <a:pt x="2476496" y="0"/>
                  </a:lnTo>
                  <a:lnTo>
                    <a:pt x="2476496" y="28603"/>
                  </a:lnTo>
                  <a:close/>
                </a:path>
                <a:path w="7067550" h="3219450">
                  <a:moveTo>
                    <a:pt x="2533646" y="28603"/>
                  </a:moveTo>
                  <a:lnTo>
                    <a:pt x="2505071" y="28603"/>
                  </a:lnTo>
                  <a:lnTo>
                    <a:pt x="2505071" y="0"/>
                  </a:lnTo>
                  <a:lnTo>
                    <a:pt x="2533646" y="0"/>
                  </a:lnTo>
                  <a:lnTo>
                    <a:pt x="2533646" y="28603"/>
                  </a:lnTo>
                  <a:close/>
                </a:path>
                <a:path w="7067550" h="3219450">
                  <a:moveTo>
                    <a:pt x="2590796" y="28603"/>
                  </a:moveTo>
                  <a:lnTo>
                    <a:pt x="2562221" y="28603"/>
                  </a:lnTo>
                  <a:lnTo>
                    <a:pt x="2562221" y="0"/>
                  </a:lnTo>
                  <a:lnTo>
                    <a:pt x="2590796" y="0"/>
                  </a:lnTo>
                  <a:lnTo>
                    <a:pt x="2590796" y="28603"/>
                  </a:lnTo>
                  <a:close/>
                </a:path>
                <a:path w="7067550" h="3219450">
                  <a:moveTo>
                    <a:pt x="2647946" y="28603"/>
                  </a:moveTo>
                  <a:lnTo>
                    <a:pt x="2619371" y="28603"/>
                  </a:lnTo>
                  <a:lnTo>
                    <a:pt x="2619371" y="0"/>
                  </a:lnTo>
                  <a:lnTo>
                    <a:pt x="2647946" y="0"/>
                  </a:lnTo>
                  <a:lnTo>
                    <a:pt x="2647946" y="28603"/>
                  </a:lnTo>
                  <a:close/>
                </a:path>
                <a:path w="7067550" h="3219450">
                  <a:moveTo>
                    <a:pt x="2705096" y="28603"/>
                  </a:moveTo>
                  <a:lnTo>
                    <a:pt x="2676521" y="28603"/>
                  </a:lnTo>
                  <a:lnTo>
                    <a:pt x="2676521" y="0"/>
                  </a:lnTo>
                  <a:lnTo>
                    <a:pt x="2705096" y="0"/>
                  </a:lnTo>
                  <a:lnTo>
                    <a:pt x="2705096" y="28603"/>
                  </a:lnTo>
                  <a:close/>
                </a:path>
                <a:path w="7067550" h="3219450">
                  <a:moveTo>
                    <a:pt x="2762246" y="28603"/>
                  </a:moveTo>
                  <a:lnTo>
                    <a:pt x="2733671" y="28603"/>
                  </a:lnTo>
                  <a:lnTo>
                    <a:pt x="2733671" y="0"/>
                  </a:lnTo>
                  <a:lnTo>
                    <a:pt x="2762246" y="0"/>
                  </a:lnTo>
                  <a:lnTo>
                    <a:pt x="2762246" y="28603"/>
                  </a:lnTo>
                  <a:close/>
                </a:path>
                <a:path w="7067550" h="3219450">
                  <a:moveTo>
                    <a:pt x="2819396" y="28603"/>
                  </a:moveTo>
                  <a:lnTo>
                    <a:pt x="2790821" y="28603"/>
                  </a:lnTo>
                  <a:lnTo>
                    <a:pt x="2790821" y="0"/>
                  </a:lnTo>
                  <a:lnTo>
                    <a:pt x="2819396" y="0"/>
                  </a:lnTo>
                  <a:lnTo>
                    <a:pt x="2819396" y="28603"/>
                  </a:lnTo>
                  <a:close/>
                </a:path>
                <a:path w="7067550" h="3219450">
                  <a:moveTo>
                    <a:pt x="2876546" y="28603"/>
                  </a:moveTo>
                  <a:lnTo>
                    <a:pt x="2847971" y="28603"/>
                  </a:lnTo>
                  <a:lnTo>
                    <a:pt x="2847971" y="0"/>
                  </a:lnTo>
                  <a:lnTo>
                    <a:pt x="2876546" y="0"/>
                  </a:lnTo>
                  <a:lnTo>
                    <a:pt x="2876546" y="28603"/>
                  </a:lnTo>
                  <a:close/>
                </a:path>
                <a:path w="7067550" h="3219450">
                  <a:moveTo>
                    <a:pt x="2933696" y="28603"/>
                  </a:moveTo>
                  <a:lnTo>
                    <a:pt x="2905121" y="28603"/>
                  </a:lnTo>
                  <a:lnTo>
                    <a:pt x="2905121" y="0"/>
                  </a:lnTo>
                  <a:lnTo>
                    <a:pt x="2933696" y="0"/>
                  </a:lnTo>
                  <a:lnTo>
                    <a:pt x="2933696" y="28603"/>
                  </a:lnTo>
                  <a:close/>
                </a:path>
                <a:path w="7067550" h="3219450">
                  <a:moveTo>
                    <a:pt x="2990846" y="28603"/>
                  </a:moveTo>
                  <a:lnTo>
                    <a:pt x="2962271" y="28603"/>
                  </a:lnTo>
                  <a:lnTo>
                    <a:pt x="2962271" y="0"/>
                  </a:lnTo>
                  <a:lnTo>
                    <a:pt x="2990846" y="0"/>
                  </a:lnTo>
                  <a:lnTo>
                    <a:pt x="2990846" y="28603"/>
                  </a:lnTo>
                  <a:close/>
                </a:path>
                <a:path w="7067550" h="3219450">
                  <a:moveTo>
                    <a:pt x="3047996" y="28603"/>
                  </a:moveTo>
                  <a:lnTo>
                    <a:pt x="3019421" y="28603"/>
                  </a:lnTo>
                  <a:lnTo>
                    <a:pt x="3019421" y="0"/>
                  </a:lnTo>
                  <a:lnTo>
                    <a:pt x="3047996" y="0"/>
                  </a:lnTo>
                  <a:lnTo>
                    <a:pt x="3047996" y="28603"/>
                  </a:lnTo>
                  <a:close/>
                </a:path>
                <a:path w="7067550" h="3219450">
                  <a:moveTo>
                    <a:pt x="3105146" y="28603"/>
                  </a:moveTo>
                  <a:lnTo>
                    <a:pt x="3076571" y="28603"/>
                  </a:lnTo>
                  <a:lnTo>
                    <a:pt x="3076571" y="0"/>
                  </a:lnTo>
                  <a:lnTo>
                    <a:pt x="3105146" y="0"/>
                  </a:lnTo>
                  <a:lnTo>
                    <a:pt x="3105146" y="28603"/>
                  </a:lnTo>
                  <a:close/>
                </a:path>
                <a:path w="7067550" h="3219450">
                  <a:moveTo>
                    <a:pt x="3162296" y="28603"/>
                  </a:moveTo>
                  <a:lnTo>
                    <a:pt x="3133721" y="28603"/>
                  </a:lnTo>
                  <a:lnTo>
                    <a:pt x="3133721" y="0"/>
                  </a:lnTo>
                  <a:lnTo>
                    <a:pt x="3162296" y="0"/>
                  </a:lnTo>
                  <a:lnTo>
                    <a:pt x="3162296" y="28603"/>
                  </a:lnTo>
                  <a:close/>
                </a:path>
                <a:path w="7067550" h="3219450">
                  <a:moveTo>
                    <a:pt x="3219446" y="28603"/>
                  </a:moveTo>
                  <a:lnTo>
                    <a:pt x="3190871" y="28603"/>
                  </a:lnTo>
                  <a:lnTo>
                    <a:pt x="3190871" y="0"/>
                  </a:lnTo>
                  <a:lnTo>
                    <a:pt x="3219446" y="0"/>
                  </a:lnTo>
                  <a:lnTo>
                    <a:pt x="3219446" y="28603"/>
                  </a:lnTo>
                  <a:close/>
                </a:path>
                <a:path w="7067550" h="3219450">
                  <a:moveTo>
                    <a:pt x="3276596" y="28603"/>
                  </a:moveTo>
                  <a:lnTo>
                    <a:pt x="3248021" y="28603"/>
                  </a:lnTo>
                  <a:lnTo>
                    <a:pt x="3248021" y="0"/>
                  </a:lnTo>
                  <a:lnTo>
                    <a:pt x="3276596" y="0"/>
                  </a:lnTo>
                  <a:lnTo>
                    <a:pt x="3276596" y="28603"/>
                  </a:lnTo>
                  <a:close/>
                </a:path>
                <a:path w="7067550" h="3219450">
                  <a:moveTo>
                    <a:pt x="3333746" y="28603"/>
                  </a:moveTo>
                  <a:lnTo>
                    <a:pt x="3305171" y="28603"/>
                  </a:lnTo>
                  <a:lnTo>
                    <a:pt x="3305171" y="0"/>
                  </a:lnTo>
                  <a:lnTo>
                    <a:pt x="3333746" y="0"/>
                  </a:lnTo>
                  <a:lnTo>
                    <a:pt x="3333746" y="28603"/>
                  </a:lnTo>
                  <a:close/>
                </a:path>
                <a:path w="7067550" h="3219450">
                  <a:moveTo>
                    <a:pt x="3390896" y="28603"/>
                  </a:moveTo>
                  <a:lnTo>
                    <a:pt x="3362321" y="28603"/>
                  </a:lnTo>
                  <a:lnTo>
                    <a:pt x="3362321" y="0"/>
                  </a:lnTo>
                  <a:lnTo>
                    <a:pt x="3390896" y="0"/>
                  </a:lnTo>
                  <a:lnTo>
                    <a:pt x="3390896" y="28603"/>
                  </a:lnTo>
                  <a:close/>
                </a:path>
                <a:path w="7067550" h="3219450">
                  <a:moveTo>
                    <a:pt x="3448046" y="28603"/>
                  </a:moveTo>
                  <a:lnTo>
                    <a:pt x="3419471" y="28603"/>
                  </a:lnTo>
                  <a:lnTo>
                    <a:pt x="3419471" y="0"/>
                  </a:lnTo>
                  <a:lnTo>
                    <a:pt x="3448046" y="0"/>
                  </a:lnTo>
                  <a:lnTo>
                    <a:pt x="3448046" y="28603"/>
                  </a:lnTo>
                  <a:close/>
                </a:path>
                <a:path w="7067550" h="3219450">
                  <a:moveTo>
                    <a:pt x="3505196" y="28603"/>
                  </a:moveTo>
                  <a:lnTo>
                    <a:pt x="3476621" y="28603"/>
                  </a:lnTo>
                  <a:lnTo>
                    <a:pt x="3476621" y="0"/>
                  </a:lnTo>
                  <a:lnTo>
                    <a:pt x="3505196" y="0"/>
                  </a:lnTo>
                  <a:lnTo>
                    <a:pt x="3505196" y="28603"/>
                  </a:lnTo>
                  <a:close/>
                </a:path>
                <a:path w="7067550" h="3219450">
                  <a:moveTo>
                    <a:pt x="3562346" y="28603"/>
                  </a:moveTo>
                  <a:lnTo>
                    <a:pt x="3533771" y="28603"/>
                  </a:lnTo>
                  <a:lnTo>
                    <a:pt x="3533771" y="0"/>
                  </a:lnTo>
                  <a:lnTo>
                    <a:pt x="3562346" y="0"/>
                  </a:lnTo>
                  <a:lnTo>
                    <a:pt x="3562346" y="28603"/>
                  </a:lnTo>
                  <a:close/>
                </a:path>
                <a:path w="7067550" h="3219450">
                  <a:moveTo>
                    <a:pt x="3619496" y="28603"/>
                  </a:moveTo>
                  <a:lnTo>
                    <a:pt x="3590921" y="28603"/>
                  </a:lnTo>
                  <a:lnTo>
                    <a:pt x="3590921" y="0"/>
                  </a:lnTo>
                  <a:lnTo>
                    <a:pt x="3619496" y="0"/>
                  </a:lnTo>
                  <a:lnTo>
                    <a:pt x="3619496" y="28603"/>
                  </a:lnTo>
                  <a:close/>
                </a:path>
                <a:path w="7067550" h="3219450">
                  <a:moveTo>
                    <a:pt x="3676646" y="28603"/>
                  </a:moveTo>
                  <a:lnTo>
                    <a:pt x="3648071" y="28603"/>
                  </a:lnTo>
                  <a:lnTo>
                    <a:pt x="3648071" y="0"/>
                  </a:lnTo>
                  <a:lnTo>
                    <a:pt x="3676646" y="0"/>
                  </a:lnTo>
                  <a:lnTo>
                    <a:pt x="3676646" y="28603"/>
                  </a:lnTo>
                  <a:close/>
                </a:path>
                <a:path w="7067550" h="3219450">
                  <a:moveTo>
                    <a:pt x="3733796" y="28603"/>
                  </a:moveTo>
                  <a:lnTo>
                    <a:pt x="3705220" y="28603"/>
                  </a:lnTo>
                  <a:lnTo>
                    <a:pt x="3705220" y="0"/>
                  </a:lnTo>
                  <a:lnTo>
                    <a:pt x="3733796" y="0"/>
                  </a:lnTo>
                  <a:lnTo>
                    <a:pt x="3733796" y="28603"/>
                  </a:lnTo>
                  <a:close/>
                </a:path>
                <a:path w="7067550" h="3219450">
                  <a:moveTo>
                    <a:pt x="3790946" y="28603"/>
                  </a:moveTo>
                  <a:lnTo>
                    <a:pt x="3762370" y="28603"/>
                  </a:lnTo>
                  <a:lnTo>
                    <a:pt x="3762370" y="0"/>
                  </a:lnTo>
                  <a:lnTo>
                    <a:pt x="3790946" y="0"/>
                  </a:lnTo>
                  <a:lnTo>
                    <a:pt x="3790946" y="28603"/>
                  </a:lnTo>
                  <a:close/>
                </a:path>
                <a:path w="7067550" h="3219450">
                  <a:moveTo>
                    <a:pt x="3848096" y="28603"/>
                  </a:moveTo>
                  <a:lnTo>
                    <a:pt x="3819521" y="28603"/>
                  </a:lnTo>
                  <a:lnTo>
                    <a:pt x="3819521" y="0"/>
                  </a:lnTo>
                  <a:lnTo>
                    <a:pt x="3848096" y="0"/>
                  </a:lnTo>
                  <a:lnTo>
                    <a:pt x="3848096" y="28603"/>
                  </a:lnTo>
                  <a:close/>
                </a:path>
                <a:path w="7067550" h="3219450">
                  <a:moveTo>
                    <a:pt x="3905246" y="28603"/>
                  </a:moveTo>
                  <a:lnTo>
                    <a:pt x="3876671" y="28603"/>
                  </a:lnTo>
                  <a:lnTo>
                    <a:pt x="3876671" y="0"/>
                  </a:lnTo>
                  <a:lnTo>
                    <a:pt x="3905246" y="0"/>
                  </a:lnTo>
                  <a:lnTo>
                    <a:pt x="3905246" y="28603"/>
                  </a:lnTo>
                  <a:close/>
                </a:path>
                <a:path w="7067550" h="3219450">
                  <a:moveTo>
                    <a:pt x="3962396" y="28603"/>
                  </a:moveTo>
                  <a:lnTo>
                    <a:pt x="3933821" y="28603"/>
                  </a:lnTo>
                  <a:lnTo>
                    <a:pt x="3933821" y="0"/>
                  </a:lnTo>
                  <a:lnTo>
                    <a:pt x="3962396" y="0"/>
                  </a:lnTo>
                  <a:lnTo>
                    <a:pt x="3962396" y="28603"/>
                  </a:lnTo>
                  <a:close/>
                </a:path>
                <a:path w="7067550" h="3219450">
                  <a:moveTo>
                    <a:pt x="4019545" y="28603"/>
                  </a:moveTo>
                  <a:lnTo>
                    <a:pt x="3990971" y="28603"/>
                  </a:lnTo>
                  <a:lnTo>
                    <a:pt x="3990971" y="0"/>
                  </a:lnTo>
                  <a:lnTo>
                    <a:pt x="4019545" y="0"/>
                  </a:lnTo>
                  <a:lnTo>
                    <a:pt x="4019545" y="28603"/>
                  </a:lnTo>
                  <a:close/>
                </a:path>
                <a:path w="7067550" h="3219450">
                  <a:moveTo>
                    <a:pt x="4076695" y="28603"/>
                  </a:moveTo>
                  <a:lnTo>
                    <a:pt x="4048121" y="28603"/>
                  </a:lnTo>
                  <a:lnTo>
                    <a:pt x="4048121" y="0"/>
                  </a:lnTo>
                  <a:lnTo>
                    <a:pt x="4076695" y="0"/>
                  </a:lnTo>
                  <a:lnTo>
                    <a:pt x="4076695" y="28603"/>
                  </a:lnTo>
                  <a:close/>
                </a:path>
                <a:path w="7067550" h="3219450">
                  <a:moveTo>
                    <a:pt x="4133846" y="28603"/>
                  </a:moveTo>
                  <a:lnTo>
                    <a:pt x="4105271" y="28603"/>
                  </a:lnTo>
                  <a:lnTo>
                    <a:pt x="4105271" y="0"/>
                  </a:lnTo>
                  <a:lnTo>
                    <a:pt x="4133846" y="0"/>
                  </a:lnTo>
                  <a:lnTo>
                    <a:pt x="4133846" y="28603"/>
                  </a:lnTo>
                  <a:close/>
                </a:path>
                <a:path w="7067550" h="3219450">
                  <a:moveTo>
                    <a:pt x="4190996" y="28603"/>
                  </a:moveTo>
                  <a:lnTo>
                    <a:pt x="4162421" y="28603"/>
                  </a:lnTo>
                  <a:lnTo>
                    <a:pt x="4162421" y="0"/>
                  </a:lnTo>
                  <a:lnTo>
                    <a:pt x="4190996" y="0"/>
                  </a:lnTo>
                  <a:lnTo>
                    <a:pt x="4190996" y="28603"/>
                  </a:lnTo>
                  <a:close/>
                </a:path>
                <a:path w="7067550" h="3219450">
                  <a:moveTo>
                    <a:pt x="4248146" y="28603"/>
                  </a:moveTo>
                  <a:lnTo>
                    <a:pt x="4219571" y="28603"/>
                  </a:lnTo>
                  <a:lnTo>
                    <a:pt x="4219571" y="0"/>
                  </a:lnTo>
                  <a:lnTo>
                    <a:pt x="4248146" y="0"/>
                  </a:lnTo>
                  <a:lnTo>
                    <a:pt x="4248146" y="28603"/>
                  </a:lnTo>
                  <a:close/>
                </a:path>
                <a:path w="7067550" h="3219450">
                  <a:moveTo>
                    <a:pt x="4305296" y="28603"/>
                  </a:moveTo>
                  <a:lnTo>
                    <a:pt x="4276721" y="28603"/>
                  </a:lnTo>
                  <a:lnTo>
                    <a:pt x="4276721" y="0"/>
                  </a:lnTo>
                  <a:lnTo>
                    <a:pt x="4305296" y="0"/>
                  </a:lnTo>
                  <a:lnTo>
                    <a:pt x="4305296" y="28603"/>
                  </a:lnTo>
                  <a:close/>
                </a:path>
                <a:path w="7067550" h="3219450">
                  <a:moveTo>
                    <a:pt x="4362446" y="28603"/>
                  </a:moveTo>
                  <a:lnTo>
                    <a:pt x="4333870" y="28603"/>
                  </a:lnTo>
                  <a:lnTo>
                    <a:pt x="4333870" y="0"/>
                  </a:lnTo>
                  <a:lnTo>
                    <a:pt x="4362446" y="0"/>
                  </a:lnTo>
                  <a:lnTo>
                    <a:pt x="4362446" y="28603"/>
                  </a:lnTo>
                  <a:close/>
                </a:path>
                <a:path w="7067550" h="3219450">
                  <a:moveTo>
                    <a:pt x="4419596" y="28603"/>
                  </a:moveTo>
                  <a:lnTo>
                    <a:pt x="4391020" y="28603"/>
                  </a:lnTo>
                  <a:lnTo>
                    <a:pt x="4391020" y="0"/>
                  </a:lnTo>
                  <a:lnTo>
                    <a:pt x="4419596" y="0"/>
                  </a:lnTo>
                  <a:lnTo>
                    <a:pt x="4419596" y="28603"/>
                  </a:lnTo>
                  <a:close/>
                </a:path>
                <a:path w="7067550" h="3219450">
                  <a:moveTo>
                    <a:pt x="4476746" y="28603"/>
                  </a:moveTo>
                  <a:lnTo>
                    <a:pt x="4448171" y="28603"/>
                  </a:lnTo>
                  <a:lnTo>
                    <a:pt x="4448171" y="0"/>
                  </a:lnTo>
                  <a:lnTo>
                    <a:pt x="4476746" y="0"/>
                  </a:lnTo>
                  <a:lnTo>
                    <a:pt x="4476746" y="28603"/>
                  </a:lnTo>
                  <a:close/>
                </a:path>
                <a:path w="7067550" h="3219450">
                  <a:moveTo>
                    <a:pt x="4533896" y="28603"/>
                  </a:moveTo>
                  <a:lnTo>
                    <a:pt x="4505321" y="28603"/>
                  </a:lnTo>
                  <a:lnTo>
                    <a:pt x="4505321" y="0"/>
                  </a:lnTo>
                  <a:lnTo>
                    <a:pt x="4533896" y="0"/>
                  </a:lnTo>
                  <a:lnTo>
                    <a:pt x="4533896" y="28603"/>
                  </a:lnTo>
                  <a:close/>
                </a:path>
                <a:path w="7067550" h="3219450">
                  <a:moveTo>
                    <a:pt x="4591046" y="28603"/>
                  </a:moveTo>
                  <a:lnTo>
                    <a:pt x="4562471" y="28603"/>
                  </a:lnTo>
                  <a:lnTo>
                    <a:pt x="4562471" y="0"/>
                  </a:lnTo>
                  <a:lnTo>
                    <a:pt x="4591046" y="0"/>
                  </a:lnTo>
                  <a:lnTo>
                    <a:pt x="4591046" y="28603"/>
                  </a:lnTo>
                  <a:close/>
                </a:path>
                <a:path w="7067550" h="3219450">
                  <a:moveTo>
                    <a:pt x="4648196" y="28603"/>
                  </a:moveTo>
                  <a:lnTo>
                    <a:pt x="4619621" y="28603"/>
                  </a:lnTo>
                  <a:lnTo>
                    <a:pt x="4619621" y="0"/>
                  </a:lnTo>
                  <a:lnTo>
                    <a:pt x="4648196" y="0"/>
                  </a:lnTo>
                  <a:lnTo>
                    <a:pt x="4648196" y="28603"/>
                  </a:lnTo>
                  <a:close/>
                </a:path>
                <a:path w="7067550" h="3219450">
                  <a:moveTo>
                    <a:pt x="4705345" y="28603"/>
                  </a:moveTo>
                  <a:lnTo>
                    <a:pt x="4676771" y="28603"/>
                  </a:lnTo>
                  <a:lnTo>
                    <a:pt x="4676771" y="0"/>
                  </a:lnTo>
                  <a:lnTo>
                    <a:pt x="4705345" y="0"/>
                  </a:lnTo>
                  <a:lnTo>
                    <a:pt x="4705345" y="28603"/>
                  </a:lnTo>
                  <a:close/>
                </a:path>
                <a:path w="7067550" h="3219450">
                  <a:moveTo>
                    <a:pt x="4762496" y="28603"/>
                  </a:moveTo>
                  <a:lnTo>
                    <a:pt x="4733921" y="28603"/>
                  </a:lnTo>
                  <a:lnTo>
                    <a:pt x="4733921" y="0"/>
                  </a:lnTo>
                  <a:lnTo>
                    <a:pt x="4762496" y="0"/>
                  </a:lnTo>
                  <a:lnTo>
                    <a:pt x="4762496" y="28603"/>
                  </a:lnTo>
                  <a:close/>
                </a:path>
                <a:path w="7067550" h="3219450">
                  <a:moveTo>
                    <a:pt x="4819646" y="28603"/>
                  </a:moveTo>
                  <a:lnTo>
                    <a:pt x="4791071" y="28603"/>
                  </a:lnTo>
                  <a:lnTo>
                    <a:pt x="4791071" y="0"/>
                  </a:lnTo>
                  <a:lnTo>
                    <a:pt x="4819646" y="0"/>
                  </a:lnTo>
                  <a:lnTo>
                    <a:pt x="4819646" y="28603"/>
                  </a:lnTo>
                  <a:close/>
                </a:path>
                <a:path w="7067550" h="3219450">
                  <a:moveTo>
                    <a:pt x="4876796" y="28603"/>
                  </a:moveTo>
                  <a:lnTo>
                    <a:pt x="4848221" y="28603"/>
                  </a:lnTo>
                  <a:lnTo>
                    <a:pt x="4848221" y="0"/>
                  </a:lnTo>
                  <a:lnTo>
                    <a:pt x="4876796" y="0"/>
                  </a:lnTo>
                  <a:lnTo>
                    <a:pt x="4876796" y="28603"/>
                  </a:lnTo>
                  <a:close/>
                </a:path>
                <a:path w="7067550" h="3219450">
                  <a:moveTo>
                    <a:pt x="4933946" y="28603"/>
                  </a:moveTo>
                  <a:lnTo>
                    <a:pt x="4905371" y="28603"/>
                  </a:lnTo>
                  <a:lnTo>
                    <a:pt x="4905371" y="0"/>
                  </a:lnTo>
                  <a:lnTo>
                    <a:pt x="4933946" y="0"/>
                  </a:lnTo>
                  <a:lnTo>
                    <a:pt x="4933946" y="28603"/>
                  </a:lnTo>
                  <a:close/>
                </a:path>
                <a:path w="7067550" h="3219450">
                  <a:moveTo>
                    <a:pt x="4991096" y="28603"/>
                  </a:moveTo>
                  <a:lnTo>
                    <a:pt x="4962521" y="28603"/>
                  </a:lnTo>
                  <a:lnTo>
                    <a:pt x="4962521" y="0"/>
                  </a:lnTo>
                  <a:lnTo>
                    <a:pt x="4991096" y="0"/>
                  </a:lnTo>
                  <a:lnTo>
                    <a:pt x="4991096" y="28603"/>
                  </a:lnTo>
                  <a:close/>
                </a:path>
                <a:path w="7067550" h="3219450">
                  <a:moveTo>
                    <a:pt x="5048246" y="28603"/>
                  </a:moveTo>
                  <a:lnTo>
                    <a:pt x="5019671" y="28603"/>
                  </a:lnTo>
                  <a:lnTo>
                    <a:pt x="5019671" y="0"/>
                  </a:lnTo>
                  <a:lnTo>
                    <a:pt x="5048246" y="0"/>
                  </a:lnTo>
                  <a:lnTo>
                    <a:pt x="5048246" y="28603"/>
                  </a:lnTo>
                  <a:close/>
                </a:path>
                <a:path w="7067550" h="3219450">
                  <a:moveTo>
                    <a:pt x="5105396" y="28603"/>
                  </a:moveTo>
                  <a:lnTo>
                    <a:pt x="5076821" y="28603"/>
                  </a:lnTo>
                  <a:lnTo>
                    <a:pt x="5076821" y="0"/>
                  </a:lnTo>
                  <a:lnTo>
                    <a:pt x="5105396" y="0"/>
                  </a:lnTo>
                  <a:lnTo>
                    <a:pt x="5105396" y="28603"/>
                  </a:lnTo>
                  <a:close/>
                </a:path>
                <a:path w="7067550" h="3219450">
                  <a:moveTo>
                    <a:pt x="5162545" y="28603"/>
                  </a:moveTo>
                  <a:lnTo>
                    <a:pt x="5133971" y="28603"/>
                  </a:lnTo>
                  <a:lnTo>
                    <a:pt x="5133971" y="0"/>
                  </a:lnTo>
                  <a:lnTo>
                    <a:pt x="5162545" y="0"/>
                  </a:lnTo>
                  <a:lnTo>
                    <a:pt x="5162545" y="28603"/>
                  </a:lnTo>
                  <a:close/>
                </a:path>
                <a:path w="7067550" h="3219450">
                  <a:moveTo>
                    <a:pt x="5219695" y="28603"/>
                  </a:moveTo>
                  <a:lnTo>
                    <a:pt x="5191120" y="28603"/>
                  </a:lnTo>
                  <a:lnTo>
                    <a:pt x="5191120" y="0"/>
                  </a:lnTo>
                  <a:lnTo>
                    <a:pt x="5219695" y="0"/>
                  </a:lnTo>
                  <a:lnTo>
                    <a:pt x="5219695" y="28603"/>
                  </a:lnTo>
                  <a:close/>
                </a:path>
                <a:path w="7067550" h="3219450">
                  <a:moveTo>
                    <a:pt x="5276845" y="28603"/>
                  </a:moveTo>
                  <a:lnTo>
                    <a:pt x="5248270" y="28603"/>
                  </a:lnTo>
                  <a:lnTo>
                    <a:pt x="5248270" y="0"/>
                  </a:lnTo>
                  <a:lnTo>
                    <a:pt x="5276845" y="0"/>
                  </a:lnTo>
                  <a:lnTo>
                    <a:pt x="5276845" y="28603"/>
                  </a:lnTo>
                  <a:close/>
                </a:path>
                <a:path w="7067550" h="3219450">
                  <a:moveTo>
                    <a:pt x="5333995" y="28603"/>
                  </a:moveTo>
                  <a:lnTo>
                    <a:pt x="5305420" y="28603"/>
                  </a:lnTo>
                  <a:lnTo>
                    <a:pt x="5305420" y="0"/>
                  </a:lnTo>
                  <a:lnTo>
                    <a:pt x="5333995" y="0"/>
                  </a:lnTo>
                  <a:lnTo>
                    <a:pt x="5333995" y="28603"/>
                  </a:lnTo>
                  <a:close/>
                </a:path>
                <a:path w="7067550" h="3219450">
                  <a:moveTo>
                    <a:pt x="5391145" y="28603"/>
                  </a:moveTo>
                  <a:lnTo>
                    <a:pt x="5362570" y="28603"/>
                  </a:lnTo>
                  <a:lnTo>
                    <a:pt x="5362570" y="0"/>
                  </a:lnTo>
                  <a:lnTo>
                    <a:pt x="5391145" y="0"/>
                  </a:lnTo>
                  <a:lnTo>
                    <a:pt x="5391145" y="28603"/>
                  </a:lnTo>
                  <a:close/>
                </a:path>
                <a:path w="7067550" h="3219450">
                  <a:moveTo>
                    <a:pt x="5448295" y="28603"/>
                  </a:moveTo>
                  <a:lnTo>
                    <a:pt x="5419720" y="28603"/>
                  </a:lnTo>
                  <a:lnTo>
                    <a:pt x="5419720" y="0"/>
                  </a:lnTo>
                  <a:lnTo>
                    <a:pt x="5448295" y="0"/>
                  </a:lnTo>
                  <a:lnTo>
                    <a:pt x="5448295" y="28603"/>
                  </a:lnTo>
                  <a:close/>
                </a:path>
                <a:path w="7067550" h="3219450">
                  <a:moveTo>
                    <a:pt x="5505445" y="28603"/>
                  </a:moveTo>
                  <a:lnTo>
                    <a:pt x="5476870" y="28603"/>
                  </a:lnTo>
                  <a:lnTo>
                    <a:pt x="5476870" y="0"/>
                  </a:lnTo>
                  <a:lnTo>
                    <a:pt x="5505445" y="0"/>
                  </a:lnTo>
                  <a:lnTo>
                    <a:pt x="5505445" y="28603"/>
                  </a:lnTo>
                  <a:close/>
                </a:path>
                <a:path w="7067550" h="3219450">
                  <a:moveTo>
                    <a:pt x="5562595" y="28603"/>
                  </a:moveTo>
                  <a:lnTo>
                    <a:pt x="5534020" y="28603"/>
                  </a:lnTo>
                  <a:lnTo>
                    <a:pt x="5534020" y="0"/>
                  </a:lnTo>
                  <a:lnTo>
                    <a:pt x="5562595" y="0"/>
                  </a:lnTo>
                  <a:lnTo>
                    <a:pt x="5562595" y="28603"/>
                  </a:lnTo>
                  <a:close/>
                </a:path>
                <a:path w="7067550" h="3219450">
                  <a:moveTo>
                    <a:pt x="5619745" y="28603"/>
                  </a:moveTo>
                  <a:lnTo>
                    <a:pt x="5591170" y="28603"/>
                  </a:lnTo>
                  <a:lnTo>
                    <a:pt x="5591170" y="0"/>
                  </a:lnTo>
                  <a:lnTo>
                    <a:pt x="5619745" y="0"/>
                  </a:lnTo>
                  <a:lnTo>
                    <a:pt x="5619745" y="28603"/>
                  </a:lnTo>
                  <a:close/>
                </a:path>
                <a:path w="7067550" h="3219450">
                  <a:moveTo>
                    <a:pt x="5676895" y="28603"/>
                  </a:moveTo>
                  <a:lnTo>
                    <a:pt x="5648320" y="28603"/>
                  </a:lnTo>
                  <a:lnTo>
                    <a:pt x="5648320" y="0"/>
                  </a:lnTo>
                  <a:lnTo>
                    <a:pt x="5676895" y="0"/>
                  </a:lnTo>
                  <a:lnTo>
                    <a:pt x="5676895" y="28603"/>
                  </a:lnTo>
                  <a:close/>
                </a:path>
                <a:path w="7067550" h="3219450">
                  <a:moveTo>
                    <a:pt x="5734045" y="28603"/>
                  </a:moveTo>
                  <a:lnTo>
                    <a:pt x="5705470" y="28603"/>
                  </a:lnTo>
                  <a:lnTo>
                    <a:pt x="5705470" y="0"/>
                  </a:lnTo>
                  <a:lnTo>
                    <a:pt x="5734045" y="0"/>
                  </a:lnTo>
                  <a:lnTo>
                    <a:pt x="5734045" y="28603"/>
                  </a:lnTo>
                  <a:close/>
                </a:path>
                <a:path w="7067550" h="3219450">
                  <a:moveTo>
                    <a:pt x="5791195" y="28603"/>
                  </a:moveTo>
                  <a:lnTo>
                    <a:pt x="5762620" y="28603"/>
                  </a:lnTo>
                  <a:lnTo>
                    <a:pt x="5762620" y="0"/>
                  </a:lnTo>
                  <a:lnTo>
                    <a:pt x="5791195" y="0"/>
                  </a:lnTo>
                  <a:lnTo>
                    <a:pt x="5791195" y="28603"/>
                  </a:lnTo>
                  <a:close/>
                </a:path>
                <a:path w="7067550" h="3219450">
                  <a:moveTo>
                    <a:pt x="5848345" y="28603"/>
                  </a:moveTo>
                  <a:lnTo>
                    <a:pt x="5819770" y="28603"/>
                  </a:lnTo>
                  <a:lnTo>
                    <a:pt x="5819770" y="0"/>
                  </a:lnTo>
                  <a:lnTo>
                    <a:pt x="5848345" y="0"/>
                  </a:lnTo>
                  <a:lnTo>
                    <a:pt x="5848345" y="28603"/>
                  </a:lnTo>
                  <a:close/>
                </a:path>
                <a:path w="7067550" h="3219450">
                  <a:moveTo>
                    <a:pt x="5905495" y="28603"/>
                  </a:moveTo>
                  <a:lnTo>
                    <a:pt x="5876920" y="28603"/>
                  </a:lnTo>
                  <a:lnTo>
                    <a:pt x="5876920" y="0"/>
                  </a:lnTo>
                  <a:lnTo>
                    <a:pt x="5905495" y="0"/>
                  </a:lnTo>
                  <a:lnTo>
                    <a:pt x="5905495" y="28603"/>
                  </a:lnTo>
                  <a:close/>
                </a:path>
                <a:path w="7067550" h="3219450">
                  <a:moveTo>
                    <a:pt x="5962645" y="28603"/>
                  </a:moveTo>
                  <a:lnTo>
                    <a:pt x="5934070" y="28603"/>
                  </a:lnTo>
                  <a:lnTo>
                    <a:pt x="5934070" y="0"/>
                  </a:lnTo>
                  <a:lnTo>
                    <a:pt x="5962645" y="0"/>
                  </a:lnTo>
                  <a:lnTo>
                    <a:pt x="5962645" y="28603"/>
                  </a:lnTo>
                  <a:close/>
                </a:path>
                <a:path w="7067550" h="3219450">
                  <a:moveTo>
                    <a:pt x="6019795" y="28603"/>
                  </a:moveTo>
                  <a:lnTo>
                    <a:pt x="5991220" y="28603"/>
                  </a:lnTo>
                  <a:lnTo>
                    <a:pt x="5991220" y="0"/>
                  </a:lnTo>
                  <a:lnTo>
                    <a:pt x="6019795" y="0"/>
                  </a:lnTo>
                  <a:lnTo>
                    <a:pt x="6019795" y="28603"/>
                  </a:lnTo>
                  <a:close/>
                </a:path>
                <a:path w="7067550" h="3219450">
                  <a:moveTo>
                    <a:pt x="6076945" y="28603"/>
                  </a:moveTo>
                  <a:lnTo>
                    <a:pt x="6048370" y="28603"/>
                  </a:lnTo>
                  <a:lnTo>
                    <a:pt x="6048370" y="0"/>
                  </a:lnTo>
                  <a:lnTo>
                    <a:pt x="6076945" y="0"/>
                  </a:lnTo>
                  <a:lnTo>
                    <a:pt x="6076945" y="28603"/>
                  </a:lnTo>
                  <a:close/>
                </a:path>
                <a:path w="7067550" h="3219450">
                  <a:moveTo>
                    <a:pt x="6134095" y="28603"/>
                  </a:moveTo>
                  <a:lnTo>
                    <a:pt x="6105520" y="28603"/>
                  </a:lnTo>
                  <a:lnTo>
                    <a:pt x="6105520" y="0"/>
                  </a:lnTo>
                  <a:lnTo>
                    <a:pt x="6134095" y="0"/>
                  </a:lnTo>
                  <a:lnTo>
                    <a:pt x="6134095" y="28603"/>
                  </a:lnTo>
                  <a:close/>
                </a:path>
                <a:path w="7067550" h="3219450">
                  <a:moveTo>
                    <a:pt x="6191245" y="28603"/>
                  </a:moveTo>
                  <a:lnTo>
                    <a:pt x="6162670" y="28603"/>
                  </a:lnTo>
                  <a:lnTo>
                    <a:pt x="6162670" y="0"/>
                  </a:lnTo>
                  <a:lnTo>
                    <a:pt x="6191245" y="0"/>
                  </a:lnTo>
                  <a:lnTo>
                    <a:pt x="6191245" y="28603"/>
                  </a:lnTo>
                  <a:close/>
                </a:path>
                <a:path w="7067550" h="3219450">
                  <a:moveTo>
                    <a:pt x="6248395" y="28603"/>
                  </a:moveTo>
                  <a:lnTo>
                    <a:pt x="6219820" y="28603"/>
                  </a:lnTo>
                  <a:lnTo>
                    <a:pt x="6219820" y="0"/>
                  </a:lnTo>
                  <a:lnTo>
                    <a:pt x="6248395" y="0"/>
                  </a:lnTo>
                  <a:lnTo>
                    <a:pt x="6248395" y="28603"/>
                  </a:lnTo>
                  <a:close/>
                </a:path>
                <a:path w="7067550" h="3219450">
                  <a:moveTo>
                    <a:pt x="6305545" y="28603"/>
                  </a:moveTo>
                  <a:lnTo>
                    <a:pt x="6276970" y="28603"/>
                  </a:lnTo>
                  <a:lnTo>
                    <a:pt x="6276970" y="0"/>
                  </a:lnTo>
                  <a:lnTo>
                    <a:pt x="6305545" y="0"/>
                  </a:lnTo>
                  <a:lnTo>
                    <a:pt x="6305545" y="28603"/>
                  </a:lnTo>
                  <a:close/>
                </a:path>
                <a:path w="7067550" h="3219450">
                  <a:moveTo>
                    <a:pt x="6362695" y="28603"/>
                  </a:moveTo>
                  <a:lnTo>
                    <a:pt x="6334120" y="28603"/>
                  </a:lnTo>
                  <a:lnTo>
                    <a:pt x="6334120" y="0"/>
                  </a:lnTo>
                  <a:lnTo>
                    <a:pt x="6362695" y="0"/>
                  </a:lnTo>
                  <a:lnTo>
                    <a:pt x="6362695" y="28603"/>
                  </a:lnTo>
                  <a:close/>
                </a:path>
                <a:path w="7067550" h="3219450">
                  <a:moveTo>
                    <a:pt x="6419845" y="28603"/>
                  </a:moveTo>
                  <a:lnTo>
                    <a:pt x="6391270" y="28603"/>
                  </a:lnTo>
                  <a:lnTo>
                    <a:pt x="6391270" y="0"/>
                  </a:lnTo>
                  <a:lnTo>
                    <a:pt x="6419845" y="0"/>
                  </a:lnTo>
                  <a:lnTo>
                    <a:pt x="6419845" y="28603"/>
                  </a:lnTo>
                  <a:close/>
                </a:path>
                <a:path w="7067550" h="3219450">
                  <a:moveTo>
                    <a:pt x="6476995" y="28603"/>
                  </a:moveTo>
                  <a:lnTo>
                    <a:pt x="6448420" y="28603"/>
                  </a:lnTo>
                  <a:lnTo>
                    <a:pt x="6448420" y="0"/>
                  </a:lnTo>
                  <a:lnTo>
                    <a:pt x="6476995" y="0"/>
                  </a:lnTo>
                  <a:lnTo>
                    <a:pt x="6476995" y="28603"/>
                  </a:lnTo>
                  <a:close/>
                </a:path>
                <a:path w="7067550" h="3219450">
                  <a:moveTo>
                    <a:pt x="6534145" y="28603"/>
                  </a:moveTo>
                  <a:lnTo>
                    <a:pt x="6505570" y="28603"/>
                  </a:lnTo>
                  <a:lnTo>
                    <a:pt x="6505570" y="0"/>
                  </a:lnTo>
                  <a:lnTo>
                    <a:pt x="6534145" y="0"/>
                  </a:lnTo>
                  <a:lnTo>
                    <a:pt x="6534145" y="28603"/>
                  </a:lnTo>
                  <a:close/>
                </a:path>
                <a:path w="7067550" h="3219450">
                  <a:moveTo>
                    <a:pt x="6591295" y="28603"/>
                  </a:moveTo>
                  <a:lnTo>
                    <a:pt x="6562720" y="28603"/>
                  </a:lnTo>
                  <a:lnTo>
                    <a:pt x="6562720" y="0"/>
                  </a:lnTo>
                  <a:lnTo>
                    <a:pt x="6591295" y="0"/>
                  </a:lnTo>
                  <a:lnTo>
                    <a:pt x="6591295" y="28603"/>
                  </a:lnTo>
                  <a:close/>
                </a:path>
                <a:path w="7067550" h="3219450">
                  <a:moveTo>
                    <a:pt x="6648445" y="28603"/>
                  </a:moveTo>
                  <a:lnTo>
                    <a:pt x="6619870" y="28603"/>
                  </a:lnTo>
                  <a:lnTo>
                    <a:pt x="6619870" y="0"/>
                  </a:lnTo>
                  <a:lnTo>
                    <a:pt x="6648445" y="0"/>
                  </a:lnTo>
                  <a:lnTo>
                    <a:pt x="6648445" y="28603"/>
                  </a:lnTo>
                  <a:close/>
                </a:path>
                <a:path w="7067550" h="3219450">
                  <a:moveTo>
                    <a:pt x="6705595" y="28603"/>
                  </a:moveTo>
                  <a:lnTo>
                    <a:pt x="6677020" y="28603"/>
                  </a:lnTo>
                  <a:lnTo>
                    <a:pt x="6677020" y="0"/>
                  </a:lnTo>
                  <a:lnTo>
                    <a:pt x="6705595" y="0"/>
                  </a:lnTo>
                  <a:lnTo>
                    <a:pt x="6705595" y="28603"/>
                  </a:lnTo>
                  <a:close/>
                </a:path>
                <a:path w="7067550" h="3219450">
                  <a:moveTo>
                    <a:pt x="6762745" y="28603"/>
                  </a:moveTo>
                  <a:lnTo>
                    <a:pt x="6734170" y="28603"/>
                  </a:lnTo>
                  <a:lnTo>
                    <a:pt x="6734170" y="0"/>
                  </a:lnTo>
                  <a:lnTo>
                    <a:pt x="6762745" y="0"/>
                  </a:lnTo>
                  <a:lnTo>
                    <a:pt x="6762745" y="28603"/>
                  </a:lnTo>
                  <a:close/>
                </a:path>
                <a:path w="7067550" h="3219450">
                  <a:moveTo>
                    <a:pt x="6819895" y="28603"/>
                  </a:moveTo>
                  <a:lnTo>
                    <a:pt x="6791320" y="28603"/>
                  </a:lnTo>
                  <a:lnTo>
                    <a:pt x="6791320" y="0"/>
                  </a:lnTo>
                  <a:lnTo>
                    <a:pt x="6819895" y="0"/>
                  </a:lnTo>
                  <a:lnTo>
                    <a:pt x="6819895" y="28603"/>
                  </a:lnTo>
                  <a:close/>
                </a:path>
                <a:path w="7067550" h="3219450">
                  <a:moveTo>
                    <a:pt x="6877045" y="28603"/>
                  </a:moveTo>
                  <a:lnTo>
                    <a:pt x="6848470" y="28603"/>
                  </a:lnTo>
                  <a:lnTo>
                    <a:pt x="6848470" y="0"/>
                  </a:lnTo>
                  <a:lnTo>
                    <a:pt x="6877045" y="0"/>
                  </a:lnTo>
                  <a:lnTo>
                    <a:pt x="6877045" y="28603"/>
                  </a:lnTo>
                  <a:close/>
                </a:path>
                <a:path w="7067550" h="3219450">
                  <a:moveTo>
                    <a:pt x="6929416" y="30635"/>
                  </a:moveTo>
                  <a:lnTo>
                    <a:pt x="6921747" y="29281"/>
                  </a:lnTo>
                  <a:lnTo>
                    <a:pt x="6914016" y="28603"/>
                  </a:lnTo>
                  <a:lnTo>
                    <a:pt x="6905620" y="28603"/>
                  </a:lnTo>
                  <a:lnTo>
                    <a:pt x="6905620" y="0"/>
                  </a:lnTo>
                  <a:lnTo>
                    <a:pt x="6906223" y="0"/>
                  </a:lnTo>
                  <a:lnTo>
                    <a:pt x="6934331" y="2806"/>
                  </a:lnTo>
                  <a:lnTo>
                    <a:pt x="6929416" y="30635"/>
                  </a:lnTo>
                  <a:close/>
                </a:path>
                <a:path w="7067550" h="3219450">
                  <a:moveTo>
                    <a:pt x="6973445" y="46786"/>
                  </a:moveTo>
                  <a:lnTo>
                    <a:pt x="6966647" y="42819"/>
                  </a:lnTo>
                  <a:lnTo>
                    <a:pt x="6959554" y="39479"/>
                  </a:lnTo>
                  <a:lnTo>
                    <a:pt x="6952164" y="36767"/>
                  </a:lnTo>
                  <a:lnTo>
                    <a:pt x="6961833" y="10423"/>
                  </a:lnTo>
                  <a:lnTo>
                    <a:pt x="6968188" y="12354"/>
                  </a:lnTo>
                  <a:lnTo>
                    <a:pt x="6987518" y="22674"/>
                  </a:lnTo>
                  <a:lnTo>
                    <a:pt x="6973445" y="46786"/>
                  </a:lnTo>
                  <a:close/>
                </a:path>
                <a:path w="7067550" h="3219450">
                  <a:moveTo>
                    <a:pt x="7009436" y="77519"/>
                  </a:moveTo>
                  <a:lnTo>
                    <a:pt x="6992735" y="60475"/>
                  </a:lnTo>
                  <a:lnTo>
                    <a:pt x="7010784" y="39308"/>
                  </a:lnTo>
                  <a:lnTo>
                    <a:pt x="7020719" y="47454"/>
                  </a:lnTo>
                  <a:lnTo>
                    <a:pt x="7030943" y="59924"/>
                  </a:lnTo>
                  <a:lnTo>
                    <a:pt x="7009436" y="77519"/>
                  </a:lnTo>
                  <a:close/>
                </a:path>
                <a:path w="7067550" h="3219450">
                  <a:moveTo>
                    <a:pt x="7032304" y="118536"/>
                  </a:moveTo>
                  <a:lnTo>
                    <a:pt x="7029741" y="111093"/>
                  </a:lnTo>
                  <a:lnTo>
                    <a:pt x="7026546" y="103935"/>
                  </a:lnTo>
                  <a:lnTo>
                    <a:pt x="7022717" y="97062"/>
                  </a:lnTo>
                  <a:lnTo>
                    <a:pt x="7047029" y="83522"/>
                  </a:lnTo>
                  <a:lnTo>
                    <a:pt x="7055819" y="99985"/>
                  </a:lnTo>
                  <a:lnTo>
                    <a:pt x="7058694" y="109448"/>
                  </a:lnTo>
                  <a:lnTo>
                    <a:pt x="7032304" y="118536"/>
                  </a:lnTo>
                  <a:close/>
                </a:path>
                <a:path w="7067550" h="3219450">
                  <a:moveTo>
                    <a:pt x="7067549" y="165808"/>
                  </a:moveTo>
                  <a:lnTo>
                    <a:pt x="7039569" y="165808"/>
                  </a:lnTo>
                  <a:lnTo>
                    <a:pt x="7039569" y="155063"/>
                  </a:lnTo>
                  <a:lnTo>
                    <a:pt x="7039040" y="148218"/>
                  </a:lnTo>
                  <a:lnTo>
                    <a:pt x="7037980" y="141417"/>
                  </a:lnTo>
                  <a:lnTo>
                    <a:pt x="7065686" y="137101"/>
                  </a:lnTo>
                  <a:lnTo>
                    <a:pt x="7067463" y="155063"/>
                  </a:lnTo>
                  <a:lnTo>
                    <a:pt x="7067549" y="165808"/>
                  </a:lnTo>
                  <a:close/>
                </a:path>
                <a:path w="7067550" h="3219450">
                  <a:moveTo>
                    <a:pt x="7067549" y="222958"/>
                  </a:moveTo>
                  <a:lnTo>
                    <a:pt x="7039569" y="222958"/>
                  </a:lnTo>
                  <a:lnTo>
                    <a:pt x="7039569" y="194383"/>
                  </a:lnTo>
                  <a:lnTo>
                    <a:pt x="7067549" y="194383"/>
                  </a:lnTo>
                  <a:lnTo>
                    <a:pt x="7067549" y="222958"/>
                  </a:lnTo>
                  <a:close/>
                </a:path>
                <a:path w="7067550" h="3219450">
                  <a:moveTo>
                    <a:pt x="7067549" y="280108"/>
                  </a:moveTo>
                  <a:lnTo>
                    <a:pt x="7039569" y="280108"/>
                  </a:lnTo>
                  <a:lnTo>
                    <a:pt x="7039569" y="251533"/>
                  </a:lnTo>
                  <a:lnTo>
                    <a:pt x="7067549" y="251533"/>
                  </a:lnTo>
                  <a:lnTo>
                    <a:pt x="7067549" y="280108"/>
                  </a:lnTo>
                  <a:close/>
                </a:path>
                <a:path w="7067550" h="3219450">
                  <a:moveTo>
                    <a:pt x="7067549" y="337258"/>
                  </a:moveTo>
                  <a:lnTo>
                    <a:pt x="7039569" y="337258"/>
                  </a:lnTo>
                  <a:lnTo>
                    <a:pt x="7039569" y="308683"/>
                  </a:lnTo>
                  <a:lnTo>
                    <a:pt x="7067549" y="308683"/>
                  </a:lnTo>
                  <a:lnTo>
                    <a:pt x="7067549" y="337258"/>
                  </a:lnTo>
                  <a:close/>
                </a:path>
                <a:path w="7067550" h="3219450">
                  <a:moveTo>
                    <a:pt x="7067549" y="394408"/>
                  </a:moveTo>
                  <a:lnTo>
                    <a:pt x="7039569" y="394408"/>
                  </a:lnTo>
                  <a:lnTo>
                    <a:pt x="7039569" y="365833"/>
                  </a:lnTo>
                  <a:lnTo>
                    <a:pt x="7067549" y="365833"/>
                  </a:lnTo>
                  <a:lnTo>
                    <a:pt x="7067549" y="394408"/>
                  </a:lnTo>
                  <a:close/>
                </a:path>
                <a:path w="7067550" h="3219450">
                  <a:moveTo>
                    <a:pt x="7067549" y="451558"/>
                  </a:moveTo>
                  <a:lnTo>
                    <a:pt x="7039569" y="451558"/>
                  </a:lnTo>
                  <a:lnTo>
                    <a:pt x="7039569" y="422983"/>
                  </a:lnTo>
                  <a:lnTo>
                    <a:pt x="7067549" y="422983"/>
                  </a:lnTo>
                  <a:lnTo>
                    <a:pt x="7067549" y="451558"/>
                  </a:lnTo>
                  <a:close/>
                </a:path>
                <a:path w="7067550" h="3219450">
                  <a:moveTo>
                    <a:pt x="7067549" y="508708"/>
                  </a:moveTo>
                  <a:lnTo>
                    <a:pt x="7039569" y="508708"/>
                  </a:lnTo>
                  <a:lnTo>
                    <a:pt x="7039569" y="480133"/>
                  </a:lnTo>
                  <a:lnTo>
                    <a:pt x="7067549" y="480133"/>
                  </a:lnTo>
                  <a:lnTo>
                    <a:pt x="7067549" y="508708"/>
                  </a:lnTo>
                  <a:close/>
                </a:path>
                <a:path w="7067550" h="3219450">
                  <a:moveTo>
                    <a:pt x="7067549" y="565858"/>
                  </a:moveTo>
                  <a:lnTo>
                    <a:pt x="7039569" y="565858"/>
                  </a:lnTo>
                  <a:lnTo>
                    <a:pt x="7039569" y="537283"/>
                  </a:lnTo>
                  <a:lnTo>
                    <a:pt x="7067549" y="537283"/>
                  </a:lnTo>
                  <a:lnTo>
                    <a:pt x="7067549" y="565858"/>
                  </a:lnTo>
                  <a:close/>
                </a:path>
                <a:path w="7067550" h="3219450">
                  <a:moveTo>
                    <a:pt x="7067549" y="623008"/>
                  </a:moveTo>
                  <a:lnTo>
                    <a:pt x="7039569" y="623008"/>
                  </a:lnTo>
                  <a:lnTo>
                    <a:pt x="7039569" y="594433"/>
                  </a:lnTo>
                  <a:lnTo>
                    <a:pt x="7067549" y="594433"/>
                  </a:lnTo>
                  <a:lnTo>
                    <a:pt x="7067549" y="623008"/>
                  </a:lnTo>
                  <a:close/>
                </a:path>
                <a:path w="7067550" h="3219450">
                  <a:moveTo>
                    <a:pt x="7067549" y="680158"/>
                  </a:moveTo>
                  <a:lnTo>
                    <a:pt x="7039569" y="680158"/>
                  </a:lnTo>
                  <a:lnTo>
                    <a:pt x="7039569" y="651583"/>
                  </a:lnTo>
                  <a:lnTo>
                    <a:pt x="7067549" y="651583"/>
                  </a:lnTo>
                  <a:lnTo>
                    <a:pt x="7067549" y="680158"/>
                  </a:lnTo>
                  <a:close/>
                </a:path>
                <a:path w="7067550" h="3219450">
                  <a:moveTo>
                    <a:pt x="7067549" y="737308"/>
                  </a:moveTo>
                  <a:lnTo>
                    <a:pt x="7039569" y="737308"/>
                  </a:lnTo>
                  <a:lnTo>
                    <a:pt x="7039569" y="708733"/>
                  </a:lnTo>
                  <a:lnTo>
                    <a:pt x="7067549" y="708733"/>
                  </a:lnTo>
                  <a:lnTo>
                    <a:pt x="7067549" y="737308"/>
                  </a:lnTo>
                  <a:close/>
                </a:path>
                <a:path w="7067550" h="3219450">
                  <a:moveTo>
                    <a:pt x="7067549" y="794458"/>
                  </a:moveTo>
                  <a:lnTo>
                    <a:pt x="7039569" y="794458"/>
                  </a:lnTo>
                  <a:lnTo>
                    <a:pt x="7039569" y="765883"/>
                  </a:lnTo>
                  <a:lnTo>
                    <a:pt x="7067549" y="765883"/>
                  </a:lnTo>
                  <a:lnTo>
                    <a:pt x="7067549" y="794458"/>
                  </a:lnTo>
                  <a:close/>
                </a:path>
                <a:path w="7067550" h="3219450">
                  <a:moveTo>
                    <a:pt x="7067549" y="851608"/>
                  </a:moveTo>
                  <a:lnTo>
                    <a:pt x="7039569" y="851608"/>
                  </a:lnTo>
                  <a:lnTo>
                    <a:pt x="7039569" y="823033"/>
                  </a:lnTo>
                  <a:lnTo>
                    <a:pt x="7067549" y="823033"/>
                  </a:lnTo>
                  <a:lnTo>
                    <a:pt x="7067549" y="851608"/>
                  </a:lnTo>
                  <a:close/>
                </a:path>
                <a:path w="7067550" h="3219450">
                  <a:moveTo>
                    <a:pt x="7067549" y="908758"/>
                  </a:moveTo>
                  <a:lnTo>
                    <a:pt x="7039569" y="908758"/>
                  </a:lnTo>
                  <a:lnTo>
                    <a:pt x="7039569" y="880183"/>
                  </a:lnTo>
                  <a:lnTo>
                    <a:pt x="7067549" y="880183"/>
                  </a:lnTo>
                  <a:lnTo>
                    <a:pt x="7067549" y="908758"/>
                  </a:lnTo>
                  <a:close/>
                </a:path>
                <a:path w="7067550" h="3219450">
                  <a:moveTo>
                    <a:pt x="7067549" y="965908"/>
                  </a:moveTo>
                  <a:lnTo>
                    <a:pt x="7039569" y="965908"/>
                  </a:lnTo>
                  <a:lnTo>
                    <a:pt x="7039569" y="937333"/>
                  </a:lnTo>
                  <a:lnTo>
                    <a:pt x="7067549" y="937333"/>
                  </a:lnTo>
                  <a:lnTo>
                    <a:pt x="7067549" y="965908"/>
                  </a:lnTo>
                  <a:close/>
                </a:path>
                <a:path w="7067550" h="3219450">
                  <a:moveTo>
                    <a:pt x="7067549" y="1023058"/>
                  </a:moveTo>
                  <a:lnTo>
                    <a:pt x="7039569" y="1023058"/>
                  </a:lnTo>
                  <a:lnTo>
                    <a:pt x="7039569" y="994483"/>
                  </a:lnTo>
                  <a:lnTo>
                    <a:pt x="7067549" y="994483"/>
                  </a:lnTo>
                  <a:lnTo>
                    <a:pt x="7067549" y="1023058"/>
                  </a:lnTo>
                  <a:close/>
                </a:path>
                <a:path w="7067550" h="3219450">
                  <a:moveTo>
                    <a:pt x="7067549" y="1080208"/>
                  </a:moveTo>
                  <a:lnTo>
                    <a:pt x="7039569" y="1080208"/>
                  </a:lnTo>
                  <a:lnTo>
                    <a:pt x="7039569" y="1051633"/>
                  </a:lnTo>
                  <a:lnTo>
                    <a:pt x="7067549" y="1051633"/>
                  </a:lnTo>
                  <a:lnTo>
                    <a:pt x="7067549" y="1080208"/>
                  </a:lnTo>
                  <a:close/>
                </a:path>
                <a:path w="7067550" h="3219450">
                  <a:moveTo>
                    <a:pt x="7067549" y="1137358"/>
                  </a:moveTo>
                  <a:lnTo>
                    <a:pt x="7039569" y="1137358"/>
                  </a:lnTo>
                  <a:lnTo>
                    <a:pt x="7039569" y="1108783"/>
                  </a:lnTo>
                  <a:lnTo>
                    <a:pt x="7067549" y="1108783"/>
                  </a:lnTo>
                  <a:lnTo>
                    <a:pt x="7067549" y="1137358"/>
                  </a:lnTo>
                  <a:close/>
                </a:path>
                <a:path w="7067550" h="3219450">
                  <a:moveTo>
                    <a:pt x="7067549" y="1194508"/>
                  </a:moveTo>
                  <a:lnTo>
                    <a:pt x="7039569" y="1194508"/>
                  </a:lnTo>
                  <a:lnTo>
                    <a:pt x="7039569" y="1165933"/>
                  </a:lnTo>
                  <a:lnTo>
                    <a:pt x="7067549" y="1165933"/>
                  </a:lnTo>
                  <a:lnTo>
                    <a:pt x="7067549" y="1194508"/>
                  </a:lnTo>
                  <a:close/>
                </a:path>
                <a:path w="7067550" h="3219450">
                  <a:moveTo>
                    <a:pt x="7067549" y="1251658"/>
                  </a:moveTo>
                  <a:lnTo>
                    <a:pt x="7039569" y="1251658"/>
                  </a:lnTo>
                  <a:lnTo>
                    <a:pt x="7039569" y="1223083"/>
                  </a:lnTo>
                  <a:lnTo>
                    <a:pt x="7067549" y="1223083"/>
                  </a:lnTo>
                  <a:lnTo>
                    <a:pt x="7067549" y="1251658"/>
                  </a:lnTo>
                  <a:close/>
                </a:path>
                <a:path w="7067550" h="3219450">
                  <a:moveTo>
                    <a:pt x="7067549" y="1308808"/>
                  </a:moveTo>
                  <a:lnTo>
                    <a:pt x="7039569" y="1308808"/>
                  </a:lnTo>
                  <a:lnTo>
                    <a:pt x="7039569" y="1280233"/>
                  </a:lnTo>
                  <a:lnTo>
                    <a:pt x="7067549" y="1280233"/>
                  </a:lnTo>
                  <a:lnTo>
                    <a:pt x="7067549" y="1308808"/>
                  </a:lnTo>
                  <a:close/>
                </a:path>
                <a:path w="7067550" h="3219450">
                  <a:moveTo>
                    <a:pt x="7067549" y="1365958"/>
                  </a:moveTo>
                  <a:lnTo>
                    <a:pt x="7039569" y="1365958"/>
                  </a:lnTo>
                  <a:lnTo>
                    <a:pt x="7039569" y="1337383"/>
                  </a:lnTo>
                  <a:lnTo>
                    <a:pt x="7067549" y="1337383"/>
                  </a:lnTo>
                  <a:lnTo>
                    <a:pt x="7067549" y="1365958"/>
                  </a:lnTo>
                  <a:close/>
                </a:path>
                <a:path w="7067550" h="3219450">
                  <a:moveTo>
                    <a:pt x="7067549" y="1423108"/>
                  </a:moveTo>
                  <a:lnTo>
                    <a:pt x="7039569" y="1423108"/>
                  </a:lnTo>
                  <a:lnTo>
                    <a:pt x="7039569" y="1394533"/>
                  </a:lnTo>
                  <a:lnTo>
                    <a:pt x="7067549" y="1394533"/>
                  </a:lnTo>
                  <a:lnTo>
                    <a:pt x="7067549" y="1423108"/>
                  </a:lnTo>
                  <a:close/>
                </a:path>
                <a:path w="7067550" h="3219450">
                  <a:moveTo>
                    <a:pt x="7067549" y="1480258"/>
                  </a:moveTo>
                  <a:lnTo>
                    <a:pt x="7039569" y="1480258"/>
                  </a:lnTo>
                  <a:lnTo>
                    <a:pt x="7039569" y="1451683"/>
                  </a:lnTo>
                  <a:lnTo>
                    <a:pt x="7067549" y="1451683"/>
                  </a:lnTo>
                  <a:lnTo>
                    <a:pt x="7067549" y="1480258"/>
                  </a:lnTo>
                  <a:close/>
                </a:path>
                <a:path w="7067550" h="3219450">
                  <a:moveTo>
                    <a:pt x="7067549" y="1537408"/>
                  </a:moveTo>
                  <a:lnTo>
                    <a:pt x="7039569" y="1537408"/>
                  </a:lnTo>
                  <a:lnTo>
                    <a:pt x="7039569" y="1508833"/>
                  </a:lnTo>
                  <a:lnTo>
                    <a:pt x="7067549" y="1508833"/>
                  </a:lnTo>
                  <a:lnTo>
                    <a:pt x="7067549" y="1537408"/>
                  </a:lnTo>
                  <a:close/>
                </a:path>
                <a:path w="7067550" h="3219450">
                  <a:moveTo>
                    <a:pt x="7067549" y="1594558"/>
                  </a:moveTo>
                  <a:lnTo>
                    <a:pt x="7039569" y="1594558"/>
                  </a:lnTo>
                  <a:lnTo>
                    <a:pt x="7039569" y="1565983"/>
                  </a:lnTo>
                  <a:lnTo>
                    <a:pt x="7067549" y="1565983"/>
                  </a:lnTo>
                  <a:lnTo>
                    <a:pt x="7067549" y="1594558"/>
                  </a:lnTo>
                  <a:close/>
                </a:path>
                <a:path w="7067550" h="3219450">
                  <a:moveTo>
                    <a:pt x="7067549" y="1651708"/>
                  </a:moveTo>
                  <a:lnTo>
                    <a:pt x="7039569" y="1651708"/>
                  </a:lnTo>
                  <a:lnTo>
                    <a:pt x="7039569" y="1623133"/>
                  </a:lnTo>
                  <a:lnTo>
                    <a:pt x="7067549" y="1623133"/>
                  </a:lnTo>
                  <a:lnTo>
                    <a:pt x="7067549" y="1651708"/>
                  </a:lnTo>
                  <a:close/>
                </a:path>
                <a:path w="7067550" h="3219450">
                  <a:moveTo>
                    <a:pt x="7067549" y="1708858"/>
                  </a:moveTo>
                  <a:lnTo>
                    <a:pt x="7039569" y="1708858"/>
                  </a:lnTo>
                  <a:lnTo>
                    <a:pt x="7039569" y="1680283"/>
                  </a:lnTo>
                  <a:lnTo>
                    <a:pt x="7067549" y="1680283"/>
                  </a:lnTo>
                  <a:lnTo>
                    <a:pt x="7067549" y="1708858"/>
                  </a:lnTo>
                  <a:close/>
                </a:path>
                <a:path w="7067550" h="3219450">
                  <a:moveTo>
                    <a:pt x="7067549" y="1766008"/>
                  </a:moveTo>
                  <a:lnTo>
                    <a:pt x="7039569" y="1766008"/>
                  </a:lnTo>
                  <a:lnTo>
                    <a:pt x="7039569" y="1737433"/>
                  </a:lnTo>
                  <a:lnTo>
                    <a:pt x="7067549" y="1737433"/>
                  </a:lnTo>
                  <a:lnTo>
                    <a:pt x="7067549" y="1766008"/>
                  </a:lnTo>
                  <a:close/>
                </a:path>
                <a:path w="7067550" h="3219450">
                  <a:moveTo>
                    <a:pt x="7067549" y="1823158"/>
                  </a:moveTo>
                  <a:lnTo>
                    <a:pt x="7039569" y="1823158"/>
                  </a:lnTo>
                  <a:lnTo>
                    <a:pt x="7039569" y="1794583"/>
                  </a:lnTo>
                  <a:lnTo>
                    <a:pt x="7067549" y="1794583"/>
                  </a:lnTo>
                  <a:lnTo>
                    <a:pt x="7067549" y="1823158"/>
                  </a:lnTo>
                  <a:close/>
                </a:path>
                <a:path w="7067550" h="3219450">
                  <a:moveTo>
                    <a:pt x="7067549" y="1880308"/>
                  </a:moveTo>
                  <a:lnTo>
                    <a:pt x="7039569" y="1880308"/>
                  </a:lnTo>
                  <a:lnTo>
                    <a:pt x="7039569" y="1851733"/>
                  </a:lnTo>
                  <a:lnTo>
                    <a:pt x="7067549" y="1851733"/>
                  </a:lnTo>
                  <a:lnTo>
                    <a:pt x="7067549" y="1880308"/>
                  </a:lnTo>
                  <a:close/>
                </a:path>
                <a:path w="7067550" h="3219450">
                  <a:moveTo>
                    <a:pt x="7067549" y="1937458"/>
                  </a:moveTo>
                  <a:lnTo>
                    <a:pt x="7039569" y="1937458"/>
                  </a:lnTo>
                  <a:lnTo>
                    <a:pt x="7039569" y="1908883"/>
                  </a:lnTo>
                  <a:lnTo>
                    <a:pt x="7067549" y="1908883"/>
                  </a:lnTo>
                  <a:lnTo>
                    <a:pt x="7067549" y="1937458"/>
                  </a:lnTo>
                  <a:close/>
                </a:path>
                <a:path w="7067550" h="3219450">
                  <a:moveTo>
                    <a:pt x="7067549" y="1994608"/>
                  </a:moveTo>
                  <a:lnTo>
                    <a:pt x="7039569" y="1994608"/>
                  </a:lnTo>
                  <a:lnTo>
                    <a:pt x="7039569" y="1966033"/>
                  </a:lnTo>
                  <a:lnTo>
                    <a:pt x="7067549" y="1966033"/>
                  </a:lnTo>
                  <a:lnTo>
                    <a:pt x="7067549" y="1994608"/>
                  </a:lnTo>
                  <a:close/>
                </a:path>
                <a:path w="7067550" h="3219450">
                  <a:moveTo>
                    <a:pt x="7067549" y="2051758"/>
                  </a:moveTo>
                  <a:lnTo>
                    <a:pt x="7039569" y="2051758"/>
                  </a:lnTo>
                  <a:lnTo>
                    <a:pt x="7039569" y="2023183"/>
                  </a:lnTo>
                  <a:lnTo>
                    <a:pt x="7067549" y="2023183"/>
                  </a:lnTo>
                  <a:lnTo>
                    <a:pt x="7067549" y="2051758"/>
                  </a:lnTo>
                  <a:close/>
                </a:path>
                <a:path w="7067550" h="3219450">
                  <a:moveTo>
                    <a:pt x="7067549" y="2108908"/>
                  </a:moveTo>
                  <a:lnTo>
                    <a:pt x="7039569" y="2108908"/>
                  </a:lnTo>
                  <a:lnTo>
                    <a:pt x="7039569" y="2080333"/>
                  </a:lnTo>
                  <a:lnTo>
                    <a:pt x="7067549" y="2080333"/>
                  </a:lnTo>
                  <a:lnTo>
                    <a:pt x="7067549" y="2108908"/>
                  </a:lnTo>
                  <a:close/>
                </a:path>
                <a:path w="7067550" h="3219450">
                  <a:moveTo>
                    <a:pt x="7067549" y="2166058"/>
                  </a:moveTo>
                  <a:lnTo>
                    <a:pt x="7039569" y="2166058"/>
                  </a:lnTo>
                  <a:lnTo>
                    <a:pt x="7039569" y="2137483"/>
                  </a:lnTo>
                  <a:lnTo>
                    <a:pt x="7067549" y="2137483"/>
                  </a:lnTo>
                  <a:lnTo>
                    <a:pt x="7067549" y="2166058"/>
                  </a:lnTo>
                  <a:close/>
                </a:path>
                <a:path w="7067550" h="3219450">
                  <a:moveTo>
                    <a:pt x="7067549" y="2223208"/>
                  </a:moveTo>
                  <a:lnTo>
                    <a:pt x="7039569" y="2223208"/>
                  </a:lnTo>
                  <a:lnTo>
                    <a:pt x="7039569" y="2194633"/>
                  </a:lnTo>
                  <a:lnTo>
                    <a:pt x="7067549" y="2194633"/>
                  </a:lnTo>
                  <a:lnTo>
                    <a:pt x="7067549" y="2223208"/>
                  </a:lnTo>
                  <a:close/>
                </a:path>
                <a:path w="7067550" h="3219450">
                  <a:moveTo>
                    <a:pt x="7067549" y="2280358"/>
                  </a:moveTo>
                  <a:lnTo>
                    <a:pt x="7039569" y="2280358"/>
                  </a:lnTo>
                  <a:lnTo>
                    <a:pt x="7039569" y="2251783"/>
                  </a:lnTo>
                  <a:lnTo>
                    <a:pt x="7067549" y="2251783"/>
                  </a:lnTo>
                  <a:lnTo>
                    <a:pt x="7067549" y="2280358"/>
                  </a:lnTo>
                  <a:close/>
                </a:path>
                <a:path w="7067550" h="3219450">
                  <a:moveTo>
                    <a:pt x="7067549" y="2337508"/>
                  </a:moveTo>
                  <a:lnTo>
                    <a:pt x="7039569" y="2337508"/>
                  </a:lnTo>
                  <a:lnTo>
                    <a:pt x="7039569" y="2308933"/>
                  </a:lnTo>
                  <a:lnTo>
                    <a:pt x="7067549" y="2308933"/>
                  </a:lnTo>
                  <a:lnTo>
                    <a:pt x="7067549" y="2337508"/>
                  </a:lnTo>
                  <a:close/>
                </a:path>
                <a:path w="7067550" h="3219450">
                  <a:moveTo>
                    <a:pt x="7067549" y="2394658"/>
                  </a:moveTo>
                  <a:lnTo>
                    <a:pt x="7039569" y="2394658"/>
                  </a:lnTo>
                  <a:lnTo>
                    <a:pt x="7039569" y="2366083"/>
                  </a:lnTo>
                  <a:lnTo>
                    <a:pt x="7067549" y="2366083"/>
                  </a:lnTo>
                  <a:lnTo>
                    <a:pt x="7067549" y="2394658"/>
                  </a:lnTo>
                  <a:close/>
                </a:path>
                <a:path w="7067550" h="3219450">
                  <a:moveTo>
                    <a:pt x="7067549" y="2451808"/>
                  </a:moveTo>
                  <a:lnTo>
                    <a:pt x="7039569" y="2451808"/>
                  </a:lnTo>
                  <a:lnTo>
                    <a:pt x="7039569" y="2423233"/>
                  </a:lnTo>
                  <a:lnTo>
                    <a:pt x="7067549" y="2423233"/>
                  </a:lnTo>
                  <a:lnTo>
                    <a:pt x="7067549" y="2451808"/>
                  </a:lnTo>
                  <a:close/>
                </a:path>
                <a:path w="7067550" h="3219450">
                  <a:moveTo>
                    <a:pt x="7067549" y="2508958"/>
                  </a:moveTo>
                  <a:lnTo>
                    <a:pt x="7039569" y="2508958"/>
                  </a:lnTo>
                  <a:lnTo>
                    <a:pt x="7039569" y="2480383"/>
                  </a:lnTo>
                  <a:lnTo>
                    <a:pt x="7067549" y="2480383"/>
                  </a:lnTo>
                  <a:lnTo>
                    <a:pt x="7067549" y="2508958"/>
                  </a:lnTo>
                  <a:close/>
                </a:path>
                <a:path w="7067550" h="3219450">
                  <a:moveTo>
                    <a:pt x="7067549" y="2566107"/>
                  </a:moveTo>
                  <a:lnTo>
                    <a:pt x="7039569" y="2566107"/>
                  </a:lnTo>
                  <a:lnTo>
                    <a:pt x="7039569" y="2537532"/>
                  </a:lnTo>
                  <a:lnTo>
                    <a:pt x="7067549" y="2537532"/>
                  </a:lnTo>
                  <a:lnTo>
                    <a:pt x="7067549" y="2566107"/>
                  </a:lnTo>
                  <a:close/>
                </a:path>
                <a:path w="7067550" h="3219450">
                  <a:moveTo>
                    <a:pt x="7067549" y="2623257"/>
                  </a:moveTo>
                  <a:lnTo>
                    <a:pt x="7039569" y="2623257"/>
                  </a:lnTo>
                  <a:lnTo>
                    <a:pt x="7039569" y="2594682"/>
                  </a:lnTo>
                  <a:lnTo>
                    <a:pt x="7067549" y="2594682"/>
                  </a:lnTo>
                  <a:lnTo>
                    <a:pt x="7067549" y="2623257"/>
                  </a:lnTo>
                  <a:close/>
                </a:path>
                <a:path w="7067550" h="3219450">
                  <a:moveTo>
                    <a:pt x="7067549" y="2680407"/>
                  </a:moveTo>
                  <a:lnTo>
                    <a:pt x="7039569" y="2680407"/>
                  </a:lnTo>
                  <a:lnTo>
                    <a:pt x="7039569" y="2651832"/>
                  </a:lnTo>
                  <a:lnTo>
                    <a:pt x="7067549" y="2651832"/>
                  </a:lnTo>
                  <a:lnTo>
                    <a:pt x="7067549" y="2680407"/>
                  </a:lnTo>
                  <a:close/>
                </a:path>
                <a:path w="7067550" h="3219450">
                  <a:moveTo>
                    <a:pt x="7067549" y="2737557"/>
                  </a:moveTo>
                  <a:lnTo>
                    <a:pt x="7039569" y="2737557"/>
                  </a:lnTo>
                  <a:lnTo>
                    <a:pt x="7039569" y="2708982"/>
                  </a:lnTo>
                  <a:lnTo>
                    <a:pt x="7067549" y="2708982"/>
                  </a:lnTo>
                  <a:lnTo>
                    <a:pt x="7067549" y="2737557"/>
                  </a:lnTo>
                  <a:close/>
                </a:path>
                <a:path w="7067550" h="3219450">
                  <a:moveTo>
                    <a:pt x="7067549" y="2794707"/>
                  </a:moveTo>
                  <a:lnTo>
                    <a:pt x="7039569" y="2794707"/>
                  </a:lnTo>
                  <a:lnTo>
                    <a:pt x="7039569" y="2766132"/>
                  </a:lnTo>
                  <a:lnTo>
                    <a:pt x="7067549" y="2766132"/>
                  </a:lnTo>
                  <a:lnTo>
                    <a:pt x="7067549" y="2794707"/>
                  </a:lnTo>
                  <a:close/>
                </a:path>
                <a:path w="7067550" h="3219450">
                  <a:moveTo>
                    <a:pt x="7067549" y="2851857"/>
                  </a:moveTo>
                  <a:lnTo>
                    <a:pt x="7039569" y="2851857"/>
                  </a:lnTo>
                  <a:lnTo>
                    <a:pt x="7039569" y="2823282"/>
                  </a:lnTo>
                  <a:lnTo>
                    <a:pt x="7067549" y="2823282"/>
                  </a:lnTo>
                  <a:lnTo>
                    <a:pt x="7067549" y="2851857"/>
                  </a:lnTo>
                  <a:close/>
                </a:path>
                <a:path w="7067550" h="3219450">
                  <a:moveTo>
                    <a:pt x="7067549" y="2909007"/>
                  </a:moveTo>
                  <a:lnTo>
                    <a:pt x="7039569" y="2909007"/>
                  </a:lnTo>
                  <a:lnTo>
                    <a:pt x="7039569" y="2880432"/>
                  </a:lnTo>
                  <a:lnTo>
                    <a:pt x="7067549" y="2880432"/>
                  </a:lnTo>
                  <a:lnTo>
                    <a:pt x="7067549" y="2909007"/>
                  </a:lnTo>
                  <a:close/>
                </a:path>
                <a:path w="7067550" h="3219450">
                  <a:moveTo>
                    <a:pt x="7067549" y="2966157"/>
                  </a:moveTo>
                  <a:lnTo>
                    <a:pt x="7039569" y="2966157"/>
                  </a:lnTo>
                  <a:lnTo>
                    <a:pt x="7039569" y="2937582"/>
                  </a:lnTo>
                  <a:lnTo>
                    <a:pt x="7067549" y="2937582"/>
                  </a:lnTo>
                  <a:lnTo>
                    <a:pt x="7067549" y="2966157"/>
                  </a:lnTo>
                  <a:close/>
                </a:path>
                <a:path w="7067550" h="3219450">
                  <a:moveTo>
                    <a:pt x="7067549" y="3023307"/>
                  </a:moveTo>
                  <a:lnTo>
                    <a:pt x="7039569" y="3023307"/>
                  </a:lnTo>
                  <a:lnTo>
                    <a:pt x="7039569" y="2994732"/>
                  </a:lnTo>
                  <a:lnTo>
                    <a:pt x="7067549" y="2994732"/>
                  </a:lnTo>
                  <a:lnTo>
                    <a:pt x="7067549" y="3023307"/>
                  </a:lnTo>
                  <a:close/>
                </a:path>
                <a:path w="7067550" h="3219450">
                  <a:moveTo>
                    <a:pt x="7065948" y="3080590"/>
                  </a:moveTo>
                  <a:lnTo>
                    <a:pt x="7038301" y="3076749"/>
                  </a:lnTo>
                  <a:lnTo>
                    <a:pt x="7039147" y="3070662"/>
                  </a:lnTo>
                  <a:lnTo>
                    <a:pt x="7039569" y="3064543"/>
                  </a:lnTo>
                  <a:lnTo>
                    <a:pt x="7039569" y="3051882"/>
                  </a:lnTo>
                  <a:lnTo>
                    <a:pt x="7067549" y="3051882"/>
                  </a:lnTo>
                  <a:lnTo>
                    <a:pt x="7067536" y="3064543"/>
                  </a:lnTo>
                  <a:lnTo>
                    <a:pt x="7065948" y="3080590"/>
                  </a:lnTo>
                  <a:close/>
                </a:path>
                <a:path w="7067550" h="3219450">
                  <a:moveTo>
                    <a:pt x="7048274" y="3134489"/>
                  </a:moveTo>
                  <a:lnTo>
                    <a:pt x="7023765" y="3121360"/>
                  </a:lnTo>
                  <a:lnTo>
                    <a:pt x="7027481" y="3114423"/>
                  </a:lnTo>
                  <a:lnTo>
                    <a:pt x="7030559" y="3107215"/>
                  </a:lnTo>
                  <a:lnTo>
                    <a:pt x="7032999" y="3099733"/>
                  </a:lnTo>
                  <a:lnTo>
                    <a:pt x="7059463" y="3108365"/>
                  </a:lnTo>
                  <a:lnTo>
                    <a:pt x="7055819" y="3120357"/>
                  </a:lnTo>
                  <a:lnTo>
                    <a:pt x="7048274" y="3134489"/>
                  </a:lnTo>
                  <a:close/>
                </a:path>
                <a:path w="7067550" h="3219450">
                  <a:moveTo>
                    <a:pt x="7012851" y="3179338"/>
                  </a:moveTo>
                  <a:lnTo>
                    <a:pt x="7007164" y="3172887"/>
                  </a:lnTo>
                  <a:lnTo>
                    <a:pt x="6994474" y="3158357"/>
                  </a:lnTo>
                  <a:lnTo>
                    <a:pt x="6996501" y="3156570"/>
                  </a:lnTo>
                  <a:lnTo>
                    <a:pt x="6998537" y="3154658"/>
                  </a:lnTo>
                  <a:lnTo>
                    <a:pt x="7004175" y="3149020"/>
                  </a:lnTo>
                  <a:lnTo>
                    <a:pt x="7007609" y="3145161"/>
                  </a:lnTo>
                  <a:lnTo>
                    <a:pt x="7010817" y="3141105"/>
                  </a:lnTo>
                  <a:lnTo>
                    <a:pt x="7032633" y="3158357"/>
                  </a:lnTo>
                  <a:lnTo>
                    <a:pt x="7020719" y="3172887"/>
                  </a:lnTo>
                  <a:lnTo>
                    <a:pt x="7012851" y="3179338"/>
                  </a:lnTo>
                  <a:close/>
                </a:path>
                <a:path w="7067550" h="3219450">
                  <a:moveTo>
                    <a:pt x="6964369" y="3209148"/>
                  </a:moveTo>
                  <a:lnTo>
                    <a:pt x="6954208" y="3182805"/>
                  </a:lnTo>
                  <a:lnTo>
                    <a:pt x="6961554" y="3179972"/>
                  </a:lnTo>
                  <a:lnTo>
                    <a:pt x="6968593" y="3176516"/>
                  </a:lnTo>
                  <a:lnTo>
                    <a:pt x="6975325" y="3172436"/>
                  </a:lnTo>
                  <a:lnTo>
                    <a:pt x="6989856" y="3196419"/>
                  </a:lnTo>
                  <a:lnTo>
                    <a:pt x="6968188" y="3207987"/>
                  </a:lnTo>
                  <a:lnTo>
                    <a:pt x="6964369" y="3209148"/>
                  </a:lnTo>
                  <a:close/>
                </a:path>
                <a:path w="7067550" h="3219450">
                  <a:moveTo>
                    <a:pt x="6914947" y="3219450"/>
                  </a:moveTo>
                  <a:lnTo>
                    <a:pt x="6908300" y="3219450"/>
                  </a:lnTo>
                  <a:lnTo>
                    <a:pt x="6907942" y="3191624"/>
                  </a:lnTo>
                  <a:lnTo>
                    <a:pt x="6915894" y="3191624"/>
                  </a:lnTo>
                  <a:lnTo>
                    <a:pt x="6923772" y="3190818"/>
                  </a:lnTo>
                  <a:lnTo>
                    <a:pt x="6931574" y="3189306"/>
                  </a:lnTo>
                  <a:lnTo>
                    <a:pt x="6936990" y="3217269"/>
                  </a:lnTo>
                  <a:lnTo>
                    <a:pt x="6914947" y="3219450"/>
                  </a:lnTo>
                  <a:close/>
                </a:path>
                <a:path w="7067550" h="3219450">
                  <a:moveTo>
                    <a:pt x="6879697" y="3219450"/>
                  </a:moveTo>
                  <a:lnTo>
                    <a:pt x="6851122" y="3219450"/>
                  </a:lnTo>
                  <a:lnTo>
                    <a:pt x="6851122" y="3191738"/>
                  </a:lnTo>
                  <a:lnTo>
                    <a:pt x="6879697" y="3191738"/>
                  </a:lnTo>
                  <a:lnTo>
                    <a:pt x="6879697" y="3219450"/>
                  </a:lnTo>
                  <a:close/>
                </a:path>
                <a:path w="7067550" h="3219450">
                  <a:moveTo>
                    <a:pt x="6822547" y="3219450"/>
                  </a:moveTo>
                  <a:lnTo>
                    <a:pt x="6793972" y="3219450"/>
                  </a:lnTo>
                  <a:lnTo>
                    <a:pt x="6793972" y="3191738"/>
                  </a:lnTo>
                  <a:lnTo>
                    <a:pt x="6822547" y="3191738"/>
                  </a:lnTo>
                  <a:lnTo>
                    <a:pt x="6822547" y="3219450"/>
                  </a:lnTo>
                  <a:close/>
                </a:path>
                <a:path w="7067550" h="3219450">
                  <a:moveTo>
                    <a:pt x="6765397" y="3219450"/>
                  </a:moveTo>
                  <a:lnTo>
                    <a:pt x="6736822" y="3219450"/>
                  </a:lnTo>
                  <a:lnTo>
                    <a:pt x="6736822" y="3191738"/>
                  </a:lnTo>
                  <a:lnTo>
                    <a:pt x="6765397" y="3191738"/>
                  </a:lnTo>
                  <a:lnTo>
                    <a:pt x="6765397" y="3219450"/>
                  </a:lnTo>
                  <a:close/>
                </a:path>
                <a:path w="7067550" h="3219450">
                  <a:moveTo>
                    <a:pt x="6708247" y="3219450"/>
                  </a:moveTo>
                  <a:lnTo>
                    <a:pt x="6679672" y="3219450"/>
                  </a:lnTo>
                  <a:lnTo>
                    <a:pt x="6679672" y="3191738"/>
                  </a:lnTo>
                  <a:lnTo>
                    <a:pt x="6708247" y="3191738"/>
                  </a:lnTo>
                  <a:lnTo>
                    <a:pt x="6708247" y="3219450"/>
                  </a:lnTo>
                  <a:close/>
                </a:path>
                <a:path w="7067550" h="3219450">
                  <a:moveTo>
                    <a:pt x="6651097" y="3219450"/>
                  </a:moveTo>
                  <a:lnTo>
                    <a:pt x="6622522" y="3219450"/>
                  </a:lnTo>
                  <a:lnTo>
                    <a:pt x="6622522" y="3191738"/>
                  </a:lnTo>
                  <a:lnTo>
                    <a:pt x="6651097" y="3191738"/>
                  </a:lnTo>
                  <a:lnTo>
                    <a:pt x="6651097" y="3219450"/>
                  </a:lnTo>
                  <a:close/>
                </a:path>
                <a:path w="7067550" h="3219450">
                  <a:moveTo>
                    <a:pt x="6593947" y="3219450"/>
                  </a:moveTo>
                  <a:lnTo>
                    <a:pt x="6565372" y="3219450"/>
                  </a:lnTo>
                  <a:lnTo>
                    <a:pt x="6565372" y="3191738"/>
                  </a:lnTo>
                  <a:lnTo>
                    <a:pt x="6593947" y="3191738"/>
                  </a:lnTo>
                  <a:lnTo>
                    <a:pt x="6593947" y="3219450"/>
                  </a:lnTo>
                  <a:close/>
                </a:path>
                <a:path w="7067550" h="3219450">
                  <a:moveTo>
                    <a:pt x="6536797" y="3219450"/>
                  </a:moveTo>
                  <a:lnTo>
                    <a:pt x="6508222" y="3219450"/>
                  </a:lnTo>
                  <a:lnTo>
                    <a:pt x="6508222" y="3191738"/>
                  </a:lnTo>
                  <a:lnTo>
                    <a:pt x="6536797" y="3191738"/>
                  </a:lnTo>
                  <a:lnTo>
                    <a:pt x="6536797" y="3219450"/>
                  </a:lnTo>
                  <a:close/>
                </a:path>
                <a:path w="7067550" h="3219450">
                  <a:moveTo>
                    <a:pt x="6479647" y="3219450"/>
                  </a:moveTo>
                  <a:lnTo>
                    <a:pt x="6451072" y="3219450"/>
                  </a:lnTo>
                  <a:lnTo>
                    <a:pt x="6451072" y="3191738"/>
                  </a:lnTo>
                  <a:lnTo>
                    <a:pt x="6479647" y="3191738"/>
                  </a:lnTo>
                  <a:lnTo>
                    <a:pt x="6479647" y="3219450"/>
                  </a:lnTo>
                  <a:close/>
                </a:path>
                <a:path w="7067550" h="3219450">
                  <a:moveTo>
                    <a:pt x="6422497" y="3219450"/>
                  </a:moveTo>
                  <a:lnTo>
                    <a:pt x="6393922" y="3219450"/>
                  </a:lnTo>
                  <a:lnTo>
                    <a:pt x="6393922" y="3191738"/>
                  </a:lnTo>
                  <a:lnTo>
                    <a:pt x="6422497" y="3191738"/>
                  </a:lnTo>
                  <a:lnTo>
                    <a:pt x="6422497" y="3219450"/>
                  </a:lnTo>
                  <a:close/>
                </a:path>
                <a:path w="7067550" h="3219450">
                  <a:moveTo>
                    <a:pt x="6365347" y="3219450"/>
                  </a:moveTo>
                  <a:lnTo>
                    <a:pt x="6336772" y="3219450"/>
                  </a:lnTo>
                  <a:lnTo>
                    <a:pt x="6336772" y="3191738"/>
                  </a:lnTo>
                  <a:lnTo>
                    <a:pt x="6365347" y="3191738"/>
                  </a:lnTo>
                  <a:lnTo>
                    <a:pt x="6365347" y="3219450"/>
                  </a:lnTo>
                  <a:close/>
                </a:path>
                <a:path w="7067550" h="3219450">
                  <a:moveTo>
                    <a:pt x="6308197" y="3219450"/>
                  </a:moveTo>
                  <a:lnTo>
                    <a:pt x="6279622" y="3219450"/>
                  </a:lnTo>
                  <a:lnTo>
                    <a:pt x="6279622" y="3191738"/>
                  </a:lnTo>
                  <a:lnTo>
                    <a:pt x="6308197" y="3191738"/>
                  </a:lnTo>
                  <a:lnTo>
                    <a:pt x="6308197" y="3219450"/>
                  </a:lnTo>
                  <a:close/>
                </a:path>
                <a:path w="7067550" h="3219450">
                  <a:moveTo>
                    <a:pt x="6251047" y="3219450"/>
                  </a:moveTo>
                  <a:lnTo>
                    <a:pt x="6222472" y="3219450"/>
                  </a:lnTo>
                  <a:lnTo>
                    <a:pt x="6222472" y="3191738"/>
                  </a:lnTo>
                  <a:lnTo>
                    <a:pt x="6251047" y="3191738"/>
                  </a:lnTo>
                  <a:lnTo>
                    <a:pt x="6251047" y="3219450"/>
                  </a:lnTo>
                  <a:close/>
                </a:path>
                <a:path w="7067550" h="3219450">
                  <a:moveTo>
                    <a:pt x="6193897" y="3219450"/>
                  </a:moveTo>
                  <a:lnTo>
                    <a:pt x="6165322" y="3219450"/>
                  </a:lnTo>
                  <a:lnTo>
                    <a:pt x="6165322" y="3191738"/>
                  </a:lnTo>
                  <a:lnTo>
                    <a:pt x="6193897" y="3191738"/>
                  </a:lnTo>
                  <a:lnTo>
                    <a:pt x="6193897" y="3219450"/>
                  </a:lnTo>
                  <a:close/>
                </a:path>
                <a:path w="7067550" h="3219450">
                  <a:moveTo>
                    <a:pt x="6136747" y="3219450"/>
                  </a:moveTo>
                  <a:lnTo>
                    <a:pt x="6108172" y="3219450"/>
                  </a:lnTo>
                  <a:lnTo>
                    <a:pt x="6108172" y="3191738"/>
                  </a:lnTo>
                  <a:lnTo>
                    <a:pt x="6136747" y="3191738"/>
                  </a:lnTo>
                  <a:lnTo>
                    <a:pt x="6136747" y="3219450"/>
                  </a:lnTo>
                  <a:close/>
                </a:path>
                <a:path w="7067550" h="3219450">
                  <a:moveTo>
                    <a:pt x="6079597" y="3219450"/>
                  </a:moveTo>
                  <a:lnTo>
                    <a:pt x="6051022" y="3219450"/>
                  </a:lnTo>
                  <a:lnTo>
                    <a:pt x="6051022" y="3191738"/>
                  </a:lnTo>
                  <a:lnTo>
                    <a:pt x="6079597" y="3191738"/>
                  </a:lnTo>
                  <a:lnTo>
                    <a:pt x="6079597" y="3219450"/>
                  </a:lnTo>
                  <a:close/>
                </a:path>
                <a:path w="7067550" h="3219450">
                  <a:moveTo>
                    <a:pt x="6022447" y="3219450"/>
                  </a:moveTo>
                  <a:lnTo>
                    <a:pt x="5993872" y="3219450"/>
                  </a:lnTo>
                  <a:lnTo>
                    <a:pt x="5993872" y="3191738"/>
                  </a:lnTo>
                  <a:lnTo>
                    <a:pt x="6022447" y="3191738"/>
                  </a:lnTo>
                  <a:lnTo>
                    <a:pt x="6022447" y="3219450"/>
                  </a:lnTo>
                  <a:close/>
                </a:path>
                <a:path w="7067550" h="3219450">
                  <a:moveTo>
                    <a:pt x="5965297" y="3219450"/>
                  </a:moveTo>
                  <a:lnTo>
                    <a:pt x="5936722" y="3219450"/>
                  </a:lnTo>
                  <a:lnTo>
                    <a:pt x="5936722" y="3191738"/>
                  </a:lnTo>
                  <a:lnTo>
                    <a:pt x="5965297" y="3191738"/>
                  </a:lnTo>
                  <a:lnTo>
                    <a:pt x="5965297" y="3219450"/>
                  </a:lnTo>
                  <a:close/>
                </a:path>
                <a:path w="7067550" h="3219450">
                  <a:moveTo>
                    <a:pt x="5908147" y="3219450"/>
                  </a:moveTo>
                  <a:lnTo>
                    <a:pt x="5879572" y="3219450"/>
                  </a:lnTo>
                  <a:lnTo>
                    <a:pt x="5879572" y="3191738"/>
                  </a:lnTo>
                  <a:lnTo>
                    <a:pt x="5908147" y="3191738"/>
                  </a:lnTo>
                  <a:lnTo>
                    <a:pt x="5908147" y="3219450"/>
                  </a:lnTo>
                  <a:close/>
                </a:path>
                <a:path w="7067550" h="3219450">
                  <a:moveTo>
                    <a:pt x="5850997" y="3219450"/>
                  </a:moveTo>
                  <a:lnTo>
                    <a:pt x="5822422" y="3219450"/>
                  </a:lnTo>
                  <a:lnTo>
                    <a:pt x="5822422" y="3191738"/>
                  </a:lnTo>
                  <a:lnTo>
                    <a:pt x="5850997" y="3191738"/>
                  </a:lnTo>
                  <a:lnTo>
                    <a:pt x="5850997" y="3219450"/>
                  </a:lnTo>
                  <a:close/>
                </a:path>
                <a:path w="7067550" h="3219450">
                  <a:moveTo>
                    <a:pt x="5793847" y="3219450"/>
                  </a:moveTo>
                  <a:lnTo>
                    <a:pt x="5765272" y="3219450"/>
                  </a:lnTo>
                  <a:lnTo>
                    <a:pt x="5765272" y="3191738"/>
                  </a:lnTo>
                  <a:lnTo>
                    <a:pt x="5793847" y="3191738"/>
                  </a:lnTo>
                  <a:lnTo>
                    <a:pt x="5793847" y="3219450"/>
                  </a:lnTo>
                  <a:close/>
                </a:path>
                <a:path w="7067550" h="3219450">
                  <a:moveTo>
                    <a:pt x="5736697" y="3219450"/>
                  </a:moveTo>
                  <a:lnTo>
                    <a:pt x="5708122" y="3219450"/>
                  </a:lnTo>
                  <a:lnTo>
                    <a:pt x="5708122" y="3191738"/>
                  </a:lnTo>
                  <a:lnTo>
                    <a:pt x="5736697" y="3191738"/>
                  </a:lnTo>
                  <a:lnTo>
                    <a:pt x="5736697" y="3219450"/>
                  </a:lnTo>
                  <a:close/>
                </a:path>
                <a:path w="7067550" h="3219450">
                  <a:moveTo>
                    <a:pt x="5679547" y="3219450"/>
                  </a:moveTo>
                  <a:lnTo>
                    <a:pt x="5650972" y="3219450"/>
                  </a:lnTo>
                  <a:lnTo>
                    <a:pt x="5650972" y="3191738"/>
                  </a:lnTo>
                  <a:lnTo>
                    <a:pt x="5679547" y="3191738"/>
                  </a:lnTo>
                  <a:lnTo>
                    <a:pt x="5679547" y="3219450"/>
                  </a:lnTo>
                  <a:close/>
                </a:path>
                <a:path w="7067550" h="3219450">
                  <a:moveTo>
                    <a:pt x="5622397" y="3219450"/>
                  </a:moveTo>
                  <a:lnTo>
                    <a:pt x="5593822" y="3219450"/>
                  </a:lnTo>
                  <a:lnTo>
                    <a:pt x="5593822" y="3191738"/>
                  </a:lnTo>
                  <a:lnTo>
                    <a:pt x="5622397" y="3191738"/>
                  </a:lnTo>
                  <a:lnTo>
                    <a:pt x="5622397" y="3219450"/>
                  </a:lnTo>
                  <a:close/>
                </a:path>
                <a:path w="7067550" h="3219450">
                  <a:moveTo>
                    <a:pt x="5565247" y="3219450"/>
                  </a:moveTo>
                  <a:lnTo>
                    <a:pt x="5536672" y="3219450"/>
                  </a:lnTo>
                  <a:lnTo>
                    <a:pt x="5536672" y="3191738"/>
                  </a:lnTo>
                  <a:lnTo>
                    <a:pt x="5565247" y="3191738"/>
                  </a:lnTo>
                  <a:lnTo>
                    <a:pt x="5565247" y="3219450"/>
                  </a:lnTo>
                  <a:close/>
                </a:path>
                <a:path w="7067550" h="3219450">
                  <a:moveTo>
                    <a:pt x="5508097" y="3219450"/>
                  </a:moveTo>
                  <a:lnTo>
                    <a:pt x="5479522" y="3219450"/>
                  </a:lnTo>
                  <a:lnTo>
                    <a:pt x="5479522" y="3191738"/>
                  </a:lnTo>
                  <a:lnTo>
                    <a:pt x="5508097" y="3191738"/>
                  </a:lnTo>
                  <a:lnTo>
                    <a:pt x="5508097" y="3219450"/>
                  </a:lnTo>
                  <a:close/>
                </a:path>
                <a:path w="7067550" h="3219450">
                  <a:moveTo>
                    <a:pt x="5450947" y="3219450"/>
                  </a:moveTo>
                  <a:lnTo>
                    <a:pt x="5422372" y="3219450"/>
                  </a:lnTo>
                  <a:lnTo>
                    <a:pt x="5422372" y="3191738"/>
                  </a:lnTo>
                  <a:lnTo>
                    <a:pt x="5450947" y="3191738"/>
                  </a:lnTo>
                  <a:lnTo>
                    <a:pt x="5450947" y="3219450"/>
                  </a:lnTo>
                  <a:close/>
                </a:path>
                <a:path w="7067550" h="3219450">
                  <a:moveTo>
                    <a:pt x="5393797" y="3219450"/>
                  </a:moveTo>
                  <a:lnTo>
                    <a:pt x="5365222" y="3219450"/>
                  </a:lnTo>
                  <a:lnTo>
                    <a:pt x="5365222" y="3191738"/>
                  </a:lnTo>
                  <a:lnTo>
                    <a:pt x="5393797" y="3191738"/>
                  </a:lnTo>
                  <a:lnTo>
                    <a:pt x="5393797" y="3219450"/>
                  </a:lnTo>
                  <a:close/>
                </a:path>
                <a:path w="7067550" h="3219450">
                  <a:moveTo>
                    <a:pt x="5336647" y="3219450"/>
                  </a:moveTo>
                  <a:lnTo>
                    <a:pt x="5308072" y="3219450"/>
                  </a:lnTo>
                  <a:lnTo>
                    <a:pt x="5308072" y="3191738"/>
                  </a:lnTo>
                  <a:lnTo>
                    <a:pt x="5336647" y="3191738"/>
                  </a:lnTo>
                  <a:lnTo>
                    <a:pt x="5336647" y="3219450"/>
                  </a:lnTo>
                  <a:close/>
                </a:path>
                <a:path w="7067550" h="3219450">
                  <a:moveTo>
                    <a:pt x="5279497" y="3219450"/>
                  </a:moveTo>
                  <a:lnTo>
                    <a:pt x="5250922" y="3219450"/>
                  </a:lnTo>
                  <a:lnTo>
                    <a:pt x="5250922" y="3191738"/>
                  </a:lnTo>
                  <a:lnTo>
                    <a:pt x="5279497" y="3191738"/>
                  </a:lnTo>
                  <a:lnTo>
                    <a:pt x="5279497" y="3219450"/>
                  </a:lnTo>
                  <a:close/>
                </a:path>
                <a:path w="7067550" h="3219450">
                  <a:moveTo>
                    <a:pt x="5222347" y="3219450"/>
                  </a:moveTo>
                  <a:lnTo>
                    <a:pt x="5193772" y="3219450"/>
                  </a:lnTo>
                  <a:lnTo>
                    <a:pt x="5193772" y="3191738"/>
                  </a:lnTo>
                  <a:lnTo>
                    <a:pt x="5222347" y="3191738"/>
                  </a:lnTo>
                  <a:lnTo>
                    <a:pt x="5222347" y="3219450"/>
                  </a:lnTo>
                  <a:close/>
                </a:path>
                <a:path w="7067550" h="3219450">
                  <a:moveTo>
                    <a:pt x="5165197" y="3219450"/>
                  </a:moveTo>
                  <a:lnTo>
                    <a:pt x="5136622" y="3219450"/>
                  </a:lnTo>
                  <a:lnTo>
                    <a:pt x="5136622" y="3191738"/>
                  </a:lnTo>
                  <a:lnTo>
                    <a:pt x="5165197" y="3191738"/>
                  </a:lnTo>
                  <a:lnTo>
                    <a:pt x="5165197" y="3219450"/>
                  </a:lnTo>
                  <a:close/>
                </a:path>
                <a:path w="7067550" h="3219450">
                  <a:moveTo>
                    <a:pt x="5108047" y="3219450"/>
                  </a:moveTo>
                  <a:lnTo>
                    <a:pt x="5079472" y="3219450"/>
                  </a:lnTo>
                  <a:lnTo>
                    <a:pt x="5079472" y="3191738"/>
                  </a:lnTo>
                  <a:lnTo>
                    <a:pt x="5108047" y="3191738"/>
                  </a:lnTo>
                  <a:lnTo>
                    <a:pt x="5108047" y="3219450"/>
                  </a:lnTo>
                  <a:close/>
                </a:path>
                <a:path w="7067550" h="3219450">
                  <a:moveTo>
                    <a:pt x="5050897" y="3219450"/>
                  </a:moveTo>
                  <a:lnTo>
                    <a:pt x="5022322" y="3219450"/>
                  </a:lnTo>
                  <a:lnTo>
                    <a:pt x="5022322" y="3191738"/>
                  </a:lnTo>
                  <a:lnTo>
                    <a:pt x="5050897" y="3191738"/>
                  </a:lnTo>
                  <a:lnTo>
                    <a:pt x="5050897" y="3219450"/>
                  </a:lnTo>
                  <a:close/>
                </a:path>
                <a:path w="7067550" h="3219450">
                  <a:moveTo>
                    <a:pt x="4993747" y="3219450"/>
                  </a:moveTo>
                  <a:lnTo>
                    <a:pt x="4965172" y="3219450"/>
                  </a:lnTo>
                  <a:lnTo>
                    <a:pt x="4965172" y="3191738"/>
                  </a:lnTo>
                  <a:lnTo>
                    <a:pt x="4993747" y="3191738"/>
                  </a:lnTo>
                  <a:lnTo>
                    <a:pt x="4993747" y="3219450"/>
                  </a:lnTo>
                  <a:close/>
                </a:path>
                <a:path w="7067550" h="3219450">
                  <a:moveTo>
                    <a:pt x="4936597" y="3219450"/>
                  </a:moveTo>
                  <a:lnTo>
                    <a:pt x="4908022" y="3219450"/>
                  </a:lnTo>
                  <a:lnTo>
                    <a:pt x="4908022" y="3191738"/>
                  </a:lnTo>
                  <a:lnTo>
                    <a:pt x="4936597" y="3191738"/>
                  </a:lnTo>
                  <a:lnTo>
                    <a:pt x="4936597" y="3219450"/>
                  </a:lnTo>
                  <a:close/>
                </a:path>
                <a:path w="7067550" h="3219450">
                  <a:moveTo>
                    <a:pt x="4879447" y="3219450"/>
                  </a:moveTo>
                  <a:lnTo>
                    <a:pt x="4850872" y="3219450"/>
                  </a:lnTo>
                  <a:lnTo>
                    <a:pt x="4850872" y="3191738"/>
                  </a:lnTo>
                  <a:lnTo>
                    <a:pt x="4879447" y="3191738"/>
                  </a:lnTo>
                  <a:lnTo>
                    <a:pt x="4879447" y="3219450"/>
                  </a:lnTo>
                  <a:close/>
                </a:path>
                <a:path w="7067550" h="3219450">
                  <a:moveTo>
                    <a:pt x="4822297" y="3219450"/>
                  </a:moveTo>
                  <a:lnTo>
                    <a:pt x="4793722" y="3219450"/>
                  </a:lnTo>
                  <a:lnTo>
                    <a:pt x="4793722" y="3191738"/>
                  </a:lnTo>
                  <a:lnTo>
                    <a:pt x="4822297" y="3191738"/>
                  </a:lnTo>
                  <a:lnTo>
                    <a:pt x="4822297" y="3219450"/>
                  </a:lnTo>
                  <a:close/>
                </a:path>
                <a:path w="7067550" h="3219450">
                  <a:moveTo>
                    <a:pt x="4765147" y="3219450"/>
                  </a:moveTo>
                  <a:lnTo>
                    <a:pt x="4736572" y="3219450"/>
                  </a:lnTo>
                  <a:lnTo>
                    <a:pt x="4736572" y="3191738"/>
                  </a:lnTo>
                  <a:lnTo>
                    <a:pt x="4765147" y="3191738"/>
                  </a:lnTo>
                  <a:lnTo>
                    <a:pt x="4765147" y="3219450"/>
                  </a:lnTo>
                  <a:close/>
                </a:path>
                <a:path w="7067550" h="3219450">
                  <a:moveTo>
                    <a:pt x="4707997" y="3219450"/>
                  </a:moveTo>
                  <a:lnTo>
                    <a:pt x="4679422" y="3219450"/>
                  </a:lnTo>
                  <a:lnTo>
                    <a:pt x="4679422" y="3191738"/>
                  </a:lnTo>
                  <a:lnTo>
                    <a:pt x="4707997" y="3191738"/>
                  </a:lnTo>
                  <a:lnTo>
                    <a:pt x="4707997" y="3219450"/>
                  </a:lnTo>
                  <a:close/>
                </a:path>
                <a:path w="7067550" h="3219450">
                  <a:moveTo>
                    <a:pt x="4650847" y="3219450"/>
                  </a:moveTo>
                  <a:lnTo>
                    <a:pt x="4622272" y="3219450"/>
                  </a:lnTo>
                  <a:lnTo>
                    <a:pt x="4622272" y="3191738"/>
                  </a:lnTo>
                  <a:lnTo>
                    <a:pt x="4650847" y="3191738"/>
                  </a:lnTo>
                  <a:lnTo>
                    <a:pt x="4650847" y="3219450"/>
                  </a:lnTo>
                  <a:close/>
                </a:path>
                <a:path w="7067550" h="3219450">
                  <a:moveTo>
                    <a:pt x="4593697" y="3219450"/>
                  </a:moveTo>
                  <a:lnTo>
                    <a:pt x="4565122" y="3219450"/>
                  </a:lnTo>
                  <a:lnTo>
                    <a:pt x="4565122" y="3191738"/>
                  </a:lnTo>
                  <a:lnTo>
                    <a:pt x="4593697" y="3191738"/>
                  </a:lnTo>
                  <a:lnTo>
                    <a:pt x="4593697" y="3219450"/>
                  </a:lnTo>
                  <a:close/>
                </a:path>
                <a:path w="7067550" h="3219450">
                  <a:moveTo>
                    <a:pt x="4536547" y="3219450"/>
                  </a:moveTo>
                  <a:lnTo>
                    <a:pt x="4507972" y="3219450"/>
                  </a:lnTo>
                  <a:lnTo>
                    <a:pt x="4507972" y="3191738"/>
                  </a:lnTo>
                  <a:lnTo>
                    <a:pt x="4536547" y="3191738"/>
                  </a:lnTo>
                  <a:lnTo>
                    <a:pt x="4536547" y="3219450"/>
                  </a:lnTo>
                  <a:close/>
                </a:path>
                <a:path w="7067550" h="3219450">
                  <a:moveTo>
                    <a:pt x="4479397" y="3219450"/>
                  </a:moveTo>
                  <a:lnTo>
                    <a:pt x="4450822" y="3219450"/>
                  </a:lnTo>
                  <a:lnTo>
                    <a:pt x="4450822" y="3191738"/>
                  </a:lnTo>
                  <a:lnTo>
                    <a:pt x="4479397" y="3191738"/>
                  </a:lnTo>
                  <a:lnTo>
                    <a:pt x="4479397" y="3219450"/>
                  </a:lnTo>
                  <a:close/>
                </a:path>
                <a:path w="7067550" h="3219450">
                  <a:moveTo>
                    <a:pt x="4422247" y="3219450"/>
                  </a:moveTo>
                  <a:lnTo>
                    <a:pt x="4393672" y="3219450"/>
                  </a:lnTo>
                  <a:lnTo>
                    <a:pt x="4393672" y="3191738"/>
                  </a:lnTo>
                  <a:lnTo>
                    <a:pt x="4422247" y="3191738"/>
                  </a:lnTo>
                  <a:lnTo>
                    <a:pt x="4422247" y="3219450"/>
                  </a:lnTo>
                  <a:close/>
                </a:path>
                <a:path w="7067550" h="3219450">
                  <a:moveTo>
                    <a:pt x="4365097" y="3219450"/>
                  </a:moveTo>
                  <a:lnTo>
                    <a:pt x="4336522" y="3219450"/>
                  </a:lnTo>
                  <a:lnTo>
                    <a:pt x="4336522" y="3191738"/>
                  </a:lnTo>
                  <a:lnTo>
                    <a:pt x="4365097" y="3191738"/>
                  </a:lnTo>
                  <a:lnTo>
                    <a:pt x="4365097" y="3219450"/>
                  </a:lnTo>
                  <a:close/>
                </a:path>
                <a:path w="7067550" h="3219450">
                  <a:moveTo>
                    <a:pt x="4307947" y="3219450"/>
                  </a:moveTo>
                  <a:lnTo>
                    <a:pt x="4279372" y="3219450"/>
                  </a:lnTo>
                  <a:lnTo>
                    <a:pt x="4279372" y="3191738"/>
                  </a:lnTo>
                  <a:lnTo>
                    <a:pt x="4307947" y="3191738"/>
                  </a:lnTo>
                  <a:lnTo>
                    <a:pt x="4307947" y="3219450"/>
                  </a:lnTo>
                  <a:close/>
                </a:path>
                <a:path w="7067550" h="3219450">
                  <a:moveTo>
                    <a:pt x="4250797" y="3219450"/>
                  </a:moveTo>
                  <a:lnTo>
                    <a:pt x="4222222" y="3219450"/>
                  </a:lnTo>
                  <a:lnTo>
                    <a:pt x="4222222" y="3191738"/>
                  </a:lnTo>
                  <a:lnTo>
                    <a:pt x="4250797" y="3191738"/>
                  </a:lnTo>
                  <a:lnTo>
                    <a:pt x="4250797" y="3219450"/>
                  </a:lnTo>
                  <a:close/>
                </a:path>
                <a:path w="7067550" h="3219450">
                  <a:moveTo>
                    <a:pt x="4193647" y="3219450"/>
                  </a:moveTo>
                  <a:lnTo>
                    <a:pt x="4165072" y="3219450"/>
                  </a:lnTo>
                  <a:lnTo>
                    <a:pt x="4165072" y="3191738"/>
                  </a:lnTo>
                  <a:lnTo>
                    <a:pt x="4193647" y="3191738"/>
                  </a:lnTo>
                  <a:lnTo>
                    <a:pt x="4193647" y="3219450"/>
                  </a:lnTo>
                  <a:close/>
                </a:path>
                <a:path w="7067550" h="3219450">
                  <a:moveTo>
                    <a:pt x="4136497" y="3219450"/>
                  </a:moveTo>
                  <a:lnTo>
                    <a:pt x="4107922" y="3219450"/>
                  </a:lnTo>
                  <a:lnTo>
                    <a:pt x="4107922" y="3191738"/>
                  </a:lnTo>
                  <a:lnTo>
                    <a:pt x="4136497" y="3191738"/>
                  </a:lnTo>
                  <a:lnTo>
                    <a:pt x="4136497" y="3219450"/>
                  </a:lnTo>
                  <a:close/>
                </a:path>
                <a:path w="7067550" h="3219450">
                  <a:moveTo>
                    <a:pt x="4079347" y="3219450"/>
                  </a:moveTo>
                  <a:lnTo>
                    <a:pt x="4050772" y="3219450"/>
                  </a:lnTo>
                  <a:lnTo>
                    <a:pt x="4050772" y="3191738"/>
                  </a:lnTo>
                  <a:lnTo>
                    <a:pt x="4079347" y="3191738"/>
                  </a:lnTo>
                  <a:lnTo>
                    <a:pt x="4079347" y="3219450"/>
                  </a:lnTo>
                  <a:close/>
                </a:path>
                <a:path w="7067550" h="3219450">
                  <a:moveTo>
                    <a:pt x="4022197" y="3219450"/>
                  </a:moveTo>
                  <a:lnTo>
                    <a:pt x="3993622" y="3219450"/>
                  </a:lnTo>
                  <a:lnTo>
                    <a:pt x="3993622" y="3191738"/>
                  </a:lnTo>
                  <a:lnTo>
                    <a:pt x="4022197" y="3191738"/>
                  </a:lnTo>
                  <a:lnTo>
                    <a:pt x="4022197" y="3219450"/>
                  </a:lnTo>
                  <a:close/>
                </a:path>
                <a:path w="7067550" h="3219450">
                  <a:moveTo>
                    <a:pt x="3965047" y="3219450"/>
                  </a:moveTo>
                  <a:lnTo>
                    <a:pt x="3936472" y="3219450"/>
                  </a:lnTo>
                  <a:lnTo>
                    <a:pt x="3936472" y="3191738"/>
                  </a:lnTo>
                  <a:lnTo>
                    <a:pt x="3965047" y="3191738"/>
                  </a:lnTo>
                  <a:lnTo>
                    <a:pt x="3965047" y="3219450"/>
                  </a:lnTo>
                  <a:close/>
                </a:path>
                <a:path w="7067550" h="3219450">
                  <a:moveTo>
                    <a:pt x="3907897" y="3219450"/>
                  </a:moveTo>
                  <a:lnTo>
                    <a:pt x="3879322" y="3219450"/>
                  </a:lnTo>
                  <a:lnTo>
                    <a:pt x="3879322" y="3191738"/>
                  </a:lnTo>
                  <a:lnTo>
                    <a:pt x="3907897" y="3191738"/>
                  </a:lnTo>
                  <a:lnTo>
                    <a:pt x="3907897" y="3219450"/>
                  </a:lnTo>
                  <a:close/>
                </a:path>
                <a:path w="7067550" h="3219450">
                  <a:moveTo>
                    <a:pt x="3850747" y="3219450"/>
                  </a:moveTo>
                  <a:lnTo>
                    <a:pt x="3822172" y="3219450"/>
                  </a:lnTo>
                  <a:lnTo>
                    <a:pt x="3822172" y="3191738"/>
                  </a:lnTo>
                  <a:lnTo>
                    <a:pt x="3850747" y="3191738"/>
                  </a:lnTo>
                  <a:lnTo>
                    <a:pt x="3850747" y="3219450"/>
                  </a:lnTo>
                  <a:close/>
                </a:path>
                <a:path w="7067550" h="3219450">
                  <a:moveTo>
                    <a:pt x="3793597" y="3219450"/>
                  </a:moveTo>
                  <a:lnTo>
                    <a:pt x="3765022" y="3219450"/>
                  </a:lnTo>
                  <a:lnTo>
                    <a:pt x="3765022" y="3191738"/>
                  </a:lnTo>
                  <a:lnTo>
                    <a:pt x="3793597" y="3191738"/>
                  </a:lnTo>
                  <a:lnTo>
                    <a:pt x="3793597" y="3219450"/>
                  </a:lnTo>
                  <a:close/>
                </a:path>
                <a:path w="7067550" h="3219450">
                  <a:moveTo>
                    <a:pt x="3736447" y="3219450"/>
                  </a:moveTo>
                  <a:lnTo>
                    <a:pt x="3707872" y="3219450"/>
                  </a:lnTo>
                  <a:lnTo>
                    <a:pt x="3707872" y="3191738"/>
                  </a:lnTo>
                  <a:lnTo>
                    <a:pt x="3736447" y="3191738"/>
                  </a:lnTo>
                  <a:lnTo>
                    <a:pt x="3736447" y="3219450"/>
                  </a:lnTo>
                  <a:close/>
                </a:path>
                <a:path w="7067550" h="3219450">
                  <a:moveTo>
                    <a:pt x="3679297" y="3219450"/>
                  </a:moveTo>
                  <a:lnTo>
                    <a:pt x="3650722" y="3219450"/>
                  </a:lnTo>
                  <a:lnTo>
                    <a:pt x="3650722" y="3191738"/>
                  </a:lnTo>
                  <a:lnTo>
                    <a:pt x="3679297" y="3191738"/>
                  </a:lnTo>
                  <a:lnTo>
                    <a:pt x="3679297" y="3219450"/>
                  </a:lnTo>
                  <a:close/>
                </a:path>
                <a:path w="7067550" h="3219450">
                  <a:moveTo>
                    <a:pt x="3622147" y="3219450"/>
                  </a:moveTo>
                  <a:lnTo>
                    <a:pt x="3593572" y="3219450"/>
                  </a:lnTo>
                  <a:lnTo>
                    <a:pt x="3593572" y="3191738"/>
                  </a:lnTo>
                  <a:lnTo>
                    <a:pt x="3622147" y="3191738"/>
                  </a:lnTo>
                  <a:lnTo>
                    <a:pt x="3622147" y="3219450"/>
                  </a:lnTo>
                  <a:close/>
                </a:path>
                <a:path w="7067550" h="3219450">
                  <a:moveTo>
                    <a:pt x="3564997" y="3219450"/>
                  </a:moveTo>
                  <a:lnTo>
                    <a:pt x="3536422" y="3219450"/>
                  </a:lnTo>
                  <a:lnTo>
                    <a:pt x="3536422" y="3191738"/>
                  </a:lnTo>
                  <a:lnTo>
                    <a:pt x="3564997" y="3191738"/>
                  </a:lnTo>
                  <a:lnTo>
                    <a:pt x="3564997" y="3219450"/>
                  </a:lnTo>
                  <a:close/>
                </a:path>
                <a:path w="7067550" h="3219450">
                  <a:moveTo>
                    <a:pt x="3507847" y="3219450"/>
                  </a:moveTo>
                  <a:lnTo>
                    <a:pt x="3479272" y="3219450"/>
                  </a:lnTo>
                  <a:lnTo>
                    <a:pt x="3479272" y="3191738"/>
                  </a:lnTo>
                  <a:lnTo>
                    <a:pt x="3507847" y="3191738"/>
                  </a:lnTo>
                  <a:lnTo>
                    <a:pt x="3507847" y="3219450"/>
                  </a:lnTo>
                  <a:close/>
                </a:path>
                <a:path w="7067550" h="3219450">
                  <a:moveTo>
                    <a:pt x="3450697" y="3219450"/>
                  </a:moveTo>
                  <a:lnTo>
                    <a:pt x="3422122" y="3219450"/>
                  </a:lnTo>
                  <a:lnTo>
                    <a:pt x="3422122" y="3191738"/>
                  </a:lnTo>
                  <a:lnTo>
                    <a:pt x="3450697" y="3191738"/>
                  </a:lnTo>
                  <a:lnTo>
                    <a:pt x="3450697" y="3219450"/>
                  </a:lnTo>
                  <a:close/>
                </a:path>
                <a:path w="7067550" h="3219450">
                  <a:moveTo>
                    <a:pt x="3393547" y="3219450"/>
                  </a:moveTo>
                  <a:lnTo>
                    <a:pt x="3364972" y="3219450"/>
                  </a:lnTo>
                  <a:lnTo>
                    <a:pt x="3364972" y="3191738"/>
                  </a:lnTo>
                  <a:lnTo>
                    <a:pt x="3393547" y="3191738"/>
                  </a:lnTo>
                  <a:lnTo>
                    <a:pt x="3393547" y="3219450"/>
                  </a:lnTo>
                  <a:close/>
                </a:path>
                <a:path w="7067550" h="3219450">
                  <a:moveTo>
                    <a:pt x="3336397" y="3219450"/>
                  </a:moveTo>
                  <a:lnTo>
                    <a:pt x="3307822" y="3219450"/>
                  </a:lnTo>
                  <a:lnTo>
                    <a:pt x="3307822" y="3191738"/>
                  </a:lnTo>
                  <a:lnTo>
                    <a:pt x="3336397" y="3191738"/>
                  </a:lnTo>
                  <a:lnTo>
                    <a:pt x="3336397" y="3219450"/>
                  </a:lnTo>
                  <a:close/>
                </a:path>
                <a:path w="7067550" h="3219450">
                  <a:moveTo>
                    <a:pt x="3279247" y="3219450"/>
                  </a:moveTo>
                  <a:lnTo>
                    <a:pt x="3250672" y="3219450"/>
                  </a:lnTo>
                  <a:lnTo>
                    <a:pt x="3250672" y="3191738"/>
                  </a:lnTo>
                  <a:lnTo>
                    <a:pt x="3279247" y="3191738"/>
                  </a:lnTo>
                  <a:lnTo>
                    <a:pt x="3279247" y="3219450"/>
                  </a:lnTo>
                  <a:close/>
                </a:path>
                <a:path w="7067550" h="3219450">
                  <a:moveTo>
                    <a:pt x="3222097" y="3219450"/>
                  </a:moveTo>
                  <a:lnTo>
                    <a:pt x="3193522" y="3219450"/>
                  </a:lnTo>
                  <a:lnTo>
                    <a:pt x="3193522" y="3191738"/>
                  </a:lnTo>
                  <a:lnTo>
                    <a:pt x="3222097" y="3191738"/>
                  </a:lnTo>
                  <a:lnTo>
                    <a:pt x="3222097" y="3219450"/>
                  </a:lnTo>
                  <a:close/>
                </a:path>
                <a:path w="7067550" h="3219450">
                  <a:moveTo>
                    <a:pt x="3164947" y="3219450"/>
                  </a:moveTo>
                  <a:lnTo>
                    <a:pt x="3136372" y="3219450"/>
                  </a:lnTo>
                  <a:lnTo>
                    <a:pt x="3136372" y="3191738"/>
                  </a:lnTo>
                  <a:lnTo>
                    <a:pt x="3164947" y="3191738"/>
                  </a:lnTo>
                  <a:lnTo>
                    <a:pt x="3164947" y="3219450"/>
                  </a:lnTo>
                  <a:close/>
                </a:path>
                <a:path w="7067550" h="3219450">
                  <a:moveTo>
                    <a:pt x="3107797" y="3219450"/>
                  </a:moveTo>
                  <a:lnTo>
                    <a:pt x="3079222" y="3219450"/>
                  </a:lnTo>
                  <a:lnTo>
                    <a:pt x="3079222" y="3191738"/>
                  </a:lnTo>
                  <a:lnTo>
                    <a:pt x="3107797" y="3191738"/>
                  </a:lnTo>
                  <a:lnTo>
                    <a:pt x="3107797" y="3219450"/>
                  </a:lnTo>
                  <a:close/>
                </a:path>
                <a:path w="7067550" h="3219450">
                  <a:moveTo>
                    <a:pt x="3050647" y="3219450"/>
                  </a:moveTo>
                  <a:lnTo>
                    <a:pt x="3022072" y="3219450"/>
                  </a:lnTo>
                  <a:lnTo>
                    <a:pt x="3022072" y="3191738"/>
                  </a:lnTo>
                  <a:lnTo>
                    <a:pt x="3050647" y="3191738"/>
                  </a:lnTo>
                  <a:lnTo>
                    <a:pt x="3050647" y="3219450"/>
                  </a:lnTo>
                  <a:close/>
                </a:path>
                <a:path w="7067550" h="3219450">
                  <a:moveTo>
                    <a:pt x="2993497" y="3219450"/>
                  </a:moveTo>
                  <a:lnTo>
                    <a:pt x="2964922" y="3219450"/>
                  </a:lnTo>
                  <a:lnTo>
                    <a:pt x="2964922" y="3191738"/>
                  </a:lnTo>
                  <a:lnTo>
                    <a:pt x="2993497" y="3191738"/>
                  </a:lnTo>
                  <a:lnTo>
                    <a:pt x="2993497" y="3219450"/>
                  </a:lnTo>
                  <a:close/>
                </a:path>
                <a:path w="7067550" h="3219450">
                  <a:moveTo>
                    <a:pt x="2936347" y="3219450"/>
                  </a:moveTo>
                  <a:lnTo>
                    <a:pt x="2907772" y="3219450"/>
                  </a:lnTo>
                  <a:lnTo>
                    <a:pt x="2907772" y="3191738"/>
                  </a:lnTo>
                  <a:lnTo>
                    <a:pt x="2936347" y="3191738"/>
                  </a:lnTo>
                  <a:lnTo>
                    <a:pt x="2936347" y="3219450"/>
                  </a:lnTo>
                  <a:close/>
                </a:path>
                <a:path w="7067550" h="3219450">
                  <a:moveTo>
                    <a:pt x="2879197" y="3219450"/>
                  </a:moveTo>
                  <a:lnTo>
                    <a:pt x="2850622" y="3219450"/>
                  </a:lnTo>
                  <a:lnTo>
                    <a:pt x="2850622" y="3191738"/>
                  </a:lnTo>
                  <a:lnTo>
                    <a:pt x="2879197" y="3191738"/>
                  </a:lnTo>
                  <a:lnTo>
                    <a:pt x="2879197" y="3219450"/>
                  </a:lnTo>
                  <a:close/>
                </a:path>
                <a:path w="7067550" h="3219450">
                  <a:moveTo>
                    <a:pt x="2822047" y="3219450"/>
                  </a:moveTo>
                  <a:lnTo>
                    <a:pt x="2793472" y="3219450"/>
                  </a:lnTo>
                  <a:lnTo>
                    <a:pt x="2793472" y="3191738"/>
                  </a:lnTo>
                  <a:lnTo>
                    <a:pt x="2822047" y="3191738"/>
                  </a:lnTo>
                  <a:lnTo>
                    <a:pt x="2822047" y="3219450"/>
                  </a:lnTo>
                  <a:close/>
                </a:path>
                <a:path w="7067550" h="3219450">
                  <a:moveTo>
                    <a:pt x="2764897" y="3219450"/>
                  </a:moveTo>
                  <a:lnTo>
                    <a:pt x="2736322" y="3219450"/>
                  </a:lnTo>
                  <a:lnTo>
                    <a:pt x="2736322" y="3191738"/>
                  </a:lnTo>
                  <a:lnTo>
                    <a:pt x="2764897" y="3191738"/>
                  </a:lnTo>
                  <a:lnTo>
                    <a:pt x="2764897" y="3219450"/>
                  </a:lnTo>
                  <a:close/>
                </a:path>
                <a:path w="7067550" h="3219450">
                  <a:moveTo>
                    <a:pt x="2707747" y="3219450"/>
                  </a:moveTo>
                  <a:lnTo>
                    <a:pt x="2679172" y="3219450"/>
                  </a:lnTo>
                  <a:lnTo>
                    <a:pt x="2679172" y="3191738"/>
                  </a:lnTo>
                  <a:lnTo>
                    <a:pt x="2707747" y="3191738"/>
                  </a:lnTo>
                  <a:lnTo>
                    <a:pt x="2707747" y="3219450"/>
                  </a:lnTo>
                  <a:close/>
                </a:path>
                <a:path w="7067550" h="3219450">
                  <a:moveTo>
                    <a:pt x="2650597" y="3219450"/>
                  </a:moveTo>
                  <a:lnTo>
                    <a:pt x="2622022" y="3219450"/>
                  </a:lnTo>
                  <a:lnTo>
                    <a:pt x="2622022" y="3191738"/>
                  </a:lnTo>
                  <a:lnTo>
                    <a:pt x="2650597" y="3191738"/>
                  </a:lnTo>
                  <a:lnTo>
                    <a:pt x="2650597" y="3219450"/>
                  </a:lnTo>
                  <a:close/>
                </a:path>
                <a:path w="7067550" h="3219450">
                  <a:moveTo>
                    <a:pt x="2593447" y="3219450"/>
                  </a:moveTo>
                  <a:lnTo>
                    <a:pt x="2564872" y="3219450"/>
                  </a:lnTo>
                  <a:lnTo>
                    <a:pt x="2564872" y="3191738"/>
                  </a:lnTo>
                  <a:lnTo>
                    <a:pt x="2593447" y="3191738"/>
                  </a:lnTo>
                  <a:lnTo>
                    <a:pt x="2593447" y="3219450"/>
                  </a:lnTo>
                  <a:close/>
                </a:path>
                <a:path w="7067550" h="3219450">
                  <a:moveTo>
                    <a:pt x="2536297" y="3219450"/>
                  </a:moveTo>
                  <a:lnTo>
                    <a:pt x="2507722" y="3219450"/>
                  </a:lnTo>
                  <a:lnTo>
                    <a:pt x="2507722" y="3191738"/>
                  </a:lnTo>
                  <a:lnTo>
                    <a:pt x="2536297" y="3191738"/>
                  </a:lnTo>
                  <a:lnTo>
                    <a:pt x="2536297" y="3219450"/>
                  </a:lnTo>
                  <a:close/>
                </a:path>
                <a:path w="7067550" h="3219450">
                  <a:moveTo>
                    <a:pt x="2479147" y="3219450"/>
                  </a:moveTo>
                  <a:lnTo>
                    <a:pt x="2450572" y="3219450"/>
                  </a:lnTo>
                  <a:lnTo>
                    <a:pt x="2450572" y="3191738"/>
                  </a:lnTo>
                  <a:lnTo>
                    <a:pt x="2479147" y="3191738"/>
                  </a:lnTo>
                  <a:lnTo>
                    <a:pt x="2479147" y="3219450"/>
                  </a:lnTo>
                  <a:close/>
                </a:path>
                <a:path w="7067550" h="3219450">
                  <a:moveTo>
                    <a:pt x="2421997" y="3219450"/>
                  </a:moveTo>
                  <a:lnTo>
                    <a:pt x="2393422" y="3219450"/>
                  </a:lnTo>
                  <a:lnTo>
                    <a:pt x="2393422" y="3191738"/>
                  </a:lnTo>
                  <a:lnTo>
                    <a:pt x="2421997" y="3191738"/>
                  </a:lnTo>
                  <a:lnTo>
                    <a:pt x="2421997" y="3219450"/>
                  </a:lnTo>
                  <a:close/>
                </a:path>
                <a:path w="7067550" h="3219450">
                  <a:moveTo>
                    <a:pt x="2364847" y="3219450"/>
                  </a:moveTo>
                  <a:lnTo>
                    <a:pt x="2336272" y="3219450"/>
                  </a:lnTo>
                  <a:lnTo>
                    <a:pt x="2336272" y="3191738"/>
                  </a:lnTo>
                  <a:lnTo>
                    <a:pt x="2364847" y="3191738"/>
                  </a:lnTo>
                  <a:lnTo>
                    <a:pt x="2364847" y="3219450"/>
                  </a:lnTo>
                  <a:close/>
                </a:path>
                <a:path w="7067550" h="3219450">
                  <a:moveTo>
                    <a:pt x="2307697" y="3219450"/>
                  </a:moveTo>
                  <a:lnTo>
                    <a:pt x="2279122" y="3219450"/>
                  </a:lnTo>
                  <a:lnTo>
                    <a:pt x="2279122" y="3191738"/>
                  </a:lnTo>
                  <a:lnTo>
                    <a:pt x="2307697" y="3191738"/>
                  </a:lnTo>
                  <a:lnTo>
                    <a:pt x="2307697" y="3219450"/>
                  </a:lnTo>
                  <a:close/>
                </a:path>
                <a:path w="7067550" h="3219450">
                  <a:moveTo>
                    <a:pt x="2250547" y="3219450"/>
                  </a:moveTo>
                  <a:lnTo>
                    <a:pt x="2221972" y="3219450"/>
                  </a:lnTo>
                  <a:lnTo>
                    <a:pt x="2221972" y="3191738"/>
                  </a:lnTo>
                  <a:lnTo>
                    <a:pt x="2250547" y="3191738"/>
                  </a:lnTo>
                  <a:lnTo>
                    <a:pt x="2250547" y="3219450"/>
                  </a:lnTo>
                  <a:close/>
                </a:path>
                <a:path w="7067550" h="3219450">
                  <a:moveTo>
                    <a:pt x="2193397" y="3219450"/>
                  </a:moveTo>
                  <a:lnTo>
                    <a:pt x="2164822" y="3219450"/>
                  </a:lnTo>
                  <a:lnTo>
                    <a:pt x="2164822" y="3191738"/>
                  </a:lnTo>
                  <a:lnTo>
                    <a:pt x="2193397" y="3191738"/>
                  </a:lnTo>
                  <a:lnTo>
                    <a:pt x="2193397" y="3219450"/>
                  </a:lnTo>
                  <a:close/>
                </a:path>
                <a:path w="7067550" h="3219450">
                  <a:moveTo>
                    <a:pt x="2136247" y="3219450"/>
                  </a:moveTo>
                  <a:lnTo>
                    <a:pt x="2107672" y="3219450"/>
                  </a:lnTo>
                  <a:lnTo>
                    <a:pt x="2107672" y="3191738"/>
                  </a:lnTo>
                  <a:lnTo>
                    <a:pt x="2136247" y="3191738"/>
                  </a:lnTo>
                  <a:lnTo>
                    <a:pt x="2136247" y="3219450"/>
                  </a:lnTo>
                  <a:close/>
                </a:path>
                <a:path w="7067550" h="3219450">
                  <a:moveTo>
                    <a:pt x="2079097" y="3219450"/>
                  </a:moveTo>
                  <a:lnTo>
                    <a:pt x="2050522" y="3219450"/>
                  </a:lnTo>
                  <a:lnTo>
                    <a:pt x="2050522" y="3191738"/>
                  </a:lnTo>
                  <a:lnTo>
                    <a:pt x="2079097" y="3191738"/>
                  </a:lnTo>
                  <a:lnTo>
                    <a:pt x="2079097" y="3219450"/>
                  </a:lnTo>
                  <a:close/>
                </a:path>
                <a:path w="7067550" h="3219450">
                  <a:moveTo>
                    <a:pt x="2021947" y="3219450"/>
                  </a:moveTo>
                  <a:lnTo>
                    <a:pt x="1993372" y="3219450"/>
                  </a:lnTo>
                  <a:lnTo>
                    <a:pt x="1993372" y="3191738"/>
                  </a:lnTo>
                  <a:lnTo>
                    <a:pt x="2021947" y="3191738"/>
                  </a:lnTo>
                  <a:lnTo>
                    <a:pt x="2021947" y="3219450"/>
                  </a:lnTo>
                  <a:close/>
                </a:path>
                <a:path w="7067550" h="3219450">
                  <a:moveTo>
                    <a:pt x="1964797" y="3219450"/>
                  </a:moveTo>
                  <a:lnTo>
                    <a:pt x="1936222" y="3219450"/>
                  </a:lnTo>
                  <a:lnTo>
                    <a:pt x="1936222" y="3191738"/>
                  </a:lnTo>
                  <a:lnTo>
                    <a:pt x="1964797" y="3191738"/>
                  </a:lnTo>
                  <a:lnTo>
                    <a:pt x="1964797" y="3219450"/>
                  </a:lnTo>
                  <a:close/>
                </a:path>
                <a:path w="7067550" h="3219450">
                  <a:moveTo>
                    <a:pt x="1907647" y="3219450"/>
                  </a:moveTo>
                  <a:lnTo>
                    <a:pt x="1879072" y="3219450"/>
                  </a:lnTo>
                  <a:lnTo>
                    <a:pt x="1879072" y="3191738"/>
                  </a:lnTo>
                  <a:lnTo>
                    <a:pt x="1907647" y="3191738"/>
                  </a:lnTo>
                  <a:lnTo>
                    <a:pt x="1907647" y="3219450"/>
                  </a:lnTo>
                  <a:close/>
                </a:path>
                <a:path w="7067550" h="3219450">
                  <a:moveTo>
                    <a:pt x="1850497" y="3219450"/>
                  </a:moveTo>
                  <a:lnTo>
                    <a:pt x="1821922" y="3219450"/>
                  </a:lnTo>
                  <a:lnTo>
                    <a:pt x="1821922" y="3191738"/>
                  </a:lnTo>
                  <a:lnTo>
                    <a:pt x="1850497" y="3191738"/>
                  </a:lnTo>
                  <a:lnTo>
                    <a:pt x="1850497" y="3219450"/>
                  </a:lnTo>
                  <a:close/>
                </a:path>
                <a:path w="7067550" h="3219450">
                  <a:moveTo>
                    <a:pt x="1793347" y="3219450"/>
                  </a:moveTo>
                  <a:lnTo>
                    <a:pt x="1764772" y="3219450"/>
                  </a:lnTo>
                  <a:lnTo>
                    <a:pt x="1764772" y="3191738"/>
                  </a:lnTo>
                  <a:lnTo>
                    <a:pt x="1793347" y="3191738"/>
                  </a:lnTo>
                  <a:lnTo>
                    <a:pt x="1793347" y="3219450"/>
                  </a:lnTo>
                  <a:close/>
                </a:path>
                <a:path w="7067550" h="3219450">
                  <a:moveTo>
                    <a:pt x="1736197" y="3219450"/>
                  </a:moveTo>
                  <a:lnTo>
                    <a:pt x="1707622" y="3219450"/>
                  </a:lnTo>
                  <a:lnTo>
                    <a:pt x="1707622" y="3191738"/>
                  </a:lnTo>
                  <a:lnTo>
                    <a:pt x="1736197" y="3191738"/>
                  </a:lnTo>
                  <a:lnTo>
                    <a:pt x="1736197" y="3219450"/>
                  </a:lnTo>
                  <a:close/>
                </a:path>
                <a:path w="7067550" h="3219450">
                  <a:moveTo>
                    <a:pt x="1679047" y="3219450"/>
                  </a:moveTo>
                  <a:lnTo>
                    <a:pt x="1650472" y="3219450"/>
                  </a:lnTo>
                  <a:lnTo>
                    <a:pt x="1650472" y="3191738"/>
                  </a:lnTo>
                  <a:lnTo>
                    <a:pt x="1679047" y="3191738"/>
                  </a:lnTo>
                  <a:lnTo>
                    <a:pt x="1679047" y="3219450"/>
                  </a:lnTo>
                  <a:close/>
                </a:path>
                <a:path w="7067550" h="3219450">
                  <a:moveTo>
                    <a:pt x="1621897" y="3219450"/>
                  </a:moveTo>
                  <a:lnTo>
                    <a:pt x="1593322" y="3219450"/>
                  </a:lnTo>
                  <a:lnTo>
                    <a:pt x="1593322" y="3191738"/>
                  </a:lnTo>
                  <a:lnTo>
                    <a:pt x="1621897" y="3191738"/>
                  </a:lnTo>
                  <a:lnTo>
                    <a:pt x="1621897" y="3219450"/>
                  </a:lnTo>
                  <a:close/>
                </a:path>
                <a:path w="7067550" h="3219450">
                  <a:moveTo>
                    <a:pt x="1564747" y="3219450"/>
                  </a:moveTo>
                  <a:lnTo>
                    <a:pt x="1536172" y="3219450"/>
                  </a:lnTo>
                  <a:lnTo>
                    <a:pt x="1536172" y="3191738"/>
                  </a:lnTo>
                  <a:lnTo>
                    <a:pt x="1564747" y="3191738"/>
                  </a:lnTo>
                  <a:lnTo>
                    <a:pt x="1564747" y="3219450"/>
                  </a:lnTo>
                  <a:close/>
                </a:path>
                <a:path w="7067550" h="3219450">
                  <a:moveTo>
                    <a:pt x="1507597" y="3219450"/>
                  </a:moveTo>
                  <a:lnTo>
                    <a:pt x="1479022" y="3219450"/>
                  </a:lnTo>
                  <a:lnTo>
                    <a:pt x="1479022" y="3191738"/>
                  </a:lnTo>
                  <a:lnTo>
                    <a:pt x="1507597" y="3191738"/>
                  </a:lnTo>
                  <a:lnTo>
                    <a:pt x="1507597" y="3219450"/>
                  </a:lnTo>
                  <a:close/>
                </a:path>
                <a:path w="7067550" h="3219450">
                  <a:moveTo>
                    <a:pt x="1450447" y="3219450"/>
                  </a:moveTo>
                  <a:lnTo>
                    <a:pt x="1421872" y="3219450"/>
                  </a:lnTo>
                  <a:lnTo>
                    <a:pt x="1421872" y="3191738"/>
                  </a:lnTo>
                  <a:lnTo>
                    <a:pt x="1450447" y="3191738"/>
                  </a:lnTo>
                  <a:lnTo>
                    <a:pt x="1450447" y="3219450"/>
                  </a:lnTo>
                  <a:close/>
                </a:path>
                <a:path w="7067550" h="3219450">
                  <a:moveTo>
                    <a:pt x="1393297" y="3219450"/>
                  </a:moveTo>
                  <a:lnTo>
                    <a:pt x="1364722" y="3219450"/>
                  </a:lnTo>
                  <a:lnTo>
                    <a:pt x="1364722" y="3191738"/>
                  </a:lnTo>
                  <a:lnTo>
                    <a:pt x="1393297" y="3191738"/>
                  </a:lnTo>
                  <a:lnTo>
                    <a:pt x="1393297" y="3219450"/>
                  </a:lnTo>
                  <a:close/>
                </a:path>
                <a:path w="7067550" h="3219450">
                  <a:moveTo>
                    <a:pt x="1336147" y="3219450"/>
                  </a:moveTo>
                  <a:lnTo>
                    <a:pt x="1307572" y="3219450"/>
                  </a:lnTo>
                  <a:lnTo>
                    <a:pt x="1307572" y="3191738"/>
                  </a:lnTo>
                  <a:lnTo>
                    <a:pt x="1336147" y="3191738"/>
                  </a:lnTo>
                  <a:lnTo>
                    <a:pt x="1336147" y="3219450"/>
                  </a:lnTo>
                  <a:close/>
                </a:path>
                <a:path w="7067550" h="3219450">
                  <a:moveTo>
                    <a:pt x="1278997" y="3219450"/>
                  </a:moveTo>
                  <a:lnTo>
                    <a:pt x="1250422" y="3219450"/>
                  </a:lnTo>
                  <a:lnTo>
                    <a:pt x="1250422" y="3191738"/>
                  </a:lnTo>
                  <a:lnTo>
                    <a:pt x="1278997" y="3191738"/>
                  </a:lnTo>
                  <a:lnTo>
                    <a:pt x="1278997" y="3219450"/>
                  </a:lnTo>
                  <a:close/>
                </a:path>
                <a:path w="7067550" h="3219450">
                  <a:moveTo>
                    <a:pt x="1221847" y="3219450"/>
                  </a:moveTo>
                  <a:lnTo>
                    <a:pt x="1193272" y="3219450"/>
                  </a:lnTo>
                  <a:lnTo>
                    <a:pt x="1193272" y="3191738"/>
                  </a:lnTo>
                  <a:lnTo>
                    <a:pt x="1221847" y="3191738"/>
                  </a:lnTo>
                  <a:lnTo>
                    <a:pt x="1221847" y="3219450"/>
                  </a:lnTo>
                  <a:close/>
                </a:path>
                <a:path w="7067550" h="3219450">
                  <a:moveTo>
                    <a:pt x="1164697" y="3219450"/>
                  </a:moveTo>
                  <a:lnTo>
                    <a:pt x="1136122" y="3219450"/>
                  </a:lnTo>
                  <a:lnTo>
                    <a:pt x="1136122" y="3191738"/>
                  </a:lnTo>
                  <a:lnTo>
                    <a:pt x="1164697" y="3191738"/>
                  </a:lnTo>
                  <a:lnTo>
                    <a:pt x="1164697" y="3219450"/>
                  </a:lnTo>
                  <a:close/>
                </a:path>
                <a:path w="7067550" h="3219450">
                  <a:moveTo>
                    <a:pt x="1107547" y="3219450"/>
                  </a:moveTo>
                  <a:lnTo>
                    <a:pt x="1078972" y="3219450"/>
                  </a:lnTo>
                  <a:lnTo>
                    <a:pt x="1078972" y="3191738"/>
                  </a:lnTo>
                  <a:lnTo>
                    <a:pt x="1107547" y="3191738"/>
                  </a:lnTo>
                  <a:lnTo>
                    <a:pt x="1107547" y="3219450"/>
                  </a:lnTo>
                  <a:close/>
                </a:path>
                <a:path w="7067550" h="3219450">
                  <a:moveTo>
                    <a:pt x="1050397" y="3219450"/>
                  </a:moveTo>
                  <a:lnTo>
                    <a:pt x="1021822" y="3219450"/>
                  </a:lnTo>
                  <a:lnTo>
                    <a:pt x="1021822" y="3191738"/>
                  </a:lnTo>
                  <a:lnTo>
                    <a:pt x="1050397" y="3191738"/>
                  </a:lnTo>
                  <a:lnTo>
                    <a:pt x="1050397" y="3219450"/>
                  </a:lnTo>
                  <a:close/>
                </a:path>
                <a:path w="7067550" h="3219450">
                  <a:moveTo>
                    <a:pt x="993247" y="3219450"/>
                  </a:moveTo>
                  <a:lnTo>
                    <a:pt x="964672" y="3219450"/>
                  </a:lnTo>
                  <a:lnTo>
                    <a:pt x="964672" y="3191738"/>
                  </a:lnTo>
                  <a:lnTo>
                    <a:pt x="993247" y="3191738"/>
                  </a:lnTo>
                  <a:lnTo>
                    <a:pt x="993247" y="3219450"/>
                  </a:lnTo>
                  <a:close/>
                </a:path>
                <a:path w="7067550" h="3219450">
                  <a:moveTo>
                    <a:pt x="936097" y="3219450"/>
                  </a:moveTo>
                  <a:lnTo>
                    <a:pt x="907522" y="3219450"/>
                  </a:lnTo>
                  <a:lnTo>
                    <a:pt x="907522" y="3191738"/>
                  </a:lnTo>
                  <a:lnTo>
                    <a:pt x="936097" y="3191738"/>
                  </a:lnTo>
                  <a:lnTo>
                    <a:pt x="936097" y="3219450"/>
                  </a:lnTo>
                  <a:close/>
                </a:path>
                <a:path w="7067550" h="3219450">
                  <a:moveTo>
                    <a:pt x="878947" y="3219450"/>
                  </a:moveTo>
                  <a:lnTo>
                    <a:pt x="850372" y="3219450"/>
                  </a:lnTo>
                  <a:lnTo>
                    <a:pt x="850372" y="3191738"/>
                  </a:lnTo>
                  <a:lnTo>
                    <a:pt x="878947" y="3191738"/>
                  </a:lnTo>
                  <a:lnTo>
                    <a:pt x="878947" y="3219450"/>
                  </a:lnTo>
                  <a:close/>
                </a:path>
                <a:path w="7067550" h="3219450">
                  <a:moveTo>
                    <a:pt x="821797" y="3219450"/>
                  </a:moveTo>
                  <a:lnTo>
                    <a:pt x="793222" y="3219450"/>
                  </a:lnTo>
                  <a:lnTo>
                    <a:pt x="793222" y="3191738"/>
                  </a:lnTo>
                  <a:lnTo>
                    <a:pt x="821797" y="3191738"/>
                  </a:lnTo>
                  <a:lnTo>
                    <a:pt x="821797" y="3219450"/>
                  </a:lnTo>
                  <a:close/>
                </a:path>
                <a:path w="7067550" h="3219450">
                  <a:moveTo>
                    <a:pt x="764647" y="3219450"/>
                  </a:moveTo>
                  <a:lnTo>
                    <a:pt x="736072" y="3219450"/>
                  </a:lnTo>
                  <a:lnTo>
                    <a:pt x="736072" y="3191738"/>
                  </a:lnTo>
                  <a:lnTo>
                    <a:pt x="764647" y="3191738"/>
                  </a:lnTo>
                  <a:lnTo>
                    <a:pt x="764647" y="3219450"/>
                  </a:lnTo>
                  <a:close/>
                </a:path>
                <a:path w="7067550" h="3219450">
                  <a:moveTo>
                    <a:pt x="707497" y="3219450"/>
                  </a:moveTo>
                  <a:lnTo>
                    <a:pt x="678922" y="3219450"/>
                  </a:lnTo>
                  <a:lnTo>
                    <a:pt x="678922" y="3191738"/>
                  </a:lnTo>
                  <a:lnTo>
                    <a:pt x="707497" y="3191738"/>
                  </a:lnTo>
                  <a:lnTo>
                    <a:pt x="707497" y="3219450"/>
                  </a:lnTo>
                  <a:close/>
                </a:path>
                <a:path w="7067550" h="3219450">
                  <a:moveTo>
                    <a:pt x="650347" y="3219450"/>
                  </a:moveTo>
                  <a:lnTo>
                    <a:pt x="621772" y="3219450"/>
                  </a:lnTo>
                  <a:lnTo>
                    <a:pt x="621772" y="3191738"/>
                  </a:lnTo>
                  <a:lnTo>
                    <a:pt x="650347" y="3191738"/>
                  </a:lnTo>
                  <a:lnTo>
                    <a:pt x="650347" y="3219450"/>
                  </a:lnTo>
                  <a:close/>
                </a:path>
                <a:path w="7067550" h="3219450">
                  <a:moveTo>
                    <a:pt x="593197" y="3219450"/>
                  </a:moveTo>
                  <a:lnTo>
                    <a:pt x="564622" y="3219450"/>
                  </a:lnTo>
                  <a:lnTo>
                    <a:pt x="564622" y="3191738"/>
                  </a:lnTo>
                  <a:lnTo>
                    <a:pt x="593197" y="3191738"/>
                  </a:lnTo>
                  <a:lnTo>
                    <a:pt x="593197" y="3219450"/>
                  </a:lnTo>
                  <a:close/>
                </a:path>
                <a:path w="7067550" h="3219450">
                  <a:moveTo>
                    <a:pt x="536047" y="3219450"/>
                  </a:moveTo>
                  <a:lnTo>
                    <a:pt x="507472" y="3219450"/>
                  </a:lnTo>
                  <a:lnTo>
                    <a:pt x="507472" y="3191738"/>
                  </a:lnTo>
                  <a:lnTo>
                    <a:pt x="536047" y="3191738"/>
                  </a:lnTo>
                  <a:lnTo>
                    <a:pt x="536047" y="3219450"/>
                  </a:lnTo>
                  <a:close/>
                </a:path>
                <a:path w="7067550" h="3219450">
                  <a:moveTo>
                    <a:pt x="478897" y="3219450"/>
                  </a:moveTo>
                  <a:lnTo>
                    <a:pt x="450322" y="3219450"/>
                  </a:lnTo>
                  <a:lnTo>
                    <a:pt x="450322" y="3191738"/>
                  </a:lnTo>
                  <a:lnTo>
                    <a:pt x="478897" y="3191738"/>
                  </a:lnTo>
                  <a:lnTo>
                    <a:pt x="478897" y="3219450"/>
                  </a:lnTo>
                  <a:close/>
                </a:path>
                <a:path w="7067550" h="3219450">
                  <a:moveTo>
                    <a:pt x="421747" y="3219450"/>
                  </a:moveTo>
                  <a:lnTo>
                    <a:pt x="393172" y="3219450"/>
                  </a:lnTo>
                  <a:lnTo>
                    <a:pt x="393172" y="3191738"/>
                  </a:lnTo>
                  <a:lnTo>
                    <a:pt x="421747" y="3191738"/>
                  </a:lnTo>
                  <a:lnTo>
                    <a:pt x="421747" y="3219450"/>
                  </a:lnTo>
                  <a:close/>
                </a:path>
                <a:path w="7067550" h="3219450">
                  <a:moveTo>
                    <a:pt x="364597" y="3219450"/>
                  </a:moveTo>
                  <a:lnTo>
                    <a:pt x="336022" y="3219450"/>
                  </a:lnTo>
                  <a:lnTo>
                    <a:pt x="336022" y="3191738"/>
                  </a:lnTo>
                  <a:lnTo>
                    <a:pt x="364597" y="3191738"/>
                  </a:lnTo>
                  <a:lnTo>
                    <a:pt x="364597" y="3219450"/>
                  </a:lnTo>
                  <a:close/>
                </a:path>
                <a:path w="7067550" h="3219450">
                  <a:moveTo>
                    <a:pt x="307447" y="3219450"/>
                  </a:moveTo>
                  <a:lnTo>
                    <a:pt x="278872" y="3219450"/>
                  </a:lnTo>
                  <a:lnTo>
                    <a:pt x="278872" y="3191738"/>
                  </a:lnTo>
                  <a:lnTo>
                    <a:pt x="307447" y="3191738"/>
                  </a:lnTo>
                  <a:lnTo>
                    <a:pt x="307447" y="3219450"/>
                  </a:lnTo>
                  <a:close/>
                </a:path>
                <a:path w="7067550" h="3219450">
                  <a:moveTo>
                    <a:pt x="250297" y="3219450"/>
                  </a:moveTo>
                  <a:lnTo>
                    <a:pt x="221722" y="3219450"/>
                  </a:lnTo>
                  <a:lnTo>
                    <a:pt x="221722" y="3191738"/>
                  </a:lnTo>
                  <a:lnTo>
                    <a:pt x="250297" y="3191738"/>
                  </a:lnTo>
                  <a:lnTo>
                    <a:pt x="250297" y="3219450"/>
                  </a:lnTo>
                  <a:close/>
                </a:path>
                <a:path w="7067550" h="3219450">
                  <a:moveTo>
                    <a:pt x="193147" y="3219450"/>
                  </a:moveTo>
                  <a:lnTo>
                    <a:pt x="164572" y="3219450"/>
                  </a:lnTo>
                  <a:lnTo>
                    <a:pt x="164572" y="3191738"/>
                  </a:lnTo>
                  <a:lnTo>
                    <a:pt x="193147" y="3191738"/>
                  </a:lnTo>
                  <a:lnTo>
                    <a:pt x="193147" y="3219450"/>
                  </a:lnTo>
                  <a:close/>
                </a:path>
                <a:path w="7067550" h="3219450">
                  <a:moveTo>
                    <a:pt x="135864" y="3217735"/>
                  </a:moveTo>
                  <a:lnTo>
                    <a:pt x="130184" y="3217173"/>
                  </a:lnTo>
                  <a:lnTo>
                    <a:pt x="108268" y="3210513"/>
                  </a:lnTo>
                  <a:lnTo>
                    <a:pt x="117568" y="3184146"/>
                  </a:lnTo>
                  <a:lnTo>
                    <a:pt x="125008" y="3186770"/>
                  </a:lnTo>
                  <a:lnTo>
                    <a:pt x="132619" y="3188718"/>
                  </a:lnTo>
                  <a:lnTo>
                    <a:pt x="140401" y="3189991"/>
                  </a:lnTo>
                  <a:lnTo>
                    <a:pt x="135956" y="3217173"/>
                  </a:lnTo>
                  <a:lnTo>
                    <a:pt x="135864" y="3217735"/>
                  </a:lnTo>
                  <a:close/>
                </a:path>
                <a:path w="7067550" h="3219450">
                  <a:moveTo>
                    <a:pt x="38508" y="3162012"/>
                  </a:moveTo>
                  <a:lnTo>
                    <a:pt x="27204" y="3148226"/>
                  </a:lnTo>
                  <a:lnTo>
                    <a:pt x="22077" y="3138623"/>
                  </a:lnTo>
                  <a:lnTo>
                    <a:pt x="46258" y="3124751"/>
                  </a:lnTo>
                  <a:lnTo>
                    <a:pt x="50196" y="3131615"/>
                  </a:lnTo>
                  <a:lnTo>
                    <a:pt x="54709" y="3138077"/>
                  </a:lnTo>
                  <a:lnTo>
                    <a:pt x="59797" y="3144137"/>
                  </a:lnTo>
                  <a:lnTo>
                    <a:pt x="38508" y="3162012"/>
                  </a:lnTo>
                  <a:close/>
                </a:path>
                <a:path w="7067550" h="3219450">
                  <a:moveTo>
                    <a:pt x="82431" y="3198631"/>
                  </a:moveTo>
                  <a:lnTo>
                    <a:pt x="72087" y="3193108"/>
                  </a:lnTo>
                  <a:lnTo>
                    <a:pt x="58956" y="3182342"/>
                  </a:lnTo>
                  <a:lnTo>
                    <a:pt x="76715" y="3160965"/>
                  </a:lnTo>
                  <a:lnTo>
                    <a:pt x="82799" y="3166020"/>
                  </a:lnTo>
                  <a:lnTo>
                    <a:pt x="89282" y="3170497"/>
                  </a:lnTo>
                  <a:lnTo>
                    <a:pt x="96165" y="3174398"/>
                  </a:lnTo>
                  <a:lnTo>
                    <a:pt x="82431" y="3198631"/>
                  </a:lnTo>
                  <a:close/>
                </a:path>
                <a:path w="7067550" h="3219450">
                  <a:moveTo>
                    <a:pt x="10044" y="3112849"/>
                  </a:moveTo>
                  <a:lnTo>
                    <a:pt x="3140" y="3090129"/>
                  </a:lnTo>
                  <a:lnTo>
                    <a:pt x="2661" y="3085291"/>
                  </a:lnTo>
                  <a:lnTo>
                    <a:pt x="30436" y="3080600"/>
                  </a:lnTo>
                  <a:lnTo>
                    <a:pt x="31749" y="3088375"/>
                  </a:lnTo>
                  <a:lnTo>
                    <a:pt x="33737" y="3095974"/>
                  </a:lnTo>
                  <a:lnTo>
                    <a:pt x="36399" y="3103398"/>
                  </a:lnTo>
                  <a:lnTo>
                    <a:pt x="10044" y="3112849"/>
                  </a:lnTo>
                  <a:close/>
                </a:path>
                <a:path w="7067550" h="3219450">
                  <a:moveTo>
                    <a:pt x="28574" y="3056582"/>
                  </a:moveTo>
                  <a:lnTo>
                    <a:pt x="0" y="3056582"/>
                  </a:lnTo>
                  <a:lnTo>
                    <a:pt x="0" y="3028007"/>
                  </a:lnTo>
                  <a:lnTo>
                    <a:pt x="28574" y="3028007"/>
                  </a:lnTo>
                  <a:lnTo>
                    <a:pt x="28574" y="3056582"/>
                  </a:lnTo>
                  <a:close/>
                </a:path>
                <a:path w="7067550" h="3219450">
                  <a:moveTo>
                    <a:pt x="28574" y="2999432"/>
                  </a:moveTo>
                  <a:lnTo>
                    <a:pt x="0" y="2999432"/>
                  </a:lnTo>
                  <a:lnTo>
                    <a:pt x="0" y="2970857"/>
                  </a:lnTo>
                  <a:lnTo>
                    <a:pt x="28574" y="2970857"/>
                  </a:lnTo>
                  <a:lnTo>
                    <a:pt x="28574" y="2999432"/>
                  </a:lnTo>
                  <a:close/>
                </a:path>
                <a:path w="7067550" h="3219450">
                  <a:moveTo>
                    <a:pt x="28574" y="2942282"/>
                  </a:moveTo>
                  <a:lnTo>
                    <a:pt x="0" y="2942282"/>
                  </a:lnTo>
                  <a:lnTo>
                    <a:pt x="0" y="2913707"/>
                  </a:lnTo>
                  <a:lnTo>
                    <a:pt x="28574" y="2913707"/>
                  </a:lnTo>
                  <a:lnTo>
                    <a:pt x="28574" y="2942282"/>
                  </a:lnTo>
                  <a:close/>
                </a:path>
                <a:path w="7067550" h="3219450">
                  <a:moveTo>
                    <a:pt x="28574" y="2885132"/>
                  </a:moveTo>
                  <a:lnTo>
                    <a:pt x="0" y="2885132"/>
                  </a:lnTo>
                  <a:lnTo>
                    <a:pt x="0" y="2856557"/>
                  </a:lnTo>
                  <a:lnTo>
                    <a:pt x="28574" y="2856557"/>
                  </a:lnTo>
                  <a:lnTo>
                    <a:pt x="28574" y="2885132"/>
                  </a:lnTo>
                  <a:close/>
                </a:path>
                <a:path w="7067550" h="3219450">
                  <a:moveTo>
                    <a:pt x="28574" y="2827982"/>
                  </a:moveTo>
                  <a:lnTo>
                    <a:pt x="0" y="2827982"/>
                  </a:lnTo>
                  <a:lnTo>
                    <a:pt x="0" y="2799407"/>
                  </a:lnTo>
                  <a:lnTo>
                    <a:pt x="28574" y="2799407"/>
                  </a:lnTo>
                  <a:lnTo>
                    <a:pt x="28574" y="2827982"/>
                  </a:lnTo>
                  <a:close/>
                </a:path>
                <a:path w="7067550" h="3219450">
                  <a:moveTo>
                    <a:pt x="28574" y="2770832"/>
                  </a:moveTo>
                  <a:lnTo>
                    <a:pt x="0" y="2770832"/>
                  </a:lnTo>
                  <a:lnTo>
                    <a:pt x="0" y="2742257"/>
                  </a:lnTo>
                  <a:lnTo>
                    <a:pt x="28574" y="2742257"/>
                  </a:lnTo>
                  <a:lnTo>
                    <a:pt x="28574" y="2770832"/>
                  </a:lnTo>
                  <a:close/>
                </a:path>
                <a:path w="7067550" h="3219450">
                  <a:moveTo>
                    <a:pt x="28574" y="2713682"/>
                  </a:moveTo>
                  <a:lnTo>
                    <a:pt x="0" y="2713682"/>
                  </a:lnTo>
                  <a:lnTo>
                    <a:pt x="0" y="2685107"/>
                  </a:lnTo>
                  <a:lnTo>
                    <a:pt x="28574" y="2685107"/>
                  </a:lnTo>
                  <a:lnTo>
                    <a:pt x="28574" y="2713682"/>
                  </a:lnTo>
                  <a:close/>
                </a:path>
                <a:path w="7067550" h="3219450">
                  <a:moveTo>
                    <a:pt x="28574" y="2656532"/>
                  </a:moveTo>
                  <a:lnTo>
                    <a:pt x="0" y="2656532"/>
                  </a:lnTo>
                  <a:lnTo>
                    <a:pt x="0" y="2627957"/>
                  </a:lnTo>
                  <a:lnTo>
                    <a:pt x="28574" y="2627957"/>
                  </a:lnTo>
                  <a:lnTo>
                    <a:pt x="28574" y="2656532"/>
                  </a:lnTo>
                  <a:close/>
                </a:path>
                <a:path w="7067550" h="3219450">
                  <a:moveTo>
                    <a:pt x="28574" y="2599382"/>
                  </a:moveTo>
                  <a:lnTo>
                    <a:pt x="0" y="2599382"/>
                  </a:lnTo>
                  <a:lnTo>
                    <a:pt x="0" y="2570807"/>
                  </a:lnTo>
                  <a:lnTo>
                    <a:pt x="28574" y="2570807"/>
                  </a:lnTo>
                  <a:lnTo>
                    <a:pt x="28574" y="2599382"/>
                  </a:lnTo>
                  <a:close/>
                </a:path>
                <a:path w="7067550" h="3219450">
                  <a:moveTo>
                    <a:pt x="28574" y="2542232"/>
                  </a:moveTo>
                  <a:lnTo>
                    <a:pt x="0" y="2542232"/>
                  </a:lnTo>
                  <a:lnTo>
                    <a:pt x="0" y="2513657"/>
                  </a:lnTo>
                  <a:lnTo>
                    <a:pt x="28574" y="2513657"/>
                  </a:lnTo>
                  <a:lnTo>
                    <a:pt x="28574" y="2542232"/>
                  </a:lnTo>
                  <a:close/>
                </a:path>
                <a:path w="7067550" h="3219450">
                  <a:moveTo>
                    <a:pt x="28574" y="2485082"/>
                  </a:moveTo>
                  <a:lnTo>
                    <a:pt x="0" y="2485082"/>
                  </a:lnTo>
                  <a:lnTo>
                    <a:pt x="0" y="2456507"/>
                  </a:lnTo>
                  <a:lnTo>
                    <a:pt x="28574" y="2456507"/>
                  </a:lnTo>
                  <a:lnTo>
                    <a:pt x="28574" y="2485082"/>
                  </a:lnTo>
                  <a:close/>
                </a:path>
                <a:path w="7067550" h="3219450">
                  <a:moveTo>
                    <a:pt x="28574" y="2427932"/>
                  </a:moveTo>
                  <a:lnTo>
                    <a:pt x="0" y="2427932"/>
                  </a:lnTo>
                  <a:lnTo>
                    <a:pt x="0" y="2399357"/>
                  </a:lnTo>
                  <a:lnTo>
                    <a:pt x="28574" y="2399357"/>
                  </a:lnTo>
                  <a:lnTo>
                    <a:pt x="28574" y="2427932"/>
                  </a:lnTo>
                  <a:close/>
                </a:path>
                <a:path w="7067550" h="3219450">
                  <a:moveTo>
                    <a:pt x="28574" y="2370782"/>
                  </a:moveTo>
                  <a:lnTo>
                    <a:pt x="0" y="2370782"/>
                  </a:lnTo>
                  <a:lnTo>
                    <a:pt x="0" y="2342207"/>
                  </a:lnTo>
                  <a:lnTo>
                    <a:pt x="28574" y="2342207"/>
                  </a:lnTo>
                  <a:lnTo>
                    <a:pt x="28574" y="2370782"/>
                  </a:lnTo>
                  <a:close/>
                </a:path>
                <a:path w="7067550" h="3219450">
                  <a:moveTo>
                    <a:pt x="28574" y="2313632"/>
                  </a:moveTo>
                  <a:lnTo>
                    <a:pt x="0" y="2313632"/>
                  </a:lnTo>
                  <a:lnTo>
                    <a:pt x="0" y="2285057"/>
                  </a:lnTo>
                  <a:lnTo>
                    <a:pt x="28574" y="2285057"/>
                  </a:lnTo>
                  <a:lnTo>
                    <a:pt x="28574" y="2313632"/>
                  </a:lnTo>
                  <a:close/>
                </a:path>
                <a:path w="7067550" h="3219450">
                  <a:moveTo>
                    <a:pt x="28574" y="2256482"/>
                  </a:moveTo>
                  <a:lnTo>
                    <a:pt x="0" y="2256482"/>
                  </a:lnTo>
                  <a:lnTo>
                    <a:pt x="0" y="2227907"/>
                  </a:lnTo>
                  <a:lnTo>
                    <a:pt x="28574" y="2227907"/>
                  </a:lnTo>
                  <a:lnTo>
                    <a:pt x="28574" y="2256482"/>
                  </a:lnTo>
                  <a:close/>
                </a:path>
                <a:path w="7067550" h="3219450">
                  <a:moveTo>
                    <a:pt x="28574" y="2199332"/>
                  </a:moveTo>
                  <a:lnTo>
                    <a:pt x="0" y="2199332"/>
                  </a:lnTo>
                  <a:lnTo>
                    <a:pt x="0" y="2170757"/>
                  </a:lnTo>
                  <a:lnTo>
                    <a:pt x="28574" y="2170757"/>
                  </a:lnTo>
                  <a:lnTo>
                    <a:pt x="28574" y="2199332"/>
                  </a:lnTo>
                  <a:close/>
                </a:path>
                <a:path w="7067550" h="3219450">
                  <a:moveTo>
                    <a:pt x="28574" y="2142182"/>
                  </a:moveTo>
                  <a:lnTo>
                    <a:pt x="0" y="2142182"/>
                  </a:lnTo>
                  <a:lnTo>
                    <a:pt x="0" y="2113607"/>
                  </a:lnTo>
                  <a:lnTo>
                    <a:pt x="28574" y="2113607"/>
                  </a:lnTo>
                  <a:lnTo>
                    <a:pt x="28574" y="2142182"/>
                  </a:lnTo>
                  <a:close/>
                </a:path>
                <a:path w="7067550" h="3219450">
                  <a:moveTo>
                    <a:pt x="28574" y="2085032"/>
                  </a:moveTo>
                  <a:lnTo>
                    <a:pt x="0" y="2085032"/>
                  </a:lnTo>
                  <a:lnTo>
                    <a:pt x="0" y="2056457"/>
                  </a:lnTo>
                  <a:lnTo>
                    <a:pt x="28574" y="2056457"/>
                  </a:lnTo>
                  <a:lnTo>
                    <a:pt x="28574" y="2085032"/>
                  </a:lnTo>
                  <a:close/>
                </a:path>
                <a:path w="7067550" h="3219450">
                  <a:moveTo>
                    <a:pt x="28574" y="2027882"/>
                  </a:moveTo>
                  <a:lnTo>
                    <a:pt x="0" y="2027882"/>
                  </a:lnTo>
                  <a:lnTo>
                    <a:pt x="0" y="1999307"/>
                  </a:lnTo>
                  <a:lnTo>
                    <a:pt x="28574" y="1999307"/>
                  </a:lnTo>
                  <a:lnTo>
                    <a:pt x="28574" y="2027882"/>
                  </a:lnTo>
                  <a:close/>
                </a:path>
                <a:path w="7067550" h="3219450">
                  <a:moveTo>
                    <a:pt x="28574" y="1970732"/>
                  </a:moveTo>
                  <a:lnTo>
                    <a:pt x="0" y="1970732"/>
                  </a:lnTo>
                  <a:lnTo>
                    <a:pt x="0" y="1942157"/>
                  </a:lnTo>
                  <a:lnTo>
                    <a:pt x="28574" y="1942157"/>
                  </a:lnTo>
                  <a:lnTo>
                    <a:pt x="28574" y="1970732"/>
                  </a:lnTo>
                  <a:close/>
                </a:path>
                <a:path w="7067550" h="3219450">
                  <a:moveTo>
                    <a:pt x="28574" y="1913582"/>
                  </a:moveTo>
                  <a:lnTo>
                    <a:pt x="0" y="1913582"/>
                  </a:lnTo>
                  <a:lnTo>
                    <a:pt x="0" y="1885007"/>
                  </a:lnTo>
                  <a:lnTo>
                    <a:pt x="28574" y="1885007"/>
                  </a:lnTo>
                  <a:lnTo>
                    <a:pt x="28574" y="1913582"/>
                  </a:lnTo>
                  <a:close/>
                </a:path>
                <a:path w="7067550" h="3219450">
                  <a:moveTo>
                    <a:pt x="28574" y="1856432"/>
                  </a:moveTo>
                  <a:lnTo>
                    <a:pt x="0" y="1856432"/>
                  </a:lnTo>
                  <a:lnTo>
                    <a:pt x="0" y="1827857"/>
                  </a:lnTo>
                  <a:lnTo>
                    <a:pt x="28574" y="1827857"/>
                  </a:lnTo>
                  <a:lnTo>
                    <a:pt x="28574" y="1856432"/>
                  </a:lnTo>
                  <a:close/>
                </a:path>
                <a:path w="7067550" h="3219450">
                  <a:moveTo>
                    <a:pt x="28574" y="1799282"/>
                  </a:moveTo>
                  <a:lnTo>
                    <a:pt x="0" y="1799282"/>
                  </a:lnTo>
                  <a:lnTo>
                    <a:pt x="0" y="1770707"/>
                  </a:lnTo>
                  <a:lnTo>
                    <a:pt x="28574" y="1770707"/>
                  </a:lnTo>
                  <a:lnTo>
                    <a:pt x="28574" y="1799282"/>
                  </a:lnTo>
                  <a:close/>
                </a:path>
                <a:path w="7067550" h="3219450">
                  <a:moveTo>
                    <a:pt x="28574" y="1742132"/>
                  </a:moveTo>
                  <a:lnTo>
                    <a:pt x="0" y="1742132"/>
                  </a:lnTo>
                  <a:lnTo>
                    <a:pt x="0" y="1713557"/>
                  </a:lnTo>
                  <a:lnTo>
                    <a:pt x="28574" y="1713557"/>
                  </a:lnTo>
                  <a:lnTo>
                    <a:pt x="28574" y="1742132"/>
                  </a:lnTo>
                  <a:close/>
                </a:path>
                <a:path w="7067550" h="3219450">
                  <a:moveTo>
                    <a:pt x="28574" y="1684982"/>
                  </a:moveTo>
                  <a:lnTo>
                    <a:pt x="0" y="1684982"/>
                  </a:lnTo>
                  <a:lnTo>
                    <a:pt x="0" y="1656407"/>
                  </a:lnTo>
                  <a:lnTo>
                    <a:pt x="28574" y="1656407"/>
                  </a:lnTo>
                  <a:lnTo>
                    <a:pt x="28574" y="1684982"/>
                  </a:lnTo>
                  <a:close/>
                </a:path>
                <a:path w="7067550" h="3219450">
                  <a:moveTo>
                    <a:pt x="28574" y="1627832"/>
                  </a:moveTo>
                  <a:lnTo>
                    <a:pt x="0" y="1627832"/>
                  </a:lnTo>
                  <a:lnTo>
                    <a:pt x="0" y="1599257"/>
                  </a:lnTo>
                  <a:lnTo>
                    <a:pt x="28574" y="1599257"/>
                  </a:lnTo>
                  <a:lnTo>
                    <a:pt x="28574" y="1627832"/>
                  </a:lnTo>
                  <a:close/>
                </a:path>
                <a:path w="7067550" h="3219450">
                  <a:moveTo>
                    <a:pt x="28574" y="1570682"/>
                  </a:moveTo>
                  <a:lnTo>
                    <a:pt x="0" y="1570682"/>
                  </a:lnTo>
                  <a:lnTo>
                    <a:pt x="0" y="1542107"/>
                  </a:lnTo>
                  <a:lnTo>
                    <a:pt x="28574" y="1542107"/>
                  </a:lnTo>
                  <a:lnTo>
                    <a:pt x="28574" y="1570682"/>
                  </a:lnTo>
                  <a:close/>
                </a:path>
                <a:path w="7067550" h="3219450">
                  <a:moveTo>
                    <a:pt x="28574" y="1513532"/>
                  </a:moveTo>
                  <a:lnTo>
                    <a:pt x="0" y="1513532"/>
                  </a:lnTo>
                  <a:lnTo>
                    <a:pt x="0" y="1484957"/>
                  </a:lnTo>
                  <a:lnTo>
                    <a:pt x="28574" y="1484957"/>
                  </a:lnTo>
                  <a:lnTo>
                    <a:pt x="28574" y="1513532"/>
                  </a:lnTo>
                  <a:close/>
                </a:path>
                <a:path w="7067550" h="3219450">
                  <a:moveTo>
                    <a:pt x="28574" y="1456382"/>
                  </a:moveTo>
                  <a:lnTo>
                    <a:pt x="0" y="1456382"/>
                  </a:lnTo>
                  <a:lnTo>
                    <a:pt x="0" y="1427807"/>
                  </a:lnTo>
                  <a:lnTo>
                    <a:pt x="28574" y="1427807"/>
                  </a:lnTo>
                  <a:lnTo>
                    <a:pt x="28574" y="1456382"/>
                  </a:lnTo>
                  <a:close/>
                </a:path>
                <a:path w="7067550" h="3219450">
                  <a:moveTo>
                    <a:pt x="28574" y="1399232"/>
                  </a:moveTo>
                  <a:lnTo>
                    <a:pt x="0" y="1399232"/>
                  </a:lnTo>
                  <a:lnTo>
                    <a:pt x="0" y="1370657"/>
                  </a:lnTo>
                  <a:lnTo>
                    <a:pt x="28574" y="1370657"/>
                  </a:lnTo>
                  <a:lnTo>
                    <a:pt x="28574" y="1399232"/>
                  </a:lnTo>
                  <a:close/>
                </a:path>
                <a:path w="7067550" h="3219450">
                  <a:moveTo>
                    <a:pt x="28574" y="1342082"/>
                  </a:moveTo>
                  <a:lnTo>
                    <a:pt x="0" y="1342082"/>
                  </a:lnTo>
                  <a:lnTo>
                    <a:pt x="0" y="1313507"/>
                  </a:lnTo>
                  <a:lnTo>
                    <a:pt x="28574" y="1313507"/>
                  </a:lnTo>
                  <a:lnTo>
                    <a:pt x="28574" y="1342082"/>
                  </a:lnTo>
                  <a:close/>
                </a:path>
                <a:path w="7067550" h="3219450">
                  <a:moveTo>
                    <a:pt x="28574" y="1284932"/>
                  </a:moveTo>
                  <a:lnTo>
                    <a:pt x="0" y="1284932"/>
                  </a:lnTo>
                  <a:lnTo>
                    <a:pt x="0" y="1256357"/>
                  </a:lnTo>
                  <a:lnTo>
                    <a:pt x="28574" y="1256357"/>
                  </a:lnTo>
                  <a:lnTo>
                    <a:pt x="28574" y="1284932"/>
                  </a:lnTo>
                  <a:close/>
                </a:path>
                <a:path w="7067550" h="3219450">
                  <a:moveTo>
                    <a:pt x="28574" y="1227782"/>
                  </a:moveTo>
                  <a:lnTo>
                    <a:pt x="0" y="1227782"/>
                  </a:lnTo>
                  <a:lnTo>
                    <a:pt x="0" y="1199207"/>
                  </a:lnTo>
                  <a:lnTo>
                    <a:pt x="28574" y="1199207"/>
                  </a:lnTo>
                  <a:lnTo>
                    <a:pt x="28574" y="1227782"/>
                  </a:lnTo>
                  <a:close/>
                </a:path>
                <a:path w="7067550" h="3219450">
                  <a:moveTo>
                    <a:pt x="28574" y="1170632"/>
                  </a:moveTo>
                  <a:lnTo>
                    <a:pt x="0" y="1170632"/>
                  </a:lnTo>
                  <a:lnTo>
                    <a:pt x="0" y="1142057"/>
                  </a:lnTo>
                  <a:lnTo>
                    <a:pt x="28574" y="1142057"/>
                  </a:lnTo>
                  <a:lnTo>
                    <a:pt x="28574" y="1170632"/>
                  </a:lnTo>
                  <a:close/>
                </a:path>
                <a:path w="7067550" h="3219450">
                  <a:moveTo>
                    <a:pt x="28574" y="1113482"/>
                  </a:moveTo>
                  <a:lnTo>
                    <a:pt x="0" y="1113482"/>
                  </a:lnTo>
                  <a:lnTo>
                    <a:pt x="0" y="1084907"/>
                  </a:lnTo>
                  <a:lnTo>
                    <a:pt x="28574" y="1084907"/>
                  </a:lnTo>
                  <a:lnTo>
                    <a:pt x="28574" y="1113482"/>
                  </a:lnTo>
                  <a:close/>
                </a:path>
                <a:path w="7067550" h="3219450">
                  <a:moveTo>
                    <a:pt x="28574" y="1056332"/>
                  </a:moveTo>
                  <a:lnTo>
                    <a:pt x="0" y="1056332"/>
                  </a:lnTo>
                  <a:lnTo>
                    <a:pt x="0" y="1027757"/>
                  </a:lnTo>
                  <a:lnTo>
                    <a:pt x="28574" y="1027757"/>
                  </a:lnTo>
                  <a:lnTo>
                    <a:pt x="28574" y="1056332"/>
                  </a:lnTo>
                  <a:close/>
                </a:path>
                <a:path w="7067550" h="3219450">
                  <a:moveTo>
                    <a:pt x="28574" y="999182"/>
                  </a:moveTo>
                  <a:lnTo>
                    <a:pt x="0" y="999182"/>
                  </a:lnTo>
                  <a:lnTo>
                    <a:pt x="0" y="970607"/>
                  </a:lnTo>
                  <a:lnTo>
                    <a:pt x="28574" y="970607"/>
                  </a:lnTo>
                  <a:lnTo>
                    <a:pt x="28574" y="999182"/>
                  </a:lnTo>
                  <a:close/>
                </a:path>
                <a:path w="7067550" h="3219450">
                  <a:moveTo>
                    <a:pt x="28574" y="942032"/>
                  </a:moveTo>
                  <a:lnTo>
                    <a:pt x="0" y="942032"/>
                  </a:lnTo>
                  <a:lnTo>
                    <a:pt x="0" y="913457"/>
                  </a:lnTo>
                  <a:lnTo>
                    <a:pt x="28574" y="913457"/>
                  </a:lnTo>
                  <a:lnTo>
                    <a:pt x="28574" y="942032"/>
                  </a:lnTo>
                  <a:close/>
                </a:path>
                <a:path w="7067550" h="3219450">
                  <a:moveTo>
                    <a:pt x="28574" y="884883"/>
                  </a:moveTo>
                  <a:lnTo>
                    <a:pt x="0" y="884883"/>
                  </a:lnTo>
                  <a:lnTo>
                    <a:pt x="0" y="856307"/>
                  </a:lnTo>
                  <a:lnTo>
                    <a:pt x="28574" y="856307"/>
                  </a:lnTo>
                  <a:lnTo>
                    <a:pt x="28574" y="884883"/>
                  </a:lnTo>
                  <a:close/>
                </a:path>
                <a:path w="7067550" h="3219450">
                  <a:moveTo>
                    <a:pt x="28574" y="827733"/>
                  </a:moveTo>
                  <a:lnTo>
                    <a:pt x="0" y="827733"/>
                  </a:lnTo>
                  <a:lnTo>
                    <a:pt x="0" y="799157"/>
                  </a:lnTo>
                  <a:lnTo>
                    <a:pt x="28574" y="799157"/>
                  </a:lnTo>
                  <a:lnTo>
                    <a:pt x="28574" y="827733"/>
                  </a:lnTo>
                  <a:close/>
                </a:path>
                <a:path w="7067550" h="3219450">
                  <a:moveTo>
                    <a:pt x="28574" y="770583"/>
                  </a:moveTo>
                  <a:lnTo>
                    <a:pt x="0" y="770583"/>
                  </a:lnTo>
                  <a:lnTo>
                    <a:pt x="0" y="742007"/>
                  </a:lnTo>
                  <a:lnTo>
                    <a:pt x="28574" y="742007"/>
                  </a:lnTo>
                  <a:lnTo>
                    <a:pt x="28574" y="770583"/>
                  </a:lnTo>
                  <a:close/>
                </a:path>
                <a:path w="7067550" h="3219450">
                  <a:moveTo>
                    <a:pt x="28574" y="713432"/>
                  </a:moveTo>
                  <a:lnTo>
                    <a:pt x="0" y="713432"/>
                  </a:lnTo>
                  <a:lnTo>
                    <a:pt x="0" y="684857"/>
                  </a:lnTo>
                  <a:lnTo>
                    <a:pt x="28574" y="684857"/>
                  </a:lnTo>
                  <a:lnTo>
                    <a:pt x="28574" y="713432"/>
                  </a:lnTo>
                  <a:close/>
                </a:path>
                <a:path w="7067550" h="3219450">
                  <a:moveTo>
                    <a:pt x="28574" y="656282"/>
                  </a:moveTo>
                  <a:lnTo>
                    <a:pt x="0" y="656282"/>
                  </a:lnTo>
                  <a:lnTo>
                    <a:pt x="0" y="627707"/>
                  </a:lnTo>
                  <a:lnTo>
                    <a:pt x="28574" y="627707"/>
                  </a:lnTo>
                  <a:lnTo>
                    <a:pt x="28574" y="656282"/>
                  </a:lnTo>
                  <a:close/>
                </a:path>
                <a:path w="7067550" h="3219450">
                  <a:moveTo>
                    <a:pt x="28574" y="599132"/>
                  </a:moveTo>
                  <a:lnTo>
                    <a:pt x="0" y="599132"/>
                  </a:lnTo>
                  <a:lnTo>
                    <a:pt x="0" y="570557"/>
                  </a:lnTo>
                  <a:lnTo>
                    <a:pt x="28574" y="570557"/>
                  </a:lnTo>
                  <a:lnTo>
                    <a:pt x="28574" y="599132"/>
                  </a:lnTo>
                  <a:close/>
                </a:path>
                <a:path w="7067550" h="3219450">
                  <a:moveTo>
                    <a:pt x="28574" y="541982"/>
                  </a:moveTo>
                  <a:lnTo>
                    <a:pt x="0" y="541982"/>
                  </a:lnTo>
                  <a:lnTo>
                    <a:pt x="0" y="513407"/>
                  </a:lnTo>
                  <a:lnTo>
                    <a:pt x="28574" y="513407"/>
                  </a:lnTo>
                  <a:lnTo>
                    <a:pt x="28574" y="541982"/>
                  </a:lnTo>
                  <a:close/>
                </a:path>
                <a:path w="7067550" h="3219450">
                  <a:moveTo>
                    <a:pt x="28574" y="484832"/>
                  </a:moveTo>
                  <a:lnTo>
                    <a:pt x="0" y="484832"/>
                  </a:lnTo>
                  <a:lnTo>
                    <a:pt x="0" y="456257"/>
                  </a:lnTo>
                  <a:lnTo>
                    <a:pt x="28574" y="456257"/>
                  </a:lnTo>
                  <a:lnTo>
                    <a:pt x="28574" y="484832"/>
                  </a:lnTo>
                  <a:close/>
                </a:path>
                <a:path w="7067550" h="3219450">
                  <a:moveTo>
                    <a:pt x="28574" y="427682"/>
                  </a:moveTo>
                  <a:lnTo>
                    <a:pt x="0" y="427682"/>
                  </a:lnTo>
                  <a:lnTo>
                    <a:pt x="0" y="399107"/>
                  </a:lnTo>
                  <a:lnTo>
                    <a:pt x="28574" y="399107"/>
                  </a:lnTo>
                  <a:lnTo>
                    <a:pt x="28574" y="427682"/>
                  </a:lnTo>
                  <a:close/>
                </a:path>
                <a:path w="7067550" h="3219450">
                  <a:moveTo>
                    <a:pt x="28574" y="370532"/>
                  </a:moveTo>
                  <a:lnTo>
                    <a:pt x="0" y="370532"/>
                  </a:lnTo>
                  <a:lnTo>
                    <a:pt x="0" y="341957"/>
                  </a:lnTo>
                  <a:lnTo>
                    <a:pt x="28574" y="341957"/>
                  </a:lnTo>
                  <a:lnTo>
                    <a:pt x="28574" y="370532"/>
                  </a:lnTo>
                  <a:close/>
                </a:path>
                <a:path w="7067550" h="3219450">
                  <a:moveTo>
                    <a:pt x="28574" y="313382"/>
                  </a:moveTo>
                  <a:lnTo>
                    <a:pt x="0" y="313382"/>
                  </a:lnTo>
                  <a:lnTo>
                    <a:pt x="0" y="284807"/>
                  </a:lnTo>
                  <a:lnTo>
                    <a:pt x="28574" y="284807"/>
                  </a:lnTo>
                  <a:lnTo>
                    <a:pt x="28574" y="313382"/>
                  </a:lnTo>
                  <a:close/>
                </a:path>
                <a:path w="7067550" h="3219450">
                  <a:moveTo>
                    <a:pt x="28574" y="256232"/>
                  </a:moveTo>
                  <a:lnTo>
                    <a:pt x="0" y="256232"/>
                  </a:lnTo>
                  <a:lnTo>
                    <a:pt x="0" y="227657"/>
                  </a:lnTo>
                  <a:lnTo>
                    <a:pt x="28574" y="227657"/>
                  </a:lnTo>
                  <a:lnTo>
                    <a:pt x="28574" y="256232"/>
                  </a:lnTo>
                  <a:close/>
                </a:path>
                <a:path w="7067550" h="3219450">
                  <a:moveTo>
                    <a:pt x="28574" y="199082"/>
                  </a:moveTo>
                  <a:lnTo>
                    <a:pt x="0" y="199082"/>
                  </a:lnTo>
                  <a:lnTo>
                    <a:pt x="0" y="170507"/>
                  </a:lnTo>
                  <a:lnTo>
                    <a:pt x="28574" y="170507"/>
                  </a:lnTo>
                  <a:lnTo>
                    <a:pt x="28574" y="199082"/>
                  </a:lnTo>
                  <a:close/>
                </a:path>
                <a:path w="7067550" h="3219450">
                  <a:moveTo>
                    <a:pt x="29620" y="145280"/>
                  </a:moveTo>
                  <a:lnTo>
                    <a:pt x="1993" y="141800"/>
                  </a:lnTo>
                  <a:lnTo>
                    <a:pt x="3140" y="130213"/>
                  </a:lnTo>
                  <a:lnTo>
                    <a:pt x="8088" y="113929"/>
                  </a:lnTo>
                  <a:lnTo>
                    <a:pt x="34632" y="122216"/>
                  </a:lnTo>
                  <a:lnTo>
                    <a:pt x="32278" y="129757"/>
                  </a:lnTo>
                  <a:lnTo>
                    <a:pt x="30607" y="137445"/>
                  </a:lnTo>
                  <a:lnTo>
                    <a:pt x="29620" y="145280"/>
                  </a:lnTo>
                  <a:close/>
                </a:path>
                <a:path w="7067550" h="3219450">
                  <a:moveTo>
                    <a:pt x="43591" y="100474"/>
                  </a:moveTo>
                  <a:lnTo>
                    <a:pt x="18909" y="87653"/>
                  </a:lnTo>
                  <a:lnTo>
                    <a:pt x="27204" y="72116"/>
                  </a:lnTo>
                  <a:lnTo>
                    <a:pt x="34207" y="63575"/>
                  </a:lnTo>
                  <a:lnTo>
                    <a:pt x="56280" y="80578"/>
                  </a:lnTo>
                  <a:lnTo>
                    <a:pt x="51462" y="86833"/>
                  </a:lnTo>
                  <a:lnTo>
                    <a:pt x="47232" y="93465"/>
                  </a:lnTo>
                  <a:lnTo>
                    <a:pt x="43591" y="100474"/>
                  </a:lnTo>
                  <a:close/>
                </a:path>
                <a:path w="7067550" h="3219450">
                  <a:moveTo>
                    <a:pt x="72463" y="63063"/>
                  </a:moveTo>
                  <a:lnTo>
                    <a:pt x="53693" y="42315"/>
                  </a:lnTo>
                  <a:lnTo>
                    <a:pt x="72087" y="27233"/>
                  </a:lnTo>
                  <a:lnTo>
                    <a:pt x="76479" y="24888"/>
                  </a:lnTo>
                  <a:lnTo>
                    <a:pt x="91378" y="48790"/>
                  </a:lnTo>
                  <a:lnTo>
                    <a:pt x="84649" y="52984"/>
                  </a:lnTo>
                  <a:lnTo>
                    <a:pt x="78344" y="57742"/>
                  </a:lnTo>
                  <a:lnTo>
                    <a:pt x="72463" y="63063"/>
                  </a:lnTo>
                  <a:close/>
                </a:path>
                <a:path w="7067550" h="3219450">
                  <a:moveTo>
                    <a:pt x="112368" y="38153"/>
                  </a:moveTo>
                  <a:lnTo>
                    <a:pt x="101815" y="11789"/>
                  </a:lnTo>
                  <a:lnTo>
                    <a:pt x="129143" y="3485"/>
                  </a:lnTo>
                  <a:lnTo>
                    <a:pt x="134911" y="31367"/>
                  </a:lnTo>
                  <a:lnTo>
                    <a:pt x="127197" y="32963"/>
                  </a:lnTo>
                  <a:lnTo>
                    <a:pt x="119683" y="35225"/>
                  </a:lnTo>
                  <a:lnTo>
                    <a:pt x="112368" y="38153"/>
                  </a:lnTo>
                  <a:close/>
                </a:path>
                <a:path w="7067550" h="3219450">
                  <a:moveTo>
                    <a:pt x="190496" y="28603"/>
                  </a:moveTo>
                  <a:lnTo>
                    <a:pt x="158487" y="28603"/>
                  </a:lnTo>
                  <a:lnTo>
                    <a:pt x="157762" y="415"/>
                  </a:lnTo>
                  <a:lnTo>
                    <a:pt x="161921" y="0"/>
                  </a:lnTo>
                  <a:lnTo>
                    <a:pt x="190496" y="0"/>
                  </a:lnTo>
                  <a:lnTo>
                    <a:pt x="190496" y="28603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57402" y="6690867"/>
              <a:ext cx="57150" cy="2266950"/>
            </a:xfrm>
            <a:custGeom>
              <a:avLst/>
              <a:gdLst/>
              <a:ahLst/>
              <a:cxnLst/>
              <a:rect l="l" t="t" r="r" b="b"/>
              <a:pathLst>
                <a:path w="57150" h="2266950">
                  <a:moveTo>
                    <a:pt x="57150" y="2234590"/>
                  </a:moveTo>
                  <a:lnTo>
                    <a:pt x="32359" y="2209800"/>
                  </a:lnTo>
                  <a:lnTo>
                    <a:pt x="24777" y="2209800"/>
                  </a:lnTo>
                  <a:lnTo>
                    <a:pt x="0" y="2234590"/>
                  </a:lnTo>
                  <a:lnTo>
                    <a:pt x="0" y="2242159"/>
                  </a:lnTo>
                  <a:lnTo>
                    <a:pt x="24777" y="2266950"/>
                  </a:lnTo>
                  <a:lnTo>
                    <a:pt x="32359" y="2266950"/>
                  </a:lnTo>
                  <a:lnTo>
                    <a:pt x="57150" y="2242159"/>
                  </a:lnTo>
                  <a:lnTo>
                    <a:pt x="57150" y="2238375"/>
                  </a:lnTo>
                  <a:lnTo>
                    <a:pt x="57150" y="2234590"/>
                  </a:lnTo>
                  <a:close/>
                </a:path>
                <a:path w="57150" h="2266950">
                  <a:moveTo>
                    <a:pt x="57150" y="1958365"/>
                  </a:moveTo>
                  <a:lnTo>
                    <a:pt x="32359" y="1933575"/>
                  </a:lnTo>
                  <a:lnTo>
                    <a:pt x="24777" y="1933575"/>
                  </a:lnTo>
                  <a:lnTo>
                    <a:pt x="0" y="1958365"/>
                  </a:lnTo>
                  <a:lnTo>
                    <a:pt x="0" y="1965934"/>
                  </a:lnTo>
                  <a:lnTo>
                    <a:pt x="24777" y="1990725"/>
                  </a:lnTo>
                  <a:lnTo>
                    <a:pt x="32359" y="1990725"/>
                  </a:lnTo>
                  <a:lnTo>
                    <a:pt x="57150" y="1965934"/>
                  </a:lnTo>
                  <a:lnTo>
                    <a:pt x="57150" y="1962150"/>
                  </a:lnTo>
                  <a:lnTo>
                    <a:pt x="57150" y="1958365"/>
                  </a:lnTo>
                  <a:close/>
                </a:path>
                <a:path w="57150" h="2266950">
                  <a:moveTo>
                    <a:pt x="57150" y="1682140"/>
                  </a:moveTo>
                  <a:lnTo>
                    <a:pt x="32359" y="1657350"/>
                  </a:lnTo>
                  <a:lnTo>
                    <a:pt x="24777" y="1657350"/>
                  </a:lnTo>
                  <a:lnTo>
                    <a:pt x="0" y="1682140"/>
                  </a:lnTo>
                  <a:lnTo>
                    <a:pt x="0" y="1689709"/>
                  </a:lnTo>
                  <a:lnTo>
                    <a:pt x="24777" y="1714500"/>
                  </a:lnTo>
                  <a:lnTo>
                    <a:pt x="32359" y="1714500"/>
                  </a:lnTo>
                  <a:lnTo>
                    <a:pt x="57150" y="1689709"/>
                  </a:lnTo>
                  <a:lnTo>
                    <a:pt x="57150" y="1685925"/>
                  </a:lnTo>
                  <a:lnTo>
                    <a:pt x="57150" y="1682140"/>
                  </a:lnTo>
                  <a:close/>
                </a:path>
                <a:path w="57150" h="2266950">
                  <a:moveTo>
                    <a:pt x="57150" y="1405915"/>
                  </a:moveTo>
                  <a:lnTo>
                    <a:pt x="32359" y="1381125"/>
                  </a:lnTo>
                  <a:lnTo>
                    <a:pt x="24777" y="1381125"/>
                  </a:lnTo>
                  <a:lnTo>
                    <a:pt x="0" y="1405915"/>
                  </a:lnTo>
                  <a:lnTo>
                    <a:pt x="0" y="1413484"/>
                  </a:lnTo>
                  <a:lnTo>
                    <a:pt x="24777" y="1438275"/>
                  </a:lnTo>
                  <a:lnTo>
                    <a:pt x="32359" y="1438275"/>
                  </a:lnTo>
                  <a:lnTo>
                    <a:pt x="57150" y="1413484"/>
                  </a:lnTo>
                  <a:lnTo>
                    <a:pt x="57150" y="1409700"/>
                  </a:lnTo>
                  <a:lnTo>
                    <a:pt x="57150" y="1405915"/>
                  </a:lnTo>
                  <a:close/>
                </a:path>
                <a:path w="57150" h="2266950">
                  <a:moveTo>
                    <a:pt x="57150" y="1129690"/>
                  </a:moveTo>
                  <a:lnTo>
                    <a:pt x="32359" y="1104900"/>
                  </a:lnTo>
                  <a:lnTo>
                    <a:pt x="24777" y="1104900"/>
                  </a:lnTo>
                  <a:lnTo>
                    <a:pt x="0" y="1129690"/>
                  </a:lnTo>
                  <a:lnTo>
                    <a:pt x="0" y="1137259"/>
                  </a:lnTo>
                  <a:lnTo>
                    <a:pt x="24777" y="1162050"/>
                  </a:lnTo>
                  <a:lnTo>
                    <a:pt x="32359" y="1162050"/>
                  </a:lnTo>
                  <a:lnTo>
                    <a:pt x="57150" y="1137259"/>
                  </a:lnTo>
                  <a:lnTo>
                    <a:pt x="57150" y="1133475"/>
                  </a:lnTo>
                  <a:lnTo>
                    <a:pt x="57150" y="1129690"/>
                  </a:lnTo>
                  <a:close/>
                </a:path>
                <a:path w="57150" h="2266950">
                  <a:moveTo>
                    <a:pt x="57150" y="577240"/>
                  </a:moveTo>
                  <a:lnTo>
                    <a:pt x="32359" y="552450"/>
                  </a:lnTo>
                  <a:lnTo>
                    <a:pt x="24777" y="552450"/>
                  </a:lnTo>
                  <a:lnTo>
                    <a:pt x="0" y="577240"/>
                  </a:lnTo>
                  <a:lnTo>
                    <a:pt x="0" y="584809"/>
                  </a:lnTo>
                  <a:lnTo>
                    <a:pt x="24777" y="609600"/>
                  </a:lnTo>
                  <a:lnTo>
                    <a:pt x="32359" y="609600"/>
                  </a:lnTo>
                  <a:lnTo>
                    <a:pt x="57150" y="584809"/>
                  </a:lnTo>
                  <a:lnTo>
                    <a:pt x="57150" y="581025"/>
                  </a:lnTo>
                  <a:lnTo>
                    <a:pt x="57150" y="577240"/>
                  </a:lnTo>
                  <a:close/>
                </a:path>
                <a:path w="57150" h="2266950">
                  <a:moveTo>
                    <a:pt x="57150" y="24790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825629" y="1842060"/>
            <a:ext cx="6787515" cy="7204709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4444365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Proposed</a:t>
            </a:r>
            <a:r>
              <a:rPr dirty="0" sz="2400" spc="-65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BF"/>
                </a:solidFill>
                <a:latin typeface="Calibri"/>
                <a:cs typeface="Calibri"/>
              </a:rPr>
              <a:t>Solution </a:t>
            </a:r>
            <a:r>
              <a:rPr dirty="0" sz="2400" b="1">
                <a:solidFill>
                  <a:srgbClr val="6BAA1F"/>
                </a:solidFill>
                <a:latin typeface="Calibri"/>
                <a:cs typeface="Calibri"/>
              </a:rPr>
              <a:t>Our</a:t>
            </a:r>
            <a:r>
              <a:rPr dirty="0" sz="2400" spc="-35" b="1">
                <a:solidFill>
                  <a:srgbClr val="6BAA1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6BAA1F"/>
                </a:solidFill>
                <a:latin typeface="Calibri"/>
                <a:cs typeface="Calibri"/>
              </a:rPr>
              <a:t>Concept</a:t>
            </a:r>
            <a:endParaRPr sz="2400">
              <a:latin typeface="Calibri"/>
              <a:cs typeface="Calibri"/>
            </a:endParaRPr>
          </a:p>
          <a:p>
            <a:pPr marL="12700" marR="122555">
              <a:lnSpc>
                <a:spcPts val="2330"/>
              </a:lnSpc>
              <a:spcBef>
                <a:spcPts val="40"/>
              </a:spcBef>
            </a:pPr>
            <a:r>
              <a:rPr dirty="0" sz="1950">
                <a:latin typeface="Calibri"/>
                <a:cs typeface="Calibri"/>
              </a:rPr>
              <a:t>We</a:t>
            </a:r>
            <a:r>
              <a:rPr dirty="0" sz="1950" spc="-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are</a:t>
            </a:r>
            <a:r>
              <a:rPr dirty="0" sz="1950" spc="-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building</a:t>
            </a:r>
            <a:r>
              <a:rPr dirty="0" sz="1950" spc="-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an</a:t>
            </a:r>
            <a:r>
              <a:rPr dirty="0" sz="1950" spc="-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AI</a:t>
            </a:r>
            <a:r>
              <a:rPr dirty="0" sz="1950" spc="-40">
                <a:latin typeface="Calibri"/>
                <a:cs typeface="Calibri"/>
              </a:rPr>
              <a:t> </a:t>
            </a:r>
            <a:r>
              <a:rPr dirty="0" sz="1950" spc="-20">
                <a:latin typeface="Calibri"/>
                <a:cs typeface="Calibri"/>
              </a:rPr>
              <a:t>Climate-</a:t>
            </a:r>
            <a:r>
              <a:rPr dirty="0" sz="1950">
                <a:latin typeface="Calibri"/>
                <a:cs typeface="Calibri"/>
              </a:rPr>
              <a:t>Adaptive</a:t>
            </a:r>
            <a:r>
              <a:rPr dirty="0" sz="1950" spc="-40">
                <a:latin typeface="Calibri"/>
                <a:cs typeface="Calibri"/>
              </a:rPr>
              <a:t> </a:t>
            </a:r>
            <a:r>
              <a:rPr dirty="0" sz="1950">
                <a:latin typeface="Calibri"/>
                <a:cs typeface="Calibri"/>
              </a:rPr>
              <a:t>Health</a:t>
            </a:r>
            <a:r>
              <a:rPr dirty="0" sz="1950" spc="-4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Intelligence</a:t>
            </a:r>
            <a:r>
              <a:rPr dirty="0" sz="1950" spc="-4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System </a:t>
            </a:r>
            <a:r>
              <a:rPr dirty="0" sz="1950">
                <a:latin typeface="Calibri"/>
                <a:cs typeface="Calibri"/>
              </a:rPr>
              <a:t>that</a:t>
            </a:r>
            <a:r>
              <a:rPr dirty="0" sz="1950" spc="-50">
                <a:latin typeface="Calibri"/>
                <a:cs typeface="Calibri"/>
              </a:rPr>
              <a:t> </a:t>
            </a:r>
            <a:r>
              <a:rPr dirty="0" sz="1950" spc="-10">
                <a:latin typeface="Calibri"/>
                <a:cs typeface="Calibri"/>
              </a:rPr>
              <a:t>connects: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235"/>
              </a:lnSpc>
            </a:pPr>
            <a:r>
              <a:rPr dirty="0" sz="1950" b="1">
                <a:latin typeface="Calibri"/>
                <a:cs typeface="Calibri"/>
              </a:rPr>
              <a:t>Climate</a:t>
            </a:r>
            <a:r>
              <a:rPr dirty="0" sz="1950" spc="-3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Data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+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Population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Vulnerability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+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Health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Risk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+</a:t>
            </a:r>
            <a:r>
              <a:rPr dirty="0" sz="1950" spc="-15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Resource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325"/>
              </a:lnSpc>
            </a:pPr>
            <a:r>
              <a:rPr dirty="0" sz="1950" spc="-10" b="1">
                <a:latin typeface="Calibri"/>
                <a:cs typeface="Calibri"/>
              </a:rPr>
              <a:t>Planning</a:t>
            </a:r>
            <a:endParaRPr sz="1950">
              <a:latin typeface="Calibri"/>
              <a:cs typeface="Calibri"/>
            </a:endParaRPr>
          </a:p>
          <a:p>
            <a:pPr marL="12700" marR="460375">
              <a:lnSpc>
                <a:spcPts val="2330"/>
              </a:lnSpc>
              <a:spcBef>
                <a:spcPts val="75"/>
              </a:spcBef>
            </a:pPr>
            <a:r>
              <a:rPr dirty="0" sz="1950" b="1">
                <a:solidFill>
                  <a:srgbClr val="6BAA1F"/>
                </a:solidFill>
                <a:latin typeface="Calibri"/>
                <a:cs typeface="Calibri"/>
              </a:rPr>
              <a:t>The</a:t>
            </a:r>
            <a:r>
              <a:rPr dirty="0" sz="1950" spc="-35" b="1">
                <a:solidFill>
                  <a:srgbClr val="6BAA1F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6BAA1F"/>
                </a:solidFill>
                <a:latin typeface="Calibri"/>
                <a:cs typeface="Calibri"/>
              </a:rPr>
              <a:t>system</a:t>
            </a:r>
            <a:r>
              <a:rPr dirty="0" sz="1950" spc="-35" b="1">
                <a:solidFill>
                  <a:srgbClr val="6BAA1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6BAA1F"/>
                </a:solidFill>
                <a:latin typeface="Calibri"/>
                <a:cs typeface="Calibri"/>
              </a:rPr>
              <a:t>predicts</a:t>
            </a:r>
            <a:r>
              <a:rPr dirty="0" sz="1950" spc="-35" b="1">
                <a:solidFill>
                  <a:srgbClr val="6BAA1F"/>
                </a:solidFill>
                <a:latin typeface="Calibri"/>
                <a:cs typeface="Calibri"/>
              </a:rPr>
              <a:t> </a:t>
            </a:r>
            <a:r>
              <a:rPr dirty="0" sz="1950" spc="-20" b="1">
                <a:solidFill>
                  <a:srgbClr val="6BAA1F"/>
                </a:solidFill>
                <a:latin typeface="Calibri"/>
                <a:cs typeface="Calibri"/>
              </a:rPr>
              <a:t>area-</a:t>
            </a:r>
            <a:r>
              <a:rPr dirty="0" sz="1950" b="1">
                <a:solidFill>
                  <a:srgbClr val="6BAA1F"/>
                </a:solidFill>
                <a:latin typeface="Calibri"/>
                <a:cs typeface="Calibri"/>
              </a:rPr>
              <a:t>wise</a:t>
            </a:r>
            <a:r>
              <a:rPr dirty="0" sz="1950" spc="-35" b="1">
                <a:solidFill>
                  <a:srgbClr val="6BAA1F"/>
                </a:solidFill>
                <a:latin typeface="Calibri"/>
                <a:cs typeface="Calibri"/>
              </a:rPr>
              <a:t> </a:t>
            </a:r>
            <a:r>
              <a:rPr dirty="0" sz="1950" spc="-10" b="1">
                <a:solidFill>
                  <a:srgbClr val="6BAA1F"/>
                </a:solidFill>
                <a:latin typeface="Calibri"/>
                <a:cs typeface="Calibri"/>
              </a:rPr>
              <a:t>climate-</a:t>
            </a:r>
            <a:r>
              <a:rPr dirty="0" sz="1950" b="1">
                <a:solidFill>
                  <a:srgbClr val="6BAA1F"/>
                </a:solidFill>
                <a:latin typeface="Calibri"/>
                <a:cs typeface="Calibri"/>
              </a:rPr>
              <a:t>driven</a:t>
            </a:r>
            <a:r>
              <a:rPr dirty="0" sz="1950" spc="-30" b="1">
                <a:solidFill>
                  <a:srgbClr val="6BAA1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6BAA1F"/>
                </a:solidFill>
                <a:latin typeface="Calibri"/>
                <a:cs typeface="Calibri"/>
              </a:rPr>
              <a:t>health</a:t>
            </a:r>
            <a:r>
              <a:rPr dirty="0" sz="1950" spc="-35" b="1">
                <a:solidFill>
                  <a:srgbClr val="6BAA1F"/>
                </a:solidFill>
                <a:latin typeface="Calibri"/>
                <a:cs typeface="Calibri"/>
              </a:rPr>
              <a:t> </a:t>
            </a:r>
            <a:r>
              <a:rPr dirty="0" sz="1950" b="1">
                <a:solidFill>
                  <a:srgbClr val="6BAA1F"/>
                </a:solidFill>
                <a:latin typeface="Calibri"/>
                <a:cs typeface="Calibri"/>
              </a:rPr>
              <a:t>risks</a:t>
            </a:r>
            <a:r>
              <a:rPr dirty="0" sz="1950" spc="-35" b="1">
                <a:solidFill>
                  <a:srgbClr val="6BAA1F"/>
                </a:solidFill>
                <a:latin typeface="Calibri"/>
                <a:cs typeface="Calibri"/>
              </a:rPr>
              <a:t> </a:t>
            </a:r>
            <a:r>
              <a:rPr dirty="0" sz="1950" spc="-25" b="1">
                <a:solidFill>
                  <a:srgbClr val="6BAA1F"/>
                </a:solidFill>
                <a:latin typeface="Calibri"/>
                <a:cs typeface="Calibri"/>
              </a:rPr>
              <a:t>and </a:t>
            </a:r>
            <a:r>
              <a:rPr dirty="0" sz="1950" spc="-10" b="1">
                <a:solidFill>
                  <a:srgbClr val="6BAA1F"/>
                </a:solidFill>
                <a:latin typeface="Calibri"/>
                <a:cs typeface="Calibri"/>
              </a:rPr>
              <a:t>provides:</a:t>
            </a:r>
            <a:endParaRPr sz="1950">
              <a:latin typeface="Calibri"/>
              <a:cs typeface="Calibri"/>
            </a:endParaRPr>
          </a:p>
          <a:p>
            <a:pPr marL="433070">
              <a:lnSpc>
                <a:spcPts val="2235"/>
              </a:lnSpc>
            </a:pPr>
            <a:r>
              <a:rPr dirty="0" sz="1950" b="1">
                <a:latin typeface="Calibri"/>
                <a:cs typeface="Calibri"/>
              </a:rPr>
              <a:t>Early</a:t>
            </a:r>
            <a:r>
              <a:rPr dirty="0" sz="1950" spc="-3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warnings</a:t>
            </a:r>
            <a:r>
              <a:rPr dirty="0" sz="1950" spc="-3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to</a:t>
            </a:r>
            <a:r>
              <a:rPr dirty="0" sz="1950" spc="-3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citizens</a:t>
            </a:r>
            <a:endParaRPr sz="1950">
              <a:latin typeface="Calibri"/>
              <a:cs typeface="Calibri"/>
            </a:endParaRPr>
          </a:p>
          <a:p>
            <a:pPr marL="433070">
              <a:lnSpc>
                <a:spcPts val="2325"/>
              </a:lnSpc>
            </a:pPr>
            <a:r>
              <a:rPr dirty="0" sz="1950" b="1">
                <a:latin typeface="Calibri"/>
                <a:cs typeface="Calibri"/>
              </a:rPr>
              <a:t>Hospital</a:t>
            </a:r>
            <a:r>
              <a:rPr dirty="0" sz="1950" spc="-4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surge</a:t>
            </a:r>
            <a:r>
              <a:rPr dirty="0" sz="1950" spc="-45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prediction</a:t>
            </a:r>
            <a:endParaRPr sz="1950">
              <a:latin typeface="Calibri"/>
              <a:cs typeface="Calibri"/>
            </a:endParaRPr>
          </a:p>
          <a:p>
            <a:pPr marL="433070" marR="1793239">
              <a:lnSpc>
                <a:spcPts val="2330"/>
              </a:lnSpc>
              <a:spcBef>
                <a:spcPts val="80"/>
              </a:spcBef>
            </a:pPr>
            <a:r>
              <a:rPr dirty="0" sz="1950" b="1">
                <a:latin typeface="Calibri"/>
                <a:cs typeface="Calibri"/>
              </a:rPr>
              <a:t>Smart</a:t>
            </a:r>
            <a:r>
              <a:rPr dirty="0" sz="1950" spc="-4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resource</a:t>
            </a:r>
            <a:r>
              <a:rPr dirty="0" sz="1950" spc="-3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allocation</a:t>
            </a:r>
            <a:r>
              <a:rPr dirty="0" sz="1950" spc="-35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recommendations </a:t>
            </a:r>
            <a:r>
              <a:rPr dirty="0" sz="1950" b="1">
                <a:latin typeface="Calibri"/>
                <a:cs typeface="Calibri"/>
              </a:rPr>
              <a:t>Smart</a:t>
            </a:r>
            <a:r>
              <a:rPr dirty="0" sz="1950" spc="-3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Dustbin</a:t>
            </a:r>
            <a:r>
              <a:rPr dirty="0" sz="1950" spc="-3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Facilities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245"/>
              </a:lnSpc>
            </a:pPr>
            <a:r>
              <a:rPr dirty="0" sz="1950" b="1">
                <a:latin typeface="Calibri"/>
                <a:cs typeface="Calibri"/>
              </a:rPr>
              <a:t>It</a:t>
            </a:r>
            <a:r>
              <a:rPr dirty="0" sz="1950" spc="-2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shifts</a:t>
            </a:r>
            <a:r>
              <a:rPr dirty="0" sz="1950" spc="-25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healthcare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from</a:t>
            </a:r>
            <a:r>
              <a:rPr dirty="0" sz="1950" spc="-2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reactive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→</a:t>
            </a:r>
            <a:r>
              <a:rPr dirty="0" sz="1950" spc="-2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predictive</a:t>
            </a:r>
            <a:r>
              <a:rPr dirty="0" sz="1950" spc="-25" b="1">
                <a:latin typeface="Calibri"/>
                <a:cs typeface="Calibri"/>
              </a:rPr>
              <a:t> </a:t>
            </a:r>
            <a:r>
              <a:rPr dirty="0" sz="1950" b="1">
                <a:latin typeface="Calibri"/>
                <a:cs typeface="Calibri"/>
              </a:rPr>
              <a:t>→</a:t>
            </a:r>
            <a:r>
              <a:rPr dirty="0" sz="1950" spc="-20" b="1">
                <a:latin typeface="Calibri"/>
                <a:cs typeface="Calibri"/>
              </a:rPr>
              <a:t> </a:t>
            </a:r>
            <a:r>
              <a:rPr dirty="0" sz="1950" spc="-10" b="1">
                <a:latin typeface="Calibri"/>
                <a:cs typeface="Calibri"/>
              </a:rPr>
              <a:t>preventive.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950">
              <a:latin typeface="Calibri"/>
              <a:cs typeface="Calibri"/>
            </a:endParaRPr>
          </a:p>
          <a:p>
            <a:pPr marL="12700">
              <a:lnSpc>
                <a:spcPts val="2875"/>
              </a:lnSpc>
            </a:pP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How</a:t>
            </a:r>
            <a:r>
              <a:rPr dirty="0" sz="2400" spc="-10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It</a:t>
            </a:r>
            <a:r>
              <a:rPr dirty="0" sz="2400" spc="-5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BF"/>
                </a:solidFill>
                <a:latin typeface="Calibri"/>
                <a:cs typeface="Calibri"/>
              </a:rPr>
              <a:t>Works</a:t>
            </a:r>
            <a:endParaRPr sz="2400">
              <a:latin typeface="Calibri"/>
              <a:cs typeface="Calibri"/>
            </a:endParaRPr>
          </a:p>
          <a:p>
            <a:pPr marL="415925" marR="5080">
              <a:lnSpc>
                <a:spcPts val="2180"/>
              </a:lnSpc>
              <a:spcBef>
                <a:spcPts val="105"/>
              </a:spcBef>
            </a:pPr>
            <a:r>
              <a:rPr dirty="0" sz="1850">
                <a:latin typeface="Calibri"/>
                <a:cs typeface="Calibri"/>
              </a:rPr>
              <a:t>Integration</a:t>
            </a:r>
            <a:r>
              <a:rPr dirty="0" sz="1850" spc="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of</a:t>
            </a:r>
            <a:r>
              <a:rPr dirty="0" sz="1850" spc="10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climate,</a:t>
            </a:r>
            <a:r>
              <a:rPr dirty="0" sz="1850" spc="10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carbon</a:t>
            </a:r>
            <a:r>
              <a:rPr dirty="0" sz="1850" spc="10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emission,</a:t>
            </a:r>
            <a:r>
              <a:rPr dirty="0" sz="1850" spc="10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hospital,</a:t>
            </a:r>
            <a:r>
              <a:rPr dirty="0" sz="1850" spc="10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and</a:t>
            </a:r>
            <a:r>
              <a:rPr dirty="0" sz="1850" spc="10" b="1">
                <a:latin typeface="Calibri"/>
                <a:cs typeface="Calibri"/>
              </a:rPr>
              <a:t> </a:t>
            </a:r>
            <a:r>
              <a:rPr dirty="0" sz="1850" spc="-10" b="1">
                <a:latin typeface="Calibri"/>
                <a:cs typeface="Calibri"/>
              </a:rPr>
              <a:t>population </a:t>
            </a:r>
            <a:r>
              <a:rPr dirty="0" sz="1850" spc="-20" b="1">
                <a:latin typeface="Calibri"/>
                <a:cs typeface="Calibri"/>
              </a:rPr>
              <a:t>data</a:t>
            </a:r>
            <a:endParaRPr sz="1850">
              <a:latin typeface="Calibri"/>
              <a:cs typeface="Calibri"/>
            </a:endParaRPr>
          </a:p>
          <a:p>
            <a:pPr marL="415925">
              <a:lnSpc>
                <a:spcPts val="2080"/>
              </a:lnSpc>
            </a:pPr>
            <a:r>
              <a:rPr dirty="0" sz="1850">
                <a:latin typeface="Calibri"/>
                <a:cs typeface="Calibri"/>
              </a:rPr>
              <a:t>AI</a:t>
            </a:r>
            <a:r>
              <a:rPr dirty="0" sz="1850" spc="1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models</a:t>
            </a:r>
            <a:r>
              <a:rPr dirty="0" sz="1850" spc="1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for</a:t>
            </a:r>
            <a:r>
              <a:rPr dirty="0" sz="1850" spc="10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heatwave</a:t>
            </a:r>
            <a:r>
              <a:rPr dirty="0" sz="1850" spc="15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risk</a:t>
            </a:r>
            <a:r>
              <a:rPr dirty="0" sz="1850" spc="10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prediction</a:t>
            </a:r>
            <a:r>
              <a:rPr dirty="0" sz="1850" spc="10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and</a:t>
            </a:r>
            <a:r>
              <a:rPr dirty="0" sz="1850" spc="10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hospital</a:t>
            </a:r>
            <a:r>
              <a:rPr dirty="0" sz="1850" spc="15" b="1">
                <a:latin typeface="Calibri"/>
                <a:cs typeface="Calibri"/>
              </a:rPr>
              <a:t> </a:t>
            </a:r>
            <a:r>
              <a:rPr dirty="0" sz="1850" spc="-10" b="1">
                <a:latin typeface="Calibri"/>
                <a:cs typeface="Calibri"/>
              </a:rPr>
              <a:t>surge</a:t>
            </a:r>
            <a:endParaRPr sz="1850">
              <a:latin typeface="Calibri"/>
              <a:cs typeface="Calibri"/>
            </a:endParaRPr>
          </a:p>
          <a:p>
            <a:pPr marL="415925">
              <a:lnSpc>
                <a:spcPts val="2175"/>
              </a:lnSpc>
            </a:pPr>
            <a:r>
              <a:rPr dirty="0" sz="1850" spc="-10" b="1">
                <a:latin typeface="Calibri"/>
                <a:cs typeface="Calibri"/>
              </a:rPr>
              <a:t>forecasting</a:t>
            </a:r>
            <a:endParaRPr sz="1850">
              <a:latin typeface="Calibri"/>
              <a:cs typeface="Calibri"/>
            </a:endParaRPr>
          </a:p>
          <a:p>
            <a:pPr marL="415925">
              <a:lnSpc>
                <a:spcPts val="2175"/>
              </a:lnSpc>
            </a:pPr>
            <a:r>
              <a:rPr dirty="0" sz="1850">
                <a:latin typeface="Calibri"/>
                <a:cs typeface="Calibri"/>
              </a:rPr>
              <a:t>Regional</a:t>
            </a:r>
            <a:r>
              <a:rPr dirty="0" sz="1850" spc="10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vulnerability</a:t>
            </a:r>
            <a:r>
              <a:rPr dirty="0" sz="1850" spc="10" b="1">
                <a:latin typeface="Calibri"/>
                <a:cs typeface="Calibri"/>
              </a:rPr>
              <a:t> </a:t>
            </a:r>
            <a:r>
              <a:rPr dirty="0" sz="1850" spc="-10" b="1">
                <a:latin typeface="Calibri"/>
                <a:cs typeface="Calibri"/>
              </a:rPr>
              <a:t>scoring</a:t>
            </a:r>
            <a:endParaRPr sz="1850">
              <a:latin typeface="Calibri"/>
              <a:cs typeface="Calibri"/>
            </a:endParaRPr>
          </a:p>
          <a:p>
            <a:pPr marL="415925" marR="1779270">
              <a:lnSpc>
                <a:spcPts val="2180"/>
              </a:lnSpc>
              <a:spcBef>
                <a:spcPts val="85"/>
              </a:spcBef>
            </a:pPr>
            <a:r>
              <a:rPr dirty="0" sz="1850">
                <a:latin typeface="Calibri"/>
                <a:cs typeface="Calibri"/>
              </a:rPr>
              <a:t>Generation</a:t>
            </a:r>
            <a:r>
              <a:rPr dirty="0" sz="1850" spc="1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of</a:t>
            </a:r>
            <a:r>
              <a:rPr dirty="0" sz="1850" spc="10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Climate</a:t>
            </a:r>
            <a:r>
              <a:rPr dirty="0" sz="1850" spc="15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Health</a:t>
            </a:r>
            <a:r>
              <a:rPr dirty="0" sz="1850" spc="10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Risk</a:t>
            </a:r>
            <a:r>
              <a:rPr dirty="0" sz="1850" spc="15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Index</a:t>
            </a:r>
            <a:r>
              <a:rPr dirty="0" sz="1850" spc="10" b="1">
                <a:latin typeface="Calibri"/>
                <a:cs typeface="Calibri"/>
              </a:rPr>
              <a:t> </a:t>
            </a:r>
            <a:r>
              <a:rPr dirty="0" sz="1850" spc="-10" b="1">
                <a:latin typeface="Calibri"/>
                <a:cs typeface="Calibri"/>
              </a:rPr>
              <a:t>(CHRI) </a:t>
            </a:r>
            <a:r>
              <a:rPr dirty="0" sz="1850" b="1">
                <a:latin typeface="Calibri"/>
                <a:cs typeface="Calibri"/>
              </a:rPr>
              <a:t>Early</a:t>
            </a:r>
            <a:r>
              <a:rPr dirty="0" sz="1850" spc="10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warning</a:t>
            </a:r>
            <a:r>
              <a:rPr dirty="0" sz="1850" spc="15" b="1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alerts</a:t>
            </a:r>
            <a:r>
              <a:rPr dirty="0" sz="1850" spc="15" b="1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for</a:t>
            </a:r>
            <a:r>
              <a:rPr dirty="0" sz="1850" spc="15">
                <a:latin typeface="Calibri"/>
                <a:cs typeface="Calibri"/>
              </a:rPr>
              <a:t> </a:t>
            </a:r>
            <a:r>
              <a:rPr dirty="0" sz="1850" spc="-10">
                <a:latin typeface="Calibri"/>
                <a:cs typeface="Calibri"/>
              </a:rPr>
              <a:t>citizens</a:t>
            </a:r>
            <a:endParaRPr sz="1850">
              <a:latin typeface="Calibri"/>
              <a:cs typeface="Calibri"/>
            </a:endParaRPr>
          </a:p>
          <a:p>
            <a:pPr marL="415925">
              <a:lnSpc>
                <a:spcPts val="2080"/>
              </a:lnSpc>
            </a:pPr>
            <a:r>
              <a:rPr dirty="0" sz="1850">
                <a:latin typeface="Calibri"/>
                <a:cs typeface="Calibri"/>
              </a:rPr>
              <a:t>Hospital</a:t>
            </a:r>
            <a:r>
              <a:rPr dirty="0" sz="1850" spc="-1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capacity</a:t>
            </a:r>
            <a:r>
              <a:rPr dirty="0" sz="1850" spc="-10">
                <a:latin typeface="Calibri"/>
                <a:cs typeface="Calibri"/>
              </a:rPr>
              <a:t> </a:t>
            </a:r>
            <a:r>
              <a:rPr dirty="0" sz="1850" b="1">
                <a:latin typeface="Calibri"/>
                <a:cs typeface="Calibri"/>
              </a:rPr>
              <a:t>stress</a:t>
            </a:r>
            <a:r>
              <a:rPr dirty="0" sz="1850" spc="-15" b="1">
                <a:latin typeface="Calibri"/>
                <a:cs typeface="Calibri"/>
              </a:rPr>
              <a:t> </a:t>
            </a:r>
            <a:r>
              <a:rPr dirty="0" sz="1850" spc="-10" b="1">
                <a:latin typeface="Calibri"/>
                <a:cs typeface="Calibri"/>
              </a:rPr>
              <a:t>prediction</a:t>
            </a:r>
            <a:endParaRPr sz="1850">
              <a:latin typeface="Calibri"/>
              <a:cs typeface="Calibri"/>
            </a:endParaRPr>
          </a:p>
          <a:p>
            <a:pPr marL="415925">
              <a:lnSpc>
                <a:spcPts val="2200"/>
              </a:lnSpc>
            </a:pPr>
            <a:r>
              <a:rPr dirty="0" sz="1850">
                <a:latin typeface="Calibri"/>
                <a:cs typeface="Calibri"/>
              </a:rPr>
              <a:t>Smart</a:t>
            </a:r>
            <a:r>
              <a:rPr dirty="0" sz="1850" spc="-2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resource</a:t>
            </a:r>
            <a:r>
              <a:rPr dirty="0" sz="1850" spc="-1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allocation</a:t>
            </a:r>
            <a:r>
              <a:rPr dirty="0" sz="1850" spc="-15">
                <a:latin typeface="Calibri"/>
                <a:cs typeface="Calibri"/>
              </a:rPr>
              <a:t> </a:t>
            </a:r>
            <a:r>
              <a:rPr dirty="0" sz="1850" spc="-10">
                <a:latin typeface="Calibri"/>
                <a:cs typeface="Calibri"/>
              </a:rPr>
              <a:t>recommendations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61497" y="877989"/>
            <a:ext cx="8211184" cy="66675"/>
          </a:xfrm>
          <a:custGeom>
            <a:avLst/>
            <a:gdLst/>
            <a:ahLst/>
            <a:cxnLst/>
            <a:rect l="l" t="t" r="r" b="b"/>
            <a:pathLst>
              <a:path w="8211184" h="66675">
                <a:moveTo>
                  <a:pt x="8210847" y="66674"/>
                </a:moveTo>
                <a:lnTo>
                  <a:pt x="0" y="66674"/>
                </a:lnTo>
                <a:lnTo>
                  <a:pt x="0" y="0"/>
                </a:lnTo>
                <a:lnTo>
                  <a:pt x="8210847" y="0"/>
                </a:lnTo>
                <a:lnTo>
                  <a:pt x="8210847" y="666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48797" y="141389"/>
            <a:ext cx="8236584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7685" algn="l"/>
              </a:tabLst>
            </a:pPr>
            <a:r>
              <a:rPr dirty="0" spc="-10"/>
              <a:t>TECHNICAL</a:t>
            </a:r>
            <a:r>
              <a:rPr dirty="0"/>
              <a:t>	</a:t>
            </a:r>
            <a:r>
              <a:rPr dirty="0" spc="-10"/>
              <a:t>APPROACH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575" y="122062"/>
            <a:ext cx="1643252" cy="154343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540444" y="21440"/>
            <a:ext cx="17521555" cy="6997065"/>
            <a:chOff x="540444" y="21440"/>
            <a:chExt cx="17521555" cy="699706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50353" y="21440"/>
              <a:ext cx="2511647" cy="251164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58605" y="304561"/>
              <a:ext cx="1791674" cy="152885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0444" y="6762535"/>
              <a:ext cx="3744955" cy="25593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40444" y="6297068"/>
              <a:ext cx="3745229" cy="593090"/>
            </a:xfrm>
            <a:custGeom>
              <a:avLst/>
              <a:gdLst/>
              <a:ahLst/>
              <a:cxnLst/>
              <a:rect l="l" t="t" r="r" b="b"/>
              <a:pathLst>
                <a:path w="3745229" h="593090">
                  <a:moveTo>
                    <a:pt x="3707034" y="592469"/>
                  </a:moveTo>
                  <a:lnTo>
                    <a:pt x="37909" y="592469"/>
                  </a:lnTo>
                  <a:lnTo>
                    <a:pt x="23145" y="584669"/>
                  </a:lnTo>
                  <a:lnTo>
                    <a:pt x="11048" y="563545"/>
                  </a:lnTo>
                  <a:lnTo>
                    <a:pt x="2952" y="532182"/>
                  </a:lnTo>
                  <a:lnTo>
                    <a:pt x="0" y="493671"/>
                  </a:lnTo>
                  <a:lnTo>
                    <a:pt x="0" y="98798"/>
                  </a:lnTo>
                  <a:lnTo>
                    <a:pt x="2952" y="60287"/>
                  </a:lnTo>
                  <a:lnTo>
                    <a:pt x="11048" y="28924"/>
                  </a:lnTo>
                  <a:lnTo>
                    <a:pt x="23145" y="7800"/>
                  </a:lnTo>
                  <a:lnTo>
                    <a:pt x="37909" y="0"/>
                  </a:lnTo>
                  <a:lnTo>
                    <a:pt x="3706938" y="0"/>
                  </a:lnTo>
                  <a:lnTo>
                    <a:pt x="3733800" y="28924"/>
                  </a:lnTo>
                  <a:lnTo>
                    <a:pt x="3744944" y="98798"/>
                  </a:lnTo>
                  <a:lnTo>
                    <a:pt x="3744944" y="493671"/>
                  </a:lnTo>
                  <a:lnTo>
                    <a:pt x="3741991" y="532182"/>
                  </a:lnTo>
                  <a:lnTo>
                    <a:pt x="3733895" y="563545"/>
                  </a:lnTo>
                  <a:lnTo>
                    <a:pt x="3721798" y="584669"/>
                  </a:lnTo>
                  <a:lnTo>
                    <a:pt x="3707034" y="592469"/>
                  </a:lnTo>
                  <a:close/>
                </a:path>
              </a:pathLst>
            </a:custGeom>
            <a:solidFill>
              <a:srgbClr val="083C9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860523" y="7762434"/>
            <a:ext cx="2371725" cy="1250950"/>
            <a:chOff x="860523" y="7762434"/>
            <a:chExt cx="2371725" cy="1250950"/>
          </a:xfrm>
        </p:grpSpPr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0523" y="7762434"/>
              <a:ext cx="1657412" cy="55682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55824" y="8241291"/>
              <a:ext cx="1676399" cy="771524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4847351" y="7580006"/>
            <a:ext cx="5687060" cy="1600200"/>
            <a:chOff x="4847351" y="7580006"/>
            <a:chExt cx="5687060" cy="1600200"/>
          </a:xfrm>
        </p:grpSpPr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47351" y="8583072"/>
              <a:ext cx="1913000" cy="596645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68892" y="7820846"/>
              <a:ext cx="1173114" cy="762226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40911" y="8344139"/>
              <a:ext cx="1399317" cy="754856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57538" y="8397160"/>
              <a:ext cx="693905" cy="75353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57538" y="7580006"/>
              <a:ext cx="2276855" cy="764095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029359" y="8520599"/>
              <a:ext cx="1395602" cy="404717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11378861" y="7597979"/>
            <a:ext cx="2981960" cy="1877695"/>
            <a:chOff x="11378861" y="7597979"/>
            <a:chExt cx="2981960" cy="1877695"/>
          </a:xfrm>
        </p:grpSpPr>
        <p:pic>
          <p:nvPicPr>
            <p:cNvPr id="21" name="object 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78861" y="7768357"/>
              <a:ext cx="1074324" cy="658043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513370" y="8282332"/>
              <a:ext cx="740270" cy="74027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388150" y="7597979"/>
              <a:ext cx="1972371" cy="71116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500842" y="7903101"/>
              <a:ext cx="1572482" cy="1572482"/>
            </a:xfrm>
            <a:prstGeom prst="rect">
              <a:avLst/>
            </a:prstGeom>
          </p:spPr>
        </p:pic>
      </p:grpSp>
      <p:pic>
        <p:nvPicPr>
          <p:cNvPr id="25" name="object 25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107065" y="7665833"/>
            <a:ext cx="2130994" cy="575458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6430395" y="7193364"/>
            <a:ext cx="227584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180" b="1">
                <a:latin typeface="Tahoma"/>
                <a:cs typeface="Tahoma"/>
              </a:rPr>
              <a:t>AI</a:t>
            </a:r>
            <a:r>
              <a:rPr dirty="0" sz="2250" spc="-114" b="1">
                <a:latin typeface="Tahoma"/>
                <a:cs typeface="Tahoma"/>
              </a:rPr>
              <a:t> </a:t>
            </a:r>
            <a:r>
              <a:rPr dirty="0" sz="2250" spc="-20" b="1">
                <a:latin typeface="Tahoma"/>
                <a:cs typeface="Tahoma"/>
              </a:rPr>
              <a:t>Based</a:t>
            </a:r>
            <a:r>
              <a:rPr dirty="0" sz="2250" spc="-114" b="1">
                <a:latin typeface="Tahoma"/>
                <a:cs typeface="Tahoma"/>
              </a:rPr>
              <a:t> </a:t>
            </a:r>
            <a:r>
              <a:rPr dirty="0" sz="2250" spc="-10" b="1">
                <a:latin typeface="Tahoma"/>
                <a:cs typeface="Tahoma"/>
              </a:rPr>
              <a:t>Search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1702127" y="7121855"/>
            <a:ext cx="2092325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b="1">
                <a:latin typeface="Cambria"/>
                <a:cs typeface="Cambria"/>
              </a:rPr>
              <a:t>Backend &amp; </a:t>
            </a:r>
            <a:r>
              <a:rPr dirty="0" sz="2250" spc="-20" b="1">
                <a:latin typeface="Cambria"/>
                <a:cs typeface="Cambria"/>
              </a:rPr>
              <a:t>APIs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5529597" y="7208604"/>
            <a:ext cx="124206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10" b="1">
                <a:latin typeface="Cambria"/>
                <a:cs typeface="Cambria"/>
              </a:rPr>
              <a:t>Database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4794312" y="7112227"/>
            <a:ext cx="5740400" cy="2095500"/>
          </a:xfrm>
          <a:custGeom>
            <a:avLst/>
            <a:gdLst/>
            <a:ahLst/>
            <a:cxnLst/>
            <a:rect l="l" t="t" r="r" b="b"/>
            <a:pathLst>
              <a:path w="5740400" h="2095500">
                <a:moveTo>
                  <a:pt x="295356" y="38099"/>
                </a:moveTo>
                <a:lnTo>
                  <a:pt x="257256" y="38099"/>
                </a:lnTo>
                <a:lnTo>
                  <a:pt x="257256" y="0"/>
                </a:lnTo>
                <a:lnTo>
                  <a:pt x="295356" y="0"/>
                </a:lnTo>
                <a:lnTo>
                  <a:pt x="295356" y="38099"/>
                </a:lnTo>
                <a:close/>
              </a:path>
              <a:path w="5740400" h="2095500">
                <a:moveTo>
                  <a:pt x="371556" y="38099"/>
                </a:moveTo>
                <a:lnTo>
                  <a:pt x="333456" y="38099"/>
                </a:lnTo>
                <a:lnTo>
                  <a:pt x="333456" y="0"/>
                </a:lnTo>
                <a:lnTo>
                  <a:pt x="371556" y="0"/>
                </a:lnTo>
                <a:lnTo>
                  <a:pt x="371556" y="38099"/>
                </a:lnTo>
                <a:close/>
              </a:path>
              <a:path w="5740400" h="2095500">
                <a:moveTo>
                  <a:pt x="447756" y="38099"/>
                </a:moveTo>
                <a:lnTo>
                  <a:pt x="409656" y="38099"/>
                </a:lnTo>
                <a:lnTo>
                  <a:pt x="409656" y="0"/>
                </a:lnTo>
                <a:lnTo>
                  <a:pt x="447756" y="0"/>
                </a:lnTo>
                <a:lnTo>
                  <a:pt x="447756" y="38099"/>
                </a:lnTo>
                <a:close/>
              </a:path>
              <a:path w="5740400" h="2095500">
                <a:moveTo>
                  <a:pt x="523956" y="38099"/>
                </a:moveTo>
                <a:lnTo>
                  <a:pt x="485856" y="38099"/>
                </a:lnTo>
                <a:lnTo>
                  <a:pt x="485856" y="0"/>
                </a:lnTo>
                <a:lnTo>
                  <a:pt x="523956" y="0"/>
                </a:lnTo>
                <a:lnTo>
                  <a:pt x="523956" y="38099"/>
                </a:lnTo>
                <a:close/>
              </a:path>
              <a:path w="5740400" h="2095500">
                <a:moveTo>
                  <a:pt x="600156" y="38099"/>
                </a:moveTo>
                <a:lnTo>
                  <a:pt x="562056" y="38099"/>
                </a:lnTo>
                <a:lnTo>
                  <a:pt x="562056" y="0"/>
                </a:lnTo>
                <a:lnTo>
                  <a:pt x="600156" y="0"/>
                </a:lnTo>
                <a:lnTo>
                  <a:pt x="600156" y="38099"/>
                </a:lnTo>
                <a:close/>
              </a:path>
              <a:path w="5740400" h="2095500">
                <a:moveTo>
                  <a:pt x="676356" y="38099"/>
                </a:moveTo>
                <a:lnTo>
                  <a:pt x="638256" y="38099"/>
                </a:lnTo>
                <a:lnTo>
                  <a:pt x="638256" y="0"/>
                </a:lnTo>
                <a:lnTo>
                  <a:pt x="676356" y="0"/>
                </a:lnTo>
                <a:lnTo>
                  <a:pt x="676356" y="38099"/>
                </a:lnTo>
                <a:close/>
              </a:path>
              <a:path w="5740400" h="2095500">
                <a:moveTo>
                  <a:pt x="752556" y="38099"/>
                </a:moveTo>
                <a:lnTo>
                  <a:pt x="714456" y="38099"/>
                </a:lnTo>
                <a:lnTo>
                  <a:pt x="714456" y="0"/>
                </a:lnTo>
                <a:lnTo>
                  <a:pt x="752556" y="0"/>
                </a:lnTo>
                <a:lnTo>
                  <a:pt x="752556" y="38099"/>
                </a:lnTo>
                <a:close/>
              </a:path>
              <a:path w="5740400" h="2095500">
                <a:moveTo>
                  <a:pt x="828756" y="38099"/>
                </a:moveTo>
                <a:lnTo>
                  <a:pt x="790656" y="38099"/>
                </a:lnTo>
                <a:lnTo>
                  <a:pt x="790656" y="0"/>
                </a:lnTo>
                <a:lnTo>
                  <a:pt x="828756" y="0"/>
                </a:lnTo>
                <a:lnTo>
                  <a:pt x="828756" y="38099"/>
                </a:lnTo>
                <a:close/>
              </a:path>
              <a:path w="5740400" h="2095500">
                <a:moveTo>
                  <a:pt x="904956" y="38099"/>
                </a:moveTo>
                <a:lnTo>
                  <a:pt x="866856" y="38099"/>
                </a:lnTo>
                <a:lnTo>
                  <a:pt x="866856" y="0"/>
                </a:lnTo>
                <a:lnTo>
                  <a:pt x="904956" y="0"/>
                </a:lnTo>
                <a:lnTo>
                  <a:pt x="904956" y="38099"/>
                </a:lnTo>
                <a:close/>
              </a:path>
              <a:path w="5740400" h="2095500">
                <a:moveTo>
                  <a:pt x="981156" y="38099"/>
                </a:moveTo>
                <a:lnTo>
                  <a:pt x="943056" y="38099"/>
                </a:lnTo>
                <a:lnTo>
                  <a:pt x="943056" y="0"/>
                </a:lnTo>
                <a:lnTo>
                  <a:pt x="981156" y="0"/>
                </a:lnTo>
                <a:lnTo>
                  <a:pt x="981156" y="38099"/>
                </a:lnTo>
                <a:close/>
              </a:path>
              <a:path w="5740400" h="2095500">
                <a:moveTo>
                  <a:pt x="1057356" y="38099"/>
                </a:moveTo>
                <a:lnTo>
                  <a:pt x="1019256" y="38099"/>
                </a:lnTo>
                <a:lnTo>
                  <a:pt x="1019256" y="0"/>
                </a:lnTo>
                <a:lnTo>
                  <a:pt x="1057356" y="0"/>
                </a:lnTo>
                <a:lnTo>
                  <a:pt x="1057356" y="38099"/>
                </a:lnTo>
                <a:close/>
              </a:path>
              <a:path w="5740400" h="2095500">
                <a:moveTo>
                  <a:pt x="1133556" y="38099"/>
                </a:moveTo>
                <a:lnTo>
                  <a:pt x="1095456" y="38099"/>
                </a:lnTo>
                <a:lnTo>
                  <a:pt x="1095456" y="0"/>
                </a:lnTo>
                <a:lnTo>
                  <a:pt x="1133556" y="0"/>
                </a:lnTo>
                <a:lnTo>
                  <a:pt x="1133556" y="38099"/>
                </a:lnTo>
                <a:close/>
              </a:path>
              <a:path w="5740400" h="2095500">
                <a:moveTo>
                  <a:pt x="1209756" y="38099"/>
                </a:moveTo>
                <a:lnTo>
                  <a:pt x="1171656" y="38099"/>
                </a:lnTo>
                <a:lnTo>
                  <a:pt x="1171656" y="0"/>
                </a:lnTo>
                <a:lnTo>
                  <a:pt x="1209756" y="0"/>
                </a:lnTo>
                <a:lnTo>
                  <a:pt x="1209756" y="38099"/>
                </a:lnTo>
                <a:close/>
              </a:path>
              <a:path w="5740400" h="2095500">
                <a:moveTo>
                  <a:pt x="1285956" y="38099"/>
                </a:moveTo>
                <a:lnTo>
                  <a:pt x="1247856" y="38099"/>
                </a:lnTo>
                <a:lnTo>
                  <a:pt x="1247856" y="0"/>
                </a:lnTo>
                <a:lnTo>
                  <a:pt x="1285956" y="0"/>
                </a:lnTo>
                <a:lnTo>
                  <a:pt x="1285956" y="38099"/>
                </a:lnTo>
                <a:close/>
              </a:path>
              <a:path w="5740400" h="2095500">
                <a:moveTo>
                  <a:pt x="1362156" y="38099"/>
                </a:moveTo>
                <a:lnTo>
                  <a:pt x="1324056" y="38099"/>
                </a:lnTo>
                <a:lnTo>
                  <a:pt x="1324056" y="0"/>
                </a:lnTo>
                <a:lnTo>
                  <a:pt x="1362156" y="0"/>
                </a:lnTo>
                <a:lnTo>
                  <a:pt x="1362156" y="38099"/>
                </a:lnTo>
                <a:close/>
              </a:path>
              <a:path w="5740400" h="2095500">
                <a:moveTo>
                  <a:pt x="1438356" y="38099"/>
                </a:moveTo>
                <a:lnTo>
                  <a:pt x="1400256" y="38099"/>
                </a:lnTo>
                <a:lnTo>
                  <a:pt x="1400256" y="0"/>
                </a:lnTo>
                <a:lnTo>
                  <a:pt x="1438356" y="0"/>
                </a:lnTo>
                <a:lnTo>
                  <a:pt x="1438356" y="38099"/>
                </a:lnTo>
                <a:close/>
              </a:path>
              <a:path w="5740400" h="2095500">
                <a:moveTo>
                  <a:pt x="1514556" y="38099"/>
                </a:moveTo>
                <a:lnTo>
                  <a:pt x="1476456" y="38099"/>
                </a:lnTo>
                <a:lnTo>
                  <a:pt x="1476456" y="0"/>
                </a:lnTo>
                <a:lnTo>
                  <a:pt x="1514556" y="0"/>
                </a:lnTo>
                <a:lnTo>
                  <a:pt x="1514556" y="38099"/>
                </a:lnTo>
                <a:close/>
              </a:path>
              <a:path w="5740400" h="2095500">
                <a:moveTo>
                  <a:pt x="1590756" y="38099"/>
                </a:moveTo>
                <a:lnTo>
                  <a:pt x="1552656" y="38099"/>
                </a:lnTo>
                <a:lnTo>
                  <a:pt x="1552656" y="0"/>
                </a:lnTo>
                <a:lnTo>
                  <a:pt x="1590756" y="0"/>
                </a:lnTo>
                <a:lnTo>
                  <a:pt x="1590756" y="38099"/>
                </a:lnTo>
                <a:close/>
              </a:path>
              <a:path w="5740400" h="2095500">
                <a:moveTo>
                  <a:pt x="1666956" y="38099"/>
                </a:moveTo>
                <a:lnTo>
                  <a:pt x="1628856" y="38099"/>
                </a:lnTo>
                <a:lnTo>
                  <a:pt x="1628856" y="0"/>
                </a:lnTo>
                <a:lnTo>
                  <a:pt x="1666956" y="0"/>
                </a:lnTo>
                <a:lnTo>
                  <a:pt x="1666956" y="38099"/>
                </a:lnTo>
                <a:close/>
              </a:path>
              <a:path w="5740400" h="2095500">
                <a:moveTo>
                  <a:pt x="1743156" y="38099"/>
                </a:moveTo>
                <a:lnTo>
                  <a:pt x="1705056" y="38099"/>
                </a:lnTo>
                <a:lnTo>
                  <a:pt x="1705056" y="0"/>
                </a:lnTo>
                <a:lnTo>
                  <a:pt x="1743156" y="0"/>
                </a:lnTo>
                <a:lnTo>
                  <a:pt x="1743156" y="38099"/>
                </a:lnTo>
                <a:close/>
              </a:path>
              <a:path w="5740400" h="2095500">
                <a:moveTo>
                  <a:pt x="1819356" y="38099"/>
                </a:moveTo>
                <a:lnTo>
                  <a:pt x="1781256" y="38099"/>
                </a:lnTo>
                <a:lnTo>
                  <a:pt x="1781256" y="0"/>
                </a:lnTo>
                <a:lnTo>
                  <a:pt x="1819356" y="0"/>
                </a:lnTo>
                <a:lnTo>
                  <a:pt x="1819356" y="38099"/>
                </a:lnTo>
                <a:close/>
              </a:path>
              <a:path w="5740400" h="2095500">
                <a:moveTo>
                  <a:pt x="1895556" y="38099"/>
                </a:moveTo>
                <a:lnTo>
                  <a:pt x="1857456" y="38099"/>
                </a:lnTo>
                <a:lnTo>
                  <a:pt x="1857456" y="0"/>
                </a:lnTo>
                <a:lnTo>
                  <a:pt x="1895556" y="0"/>
                </a:lnTo>
                <a:lnTo>
                  <a:pt x="1895556" y="38099"/>
                </a:lnTo>
                <a:close/>
              </a:path>
              <a:path w="5740400" h="2095500">
                <a:moveTo>
                  <a:pt x="1971756" y="38099"/>
                </a:moveTo>
                <a:lnTo>
                  <a:pt x="1933656" y="38099"/>
                </a:lnTo>
                <a:lnTo>
                  <a:pt x="1933656" y="0"/>
                </a:lnTo>
                <a:lnTo>
                  <a:pt x="1971756" y="0"/>
                </a:lnTo>
                <a:lnTo>
                  <a:pt x="1971756" y="38099"/>
                </a:lnTo>
                <a:close/>
              </a:path>
              <a:path w="5740400" h="2095500">
                <a:moveTo>
                  <a:pt x="2047956" y="38099"/>
                </a:moveTo>
                <a:lnTo>
                  <a:pt x="2009856" y="38099"/>
                </a:lnTo>
                <a:lnTo>
                  <a:pt x="2009856" y="0"/>
                </a:lnTo>
                <a:lnTo>
                  <a:pt x="2047956" y="0"/>
                </a:lnTo>
                <a:lnTo>
                  <a:pt x="2047956" y="38099"/>
                </a:lnTo>
                <a:close/>
              </a:path>
              <a:path w="5740400" h="2095500">
                <a:moveTo>
                  <a:pt x="2124156" y="38099"/>
                </a:moveTo>
                <a:lnTo>
                  <a:pt x="2086056" y="38099"/>
                </a:lnTo>
                <a:lnTo>
                  <a:pt x="2086056" y="0"/>
                </a:lnTo>
                <a:lnTo>
                  <a:pt x="2124156" y="0"/>
                </a:lnTo>
                <a:lnTo>
                  <a:pt x="2124156" y="38099"/>
                </a:lnTo>
                <a:close/>
              </a:path>
              <a:path w="5740400" h="2095500">
                <a:moveTo>
                  <a:pt x="2200356" y="38099"/>
                </a:moveTo>
                <a:lnTo>
                  <a:pt x="2162256" y="38099"/>
                </a:lnTo>
                <a:lnTo>
                  <a:pt x="2162256" y="0"/>
                </a:lnTo>
                <a:lnTo>
                  <a:pt x="2200356" y="0"/>
                </a:lnTo>
                <a:lnTo>
                  <a:pt x="2200356" y="38099"/>
                </a:lnTo>
                <a:close/>
              </a:path>
              <a:path w="5740400" h="2095500">
                <a:moveTo>
                  <a:pt x="2276556" y="38099"/>
                </a:moveTo>
                <a:lnTo>
                  <a:pt x="2238456" y="38099"/>
                </a:lnTo>
                <a:lnTo>
                  <a:pt x="2238456" y="0"/>
                </a:lnTo>
                <a:lnTo>
                  <a:pt x="2276556" y="0"/>
                </a:lnTo>
                <a:lnTo>
                  <a:pt x="2276556" y="38099"/>
                </a:lnTo>
                <a:close/>
              </a:path>
              <a:path w="5740400" h="2095500">
                <a:moveTo>
                  <a:pt x="2352756" y="38099"/>
                </a:moveTo>
                <a:lnTo>
                  <a:pt x="2314656" y="38099"/>
                </a:lnTo>
                <a:lnTo>
                  <a:pt x="2314656" y="0"/>
                </a:lnTo>
                <a:lnTo>
                  <a:pt x="2352756" y="0"/>
                </a:lnTo>
                <a:lnTo>
                  <a:pt x="2352756" y="38099"/>
                </a:lnTo>
                <a:close/>
              </a:path>
              <a:path w="5740400" h="2095500">
                <a:moveTo>
                  <a:pt x="2428956" y="38099"/>
                </a:moveTo>
                <a:lnTo>
                  <a:pt x="2390856" y="38099"/>
                </a:lnTo>
                <a:lnTo>
                  <a:pt x="2390856" y="0"/>
                </a:lnTo>
                <a:lnTo>
                  <a:pt x="2428956" y="0"/>
                </a:lnTo>
                <a:lnTo>
                  <a:pt x="2428956" y="38099"/>
                </a:lnTo>
                <a:close/>
              </a:path>
              <a:path w="5740400" h="2095500">
                <a:moveTo>
                  <a:pt x="2505156" y="38099"/>
                </a:moveTo>
                <a:lnTo>
                  <a:pt x="2467056" y="38099"/>
                </a:lnTo>
                <a:lnTo>
                  <a:pt x="2467056" y="0"/>
                </a:lnTo>
                <a:lnTo>
                  <a:pt x="2505156" y="0"/>
                </a:lnTo>
                <a:lnTo>
                  <a:pt x="2505156" y="38099"/>
                </a:lnTo>
                <a:close/>
              </a:path>
              <a:path w="5740400" h="2095500">
                <a:moveTo>
                  <a:pt x="2581356" y="38099"/>
                </a:moveTo>
                <a:lnTo>
                  <a:pt x="2543256" y="38099"/>
                </a:lnTo>
                <a:lnTo>
                  <a:pt x="2543256" y="0"/>
                </a:lnTo>
                <a:lnTo>
                  <a:pt x="2581356" y="0"/>
                </a:lnTo>
                <a:lnTo>
                  <a:pt x="2581356" y="38099"/>
                </a:lnTo>
                <a:close/>
              </a:path>
              <a:path w="5740400" h="2095500">
                <a:moveTo>
                  <a:pt x="2657556" y="38099"/>
                </a:moveTo>
                <a:lnTo>
                  <a:pt x="2619456" y="38099"/>
                </a:lnTo>
                <a:lnTo>
                  <a:pt x="2619456" y="0"/>
                </a:lnTo>
                <a:lnTo>
                  <a:pt x="2657556" y="0"/>
                </a:lnTo>
                <a:lnTo>
                  <a:pt x="2657556" y="38099"/>
                </a:lnTo>
                <a:close/>
              </a:path>
              <a:path w="5740400" h="2095500">
                <a:moveTo>
                  <a:pt x="2733756" y="38099"/>
                </a:moveTo>
                <a:lnTo>
                  <a:pt x="2695656" y="38099"/>
                </a:lnTo>
                <a:lnTo>
                  <a:pt x="2695656" y="0"/>
                </a:lnTo>
                <a:lnTo>
                  <a:pt x="2733756" y="0"/>
                </a:lnTo>
                <a:lnTo>
                  <a:pt x="2733756" y="38099"/>
                </a:lnTo>
                <a:close/>
              </a:path>
              <a:path w="5740400" h="2095500">
                <a:moveTo>
                  <a:pt x="2809956" y="38099"/>
                </a:moveTo>
                <a:lnTo>
                  <a:pt x="2771856" y="38099"/>
                </a:lnTo>
                <a:lnTo>
                  <a:pt x="2771856" y="0"/>
                </a:lnTo>
                <a:lnTo>
                  <a:pt x="2809956" y="0"/>
                </a:lnTo>
                <a:lnTo>
                  <a:pt x="2809956" y="38099"/>
                </a:lnTo>
                <a:close/>
              </a:path>
              <a:path w="5740400" h="2095500">
                <a:moveTo>
                  <a:pt x="2886155" y="38099"/>
                </a:moveTo>
                <a:lnTo>
                  <a:pt x="2848056" y="38099"/>
                </a:lnTo>
                <a:lnTo>
                  <a:pt x="2848056" y="0"/>
                </a:lnTo>
                <a:lnTo>
                  <a:pt x="2886155" y="0"/>
                </a:lnTo>
                <a:lnTo>
                  <a:pt x="2886155" y="38099"/>
                </a:lnTo>
                <a:close/>
              </a:path>
              <a:path w="5740400" h="2095500">
                <a:moveTo>
                  <a:pt x="2962356" y="38099"/>
                </a:moveTo>
                <a:lnTo>
                  <a:pt x="2924256" y="38099"/>
                </a:lnTo>
                <a:lnTo>
                  <a:pt x="2924256" y="0"/>
                </a:lnTo>
                <a:lnTo>
                  <a:pt x="2962356" y="0"/>
                </a:lnTo>
                <a:lnTo>
                  <a:pt x="2962356" y="38099"/>
                </a:lnTo>
                <a:close/>
              </a:path>
              <a:path w="5740400" h="2095500">
                <a:moveTo>
                  <a:pt x="3038556" y="38099"/>
                </a:moveTo>
                <a:lnTo>
                  <a:pt x="3000456" y="38099"/>
                </a:lnTo>
                <a:lnTo>
                  <a:pt x="3000456" y="0"/>
                </a:lnTo>
                <a:lnTo>
                  <a:pt x="3038556" y="0"/>
                </a:lnTo>
                <a:lnTo>
                  <a:pt x="3038556" y="38099"/>
                </a:lnTo>
                <a:close/>
              </a:path>
              <a:path w="5740400" h="2095500">
                <a:moveTo>
                  <a:pt x="3114756" y="38099"/>
                </a:moveTo>
                <a:lnTo>
                  <a:pt x="3076656" y="38099"/>
                </a:lnTo>
                <a:lnTo>
                  <a:pt x="3076656" y="0"/>
                </a:lnTo>
                <a:lnTo>
                  <a:pt x="3114756" y="0"/>
                </a:lnTo>
                <a:lnTo>
                  <a:pt x="3114756" y="38099"/>
                </a:lnTo>
                <a:close/>
              </a:path>
              <a:path w="5740400" h="2095500">
                <a:moveTo>
                  <a:pt x="3190956" y="38099"/>
                </a:moveTo>
                <a:lnTo>
                  <a:pt x="3152856" y="38099"/>
                </a:lnTo>
                <a:lnTo>
                  <a:pt x="3152856" y="0"/>
                </a:lnTo>
                <a:lnTo>
                  <a:pt x="3190956" y="0"/>
                </a:lnTo>
                <a:lnTo>
                  <a:pt x="3190956" y="38099"/>
                </a:lnTo>
                <a:close/>
              </a:path>
              <a:path w="5740400" h="2095500">
                <a:moveTo>
                  <a:pt x="3267156" y="38099"/>
                </a:moveTo>
                <a:lnTo>
                  <a:pt x="3229056" y="38099"/>
                </a:lnTo>
                <a:lnTo>
                  <a:pt x="3229056" y="0"/>
                </a:lnTo>
                <a:lnTo>
                  <a:pt x="3267156" y="0"/>
                </a:lnTo>
                <a:lnTo>
                  <a:pt x="3267156" y="38099"/>
                </a:lnTo>
                <a:close/>
              </a:path>
              <a:path w="5740400" h="2095500">
                <a:moveTo>
                  <a:pt x="3343356" y="38099"/>
                </a:moveTo>
                <a:lnTo>
                  <a:pt x="3305256" y="38099"/>
                </a:lnTo>
                <a:lnTo>
                  <a:pt x="3305256" y="0"/>
                </a:lnTo>
                <a:lnTo>
                  <a:pt x="3343356" y="0"/>
                </a:lnTo>
                <a:lnTo>
                  <a:pt x="3343356" y="38099"/>
                </a:lnTo>
                <a:close/>
              </a:path>
              <a:path w="5740400" h="2095500">
                <a:moveTo>
                  <a:pt x="3419556" y="38099"/>
                </a:moveTo>
                <a:lnTo>
                  <a:pt x="3381456" y="38099"/>
                </a:lnTo>
                <a:lnTo>
                  <a:pt x="3381456" y="0"/>
                </a:lnTo>
                <a:lnTo>
                  <a:pt x="3419556" y="0"/>
                </a:lnTo>
                <a:lnTo>
                  <a:pt x="3419556" y="38099"/>
                </a:lnTo>
                <a:close/>
              </a:path>
              <a:path w="5740400" h="2095500">
                <a:moveTo>
                  <a:pt x="3495756" y="38099"/>
                </a:moveTo>
                <a:lnTo>
                  <a:pt x="3457656" y="38099"/>
                </a:lnTo>
                <a:lnTo>
                  <a:pt x="3457656" y="0"/>
                </a:lnTo>
                <a:lnTo>
                  <a:pt x="3495756" y="0"/>
                </a:lnTo>
                <a:lnTo>
                  <a:pt x="3495756" y="38099"/>
                </a:lnTo>
                <a:close/>
              </a:path>
              <a:path w="5740400" h="2095500">
                <a:moveTo>
                  <a:pt x="3571956" y="38099"/>
                </a:moveTo>
                <a:lnTo>
                  <a:pt x="3533856" y="38099"/>
                </a:lnTo>
                <a:lnTo>
                  <a:pt x="3533856" y="0"/>
                </a:lnTo>
                <a:lnTo>
                  <a:pt x="3571956" y="0"/>
                </a:lnTo>
                <a:lnTo>
                  <a:pt x="3571956" y="38099"/>
                </a:lnTo>
                <a:close/>
              </a:path>
              <a:path w="5740400" h="2095500">
                <a:moveTo>
                  <a:pt x="3648156" y="38099"/>
                </a:moveTo>
                <a:lnTo>
                  <a:pt x="3610056" y="38099"/>
                </a:lnTo>
                <a:lnTo>
                  <a:pt x="3610056" y="0"/>
                </a:lnTo>
                <a:lnTo>
                  <a:pt x="3648156" y="0"/>
                </a:lnTo>
                <a:lnTo>
                  <a:pt x="3648156" y="38099"/>
                </a:lnTo>
                <a:close/>
              </a:path>
              <a:path w="5740400" h="2095500">
                <a:moveTo>
                  <a:pt x="3724356" y="38099"/>
                </a:moveTo>
                <a:lnTo>
                  <a:pt x="3686256" y="38099"/>
                </a:lnTo>
                <a:lnTo>
                  <a:pt x="3686256" y="0"/>
                </a:lnTo>
                <a:lnTo>
                  <a:pt x="3724356" y="0"/>
                </a:lnTo>
                <a:lnTo>
                  <a:pt x="3724356" y="38099"/>
                </a:lnTo>
                <a:close/>
              </a:path>
              <a:path w="5740400" h="2095500">
                <a:moveTo>
                  <a:pt x="3800556" y="38099"/>
                </a:moveTo>
                <a:lnTo>
                  <a:pt x="3762455" y="38099"/>
                </a:lnTo>
                <a:lnTo>
                  <a:pt x="3762455" y="0"/>
                </a:lnTo>
                <a:lnTo>
                  <a:pt x="3800556" y="0"/>
                </a:lnTo>
                <a:lnTo>
                  <a:pt x="3800556" y="38099"/>
                </a:lnTo>
                <a:close/>
              </a:path>
              <a:path w="5740400" h="2095500">
                <a:moveTo>
                  <a:pt x="3876756" y="38099"/>
                </a:moveTo>
                <a:lnTo>
                  <a:pt x="3838656" y="38099"/>
                </a:lnTo>
                <a:lnTo>
                  <a:pt x="3838656" y="0"/>
                </a:lnTo>
                <a:lnTo>
                  <a:pt x="3876756" y="0"/>
                </a:lnTo>
                <a:lnTo>
                  <a:pt x="3876756" y="38099"/>
                </a:lnTo>
                <a:close/>
              </a:path>
              <a:path w="5740400" h="2095500">
                <a:moveTo>
                  <a:pt x="3952956" y="38099"/>
                </a:moveTo>
                <a:lnTo>
                  <a:pt x="3914856" y="38099"/>
                </a:lnTo>
                <a:lnTo>
                  <a:pt x="3914856" y="0"/>
                </a:lnTo>
                <a:lnTo>
                  <a:pt x="3952956" y="0"/>
                </a:lnTo>
                <a:lnTo>
                  <a:pt x="3952956" y="38099"/>
                </a:lnTo>
                <a:close/>
              </a:path>
              <a:path w="5740400" h="2095500">
                <a:moveTo>
                  <a:pt x="4029156" y="38099"/>
                </a:moveTo>
                <a:lnTo>
                  <a:pt x="3991056" y="38099"/>
                </a:lnTo>
                <a:lnTo>
                  <a:pt x="3991056" y="0"/>
                </a:lnTo>
                <a:lnTo>
                  <a:pt x="4029156" y="0"/>
                </a:lnTo>
                <a:lnTo>
                  <a:pt x="4029156" y="38099"/>
                </a:lnTo>
                <a:close/>
              </a:path>
              <a:path w="5740400" h="2095500">
                <a:moveTo>
                  <a:pt x="4105356" y="38099"/>
                </a:moveTo>
                <a:lnTo>
                  <a:pt x="4067256" y="38099"/>
                </a:lnTo>
                <a:lnTo>
                  <a:pt x="4067256" y="0"/>
                </a:lnTo>
                <a:lnTo>
                  <a:pt x="4105356" y="0"/>
                </a:lnTo>
                <a:lnTo>
                  <a:pt x="4105356" y="38099"/>
                </a:lnTo>
                <a:close/>
              </a:path>
              <a:path w="5740400" h="2095500">
                <a:moveTo>
                  <a:pt x="4181556" y="38099"/>
                </a:moveTo>
                <a:lnTo>
                  <a:pt x="4143456" y="38099"/>
                </a:lnTo>
                <a:lnTo>
                  <a:pt x="4143456" y="0"/>
                </a:lnTo>
                <a:lnTo>
                  <a:pt x="4181556" y="0"/>
                </a:lnTo>
                <a:lnTo>
                  <a:pt x="4181556" y="38099"/>
                </a:lnTo>
                <a:close/>
              </a:path>
              <a:path w="5740400" h="2095500">
                <a:moveTo>
                  <a:pt x="4257756" y="38099"/>
                </a:moveTo>
                <a:lnTo>
                  <a:pt x="4219656" y="38099"/>
                </a:lnTo>
                <a:lnTo>
                  <a:pt x="4219656" y="0"/>
                </a:lnTo>
                <a:lnTo>
                  <a:pt x="4257756" y="0"/>
                </a:lnTo>
                <a:lnTo>
                  <a:pt x="4257756" y="38099"/>
                </a:lnTo>
                <a:close/>
              </a:path>
              <a:path w="5740400" h="2095500">
                <a:moveTo>
                  <a:pt x="4333956" y="38099"/>
                </a:moveTo>
                <a:lnTo>
                  <a:pt x="4295856" y="38099"/>
                </a:lnTo>
                <a:lnTo>
                  <a:pt x="4295856" y="0"/>
                </a:lnTo>
                <a:lnTo>
                  <a:pt x="4333956" y="0"/>
                </a:lnTo>
                <a:lnTo>
                  <a:pt x="4333956" y="38099"/>
                </a:lnTo>
                <a:close/>
              </a:path>
              <a:path w="5740400" h="2095500">
                <a:moveTo>
                  <a:pt x="4410156" y="38099"/>
                </a:moveTo>
                <a:lnTo>
                  <a:pt x="4372056" y="38099"/>
                </a:lnTo>
                <a:lnTo>
                  <a:pt x="4372056" y="0"/>
                </a:lnTo>
                <a:lnTo>
                  <a:pt x="4410156" y="0"/>
                </a:lnTo>
                <a:lnTo>
                  <a:pt x="4410156" y="38099"/>
                </a:lnTo>
                <a:close/>
              </a:path>
              <a:path w="5740400" h="2095500">
                <a:moveTo>
                  <a:pt x="4486356" y="38099"/>
                </a:moveTo>
                <a:lnTo>
                  <a:pt x="4448256" y="38099"/>
                </a:lnTo>
                <a:lnTo>
                  <a:pt x="4448256" y="0"/>
                </a:lnTo>
                <a:lnTo>
                  <a:pt x="4486356" y="0"/>
                </a:lnTo>
                <a:lnTo>
                  <a:pt x="4486356" y="38099"/>
                </a:lnTo>
                <a:close/>
              </a:path>
              <a:path w="5740400" h="2095500">
                <a:moveTo>
                  <a:pt x="4562556" y="38099"/>
                </a:moveTo>
                <a:lnTo>
                  <a:pt x="4524456" y="38099"/>
                </a:lnTo>
                <a:lnTo>
                  <a:pt x="4524456" y="0"/>
                </a:lnTo>
                <a:lnTo>
                  <a:pt x="4562556" y="0"/>
                </a:lnTo>
                <a:lnTo>
                  <a:pt x="4562556" y="38099"/>
                </a:lnTo>
                <a:close/>
              </a:path>
              <a:path w="5740400" h="2095500">
                <a:moveTo>
                  <a:pt x="4638756" y="38099"/>
                </a:moveTo>
                <a:lnTo>
                  <a:pt x="4600656" y="38099"/>
                </a:lnTo>
                <a:lnTo>
                  <a:pt x="4600656" y="0"/>
                </a:lnTo>
                <a:lnTo>
                  <a:pt x="4638756" y="0"/>
                </a:lnTo>
                <a:lnTo>
                  <a:pt x="4638756" y="38099"/>
                </a:lnTo>
                <a:close/>
              </a:path>
              <a:path w="5740400" h="2095500">
                <a:moveTo>
                  <a:pt x="4714956" y="38099"/>
                </a:moveTo>
                <a:lnTo>
                  <a:pt x="4676856" y="38099"/>
                </a:lnTo>
                <a:lnTo>
                  <a:pt x="4676856" y="0"/>
                </a:lnTo>
                <a:lnTo>
                  <a:pt x="4714956" y="0"/>
                </a:lnTo>
                <a:lnTo>
                  <a:pt x="4714956" y="38099"/>
                </a:lnTo>
                <a:close/>
              </a:path>
              <a:path w="5740400" h="2095500">
                <a:moveTo>
                  <a:pt x="4791155" y="38099"/>
                </a:moveTo>
                <a:lnTo>
                  <a:pt x="4753055" y="38099"/>
                </a:lnTo>
                <a:lnTo>
                  <a:pt x="4753055" y="0"/>
                </a:lnTo>
                <a:lnTo>
                  <a:pt x="4791155" y="0"/>
                </a:lnTo>
                <a:lnTo>
                  <a:pt x="4791155" y="38099"/>
                </a:lnTo>
                <a:close/>
              </a:path>
              <a:path w="5740400" h="2095500">
                <a:moveTo>
                  <a:pt x="4867355" y="38099"/>
                </a:moveTo>
                <a:lnTo>
                  <a:pt x="4829255" y="38099"/>
                </a:lnTo>
                <a:lnTo>
                  <a:pt x="4829255" y="0"/>
                </a:lnTo>
                <a:lnTo>
                  <a:pt x="4867355" y="0"/>
                </a:lnTo>
                <a:lnTo>
                  <a:pt x="4867355" y="38099"/>
                </a:lnTo>
                <a:close/>
              </a:path>
              <a:path w="5740400" h="2095500">
                <a:moveTo>
                  <a:pt x="4943556" y="38099"/>
                </a:moveTo>
                <a:lnTo>
                  <a:pt x="4905456" y="38099"/>
                </a:lnTo>
                <a:lnTo>
                  <a:pt x="4905456" y="0"/>
                </a:lnTo>
                <a:lnTo>
                  <a:pt x="4943556" y="0"/>
                </a:lnTo>
                <a:lnTo>
                  <a:pt x="4943556" y="38099"/>
                </a:lnTo>
                <a:close/>
              </a:path>
              <a:path w="5740400" h="2095500">
                <a:moveTo>
                  <a:pt x="5019756" y="38099"/>
                </a:moveTo>
                <a:lnTo>
                  <a:pt x="4981656" y="38099"/>
                </a:lnTo>
                <a:lnTo>
                  <a:pt x="4981656" y="0"/>
                </a:lnTo>
                <a:lnTo>
                  <a:pt x="5019756" y="0"/>
                </a:lnTo>
                <a:lnTo>
                  <a:pt x="5019756" y="38099"/>
                </a:lnTo>
                <a:close/>
              </a:path>
              <a:path w="5740400" h="2095500">
                <a:moveTo>
                  <a:pt x="5095956" y="38099"/>
                </a:moveTo>
                <a:lnTo>
                  <a:pt x="5057856" y="38099"/>
                </a:lnTo>
                <a:lnTo>
                  <a:pt x="5057856" y="0"/>
                </a:lnTo>
                <a:lnTo>
                  <a:pt x="5095956" y="0"/>
                </a:lnTo>
                <a:lnTo>
                  <a:pt x="5095956" y="38099"/>
                </a:lnTo>
                <a:close/>
              </a:path>
              <a:path w="5740400" h="2095500">
                <a:moveTo>
                  <a:pt x="5172156" y="38099"/>
                </a:moveTo>
                <a:lnTo>
                  <a:pt x="5134056" y="38099"/>
                </a:lnTo>
                <a:lnTo>
                  <a:pt x="5134056" y="0"/>
                </a:lnTo>
                <a:lnTo>
                  <a:pt x="5172156" y="0"/>
                </a:lnTo>
                <a:lnTo>
                  <a:pt x="5172156" y="38099"/>
                </a:lnTo>
                <a:close/>
              </a:path>
              <a:path w="5740400" h="2095500">
                <a:moveTo>
                  <a:pt x="5248356" y="38099"/>
                </a:moveTo>
                <a:lnTo>
                  <a:pt x="5210256" y="38099"/>
                </a:lnTo>
                <a:lnTo>
                  <a:pt x="5210256" y="0"/>
                </a:lnTo>
                <a:lnTo>
                  <a:pt x="5248356" y="0"/>
                </a:lnTo>
                <a:lnTo>
                  <a:pt x="5248356" y="38099"/>
                </a:lnTo>
                <a:close/>
              </a:path>
              <a:path w="5740400" h="2095500">
                <a:moveTo>
                  <a:pt x="5324556" y="38099"/>
                </a:moveTo>
                <a:lnTo>
                  <a:pt x="5286456" y="38099"/>
                </a:lnTo>
                <a:lnTo>
                  <a:pt x="5286456" y="0"/>
                </a:lnTo>
                <a:lnTo>
                  <a:pt x="5324556" y="0"/>
                </a:lnTo>
                <a:lnTo>
                  <a:pt x="5324556" y="38099"/>
                </a:lnTo>
                <a:close/>
              </a:path>
              <a:path w="5740400" h="2095500">
                <a:moveTo>
                  <a:pt x="5400756" y="38099"/>
                </a:moveTo>
                <a:lnTo>
                  <a:pt x="5362656" y="38099"/>
                </a:lnTo>
                <a:lnTo>
                  <a:pt x="5362656" y="0"/>
                </a:lnTo>
                <a:lnTo>
                  <a:pt x="5400756" y="0"/>
                </a:lnTo>
                <a:lnTo>
                  <a:pt x="5400756" y="38099"/>
                </a:lnTo>
                <a:close/>
              </a:path>
              <a:path w="5740400" h="2095500">
                <a:moveTo>
                  <a:pt x="5476956" y="38099"/>
                </a:moveTo>
                <a:lnTo>
                  <a:pt x="5438856" y="38099"/>
                </a:lnTo>
                <a:lnTo>
                  <a:pt x="5438856" y="0"/>
                </a:lnTo>
                <a:lnTo>
                  <a:pt x="5476956" y="0"/>
                </a:lnTo>
                <a:lnTo>
                  <a:pt x="5476956" y="38099"/>
                </a:lnTo>
                <a:close/>
              </a:path>
              <a:path w="5740400" h="2095500">
                <a:moveTo>
                  <a:pt x="5553156" y="38099"/>
                </a:moveTo>
                <a:lnTo>
                  <a:pt x="5515056" y="38099"/>
                </a:lnTo>
                <a:lnTo>
                  <a:pt x="5515056" y="0"/>
                </a:lnTo>
                <a:lnTo>
                  <a:pt x="5553156" y="0"/>
                </a:lnTo>
                <a:lnTo>
                  <a:pt x="5553156" y="38099"/>
                </a:lnTo>
                <a:close/>
              </a:path>
              <a:path w="5740400" h="2095500">
                <a:moveTo>
                  <a:pt x="5613507" y="48877"/>
                </a:moveTo>
                <a:lnTo>
                  <a:pt x="5606539" y="46207"/>
                </a:lnTo>
                <a:lnTo>
                  <a:pt x="5599459" y="43913"/>
                </a:lnTo>
                <a:lnTo>
                  <a:pt x="5592266" y="41996"/>
                </a:lnTo>
                <a:lnTo>
                  <a:pt x="5584960" y="40456"/>
                </a:lnTo>
                <a:lnTo>
                  <a:pt x="5591585" y="4385"/>
                </a:lnTo>
                <a:lnTo>
                  <a:pt x="5607053" y="6464"/>
                </a:lnTo>
                <a:lnTo>
                  <a:pt x="5627485" y="15086"/>
                </a:lnTo>
                <a:lnTo>
                  <a:pt x="5613507" y="48877"/>
                </a:lnTo>
                <a:close/>
              </a:path>
              <a:path w="5740400" h="2095500">
                <a:moveTo>
                  <a:pt x="5662930" y="82997"/>
                </a:moveTo>
                <a:lnTo>
                  <a:pt x="5657603" y="77632"/>
                </a:lnTo>
                <a:lnTo>
                  <a:pt x="5652019" y="72570"/>
                </a:lnTo>
                <a:lnTo>
                  <a:pt x="5646179" y="67811"/>
                </a:lnTo>
                <a:lnTo>
                  <a:pt x="5640082" y="63355"/>
                </a:lnTo>
                <a:lnTo>
                  <a:pt x="5661053" y="33028"/>
                </a:lnTo>
                <a:lnTo>
                  <a:pt x="5686908" y="53003"/>
                </a:lnTo>
                <a:lnTo>
                  <a:pt x="5690213" y="57282"/>
                </a:lnTo>
                <a:lnTo>
                  <a:pt x="5662930" y="82997"/>
                </a:lnTo>
                <a:close/>
              </a:path>
              <a:path w="5740400" h="2095500">
                <a:moveTo>
                  <a:pt x="5693992" y="134198"/>
                </a:moveTo>
                <a:lnTo>
                  <a:pt x="5691341" y="127150"/>
                </a:lnTo>
                <a:lnTo>
                  <a:pt x="5688325" y="120266"/>
                </a:lnTo>
                <a:lnTo>
                  <a:pt x="5684944" y="113546"/>
                </a:lnTo>
                <a:lnTo>
                  <a:pt x="5681199" y="106991"/>
                </a:lnTo>
                <a:lnTo>
                  <a:pt x="5713484" y="87402"/>
                </a:lnTo>
                <a:lnTo>
                  <a:pt x="5715204" y="89628"/>
                </a:lnTo>
                <a:lnTo>
                  <a:pt x="5728911" y="122108"/>
                </a:lnTo>
                <a:lnTo>
                  <a:pt x="5693992" y="134198"/>
                </a:lnTo>
                <a:close/>
              </a:path>
              <a:path w="5740400" h="2095500">
                <a:moveTo>
                  <a:pt x="5739911" y="197503"/>
                </a:moveTo>
                <a:lnTo>
                  <a:pt x="5701811" y="197503"/>
                </a:lnTo>
                <a:lnTo>
                  <a:pt x="5701811" y="175075"/>
                </a:lnTo>
                <a:lnTo>
                  <a:pt x="5701457" y="169232"/>
                </a:lnTo>
                <a:lnTo>
                  <a:pt x="5700750" y="163434"/>
                </a:lnTo>
                <a:lnTo>
                  <a:pt x="5736962" y="159016"/>
                </a:lnTo>
                <a:lnTo>
                  <a:pt x="5739911" y="180965"/>
                </a:lnTo>
                <a:lnTo>
                  <a:pt x="5739911" y="197503"/>
                </a:lnTo>
                <a:close/>
              </a:path>
              <a:path w="5740400" h="2095500">
                <a:moveTo>
                  <a:pt x="5739911" y="273703"/>
                </a:moveTo>
                <a:lnTo>
                  <a:pt x="5701811" y="273703"/>
                </a:lnTo>
                <a:lnTo>
                  <a:pt x="5701811" y="235603"/>
                </a:lnTo>
                <a:lnTo>
                  <a:pt x="5739911" y="235603"/>
                </a:lnTo>
                <a:lnTo>
                  <a:pt x="5739911" y="273703"/>
                </a:lnTo>
                <a:close/>
              </a:path>
              <a:path w="5740400" h="2095500">
                <a:moveTo>
                  <a:pt x="5739911" y="349903"/>
                </a:moveTo>
                <a:lnTo>
                  <a:pt x="5701811" y="349903"/>
                </a:lnTo>
                <a:lnTo>
                  <a:pt x="5701811" y="311803"/>
                </a:lnTo>
                <a:lnTo>
                  <a:pt x="5739911" y="311803"/>
                </a:lnTo>
                <a:lnTo>
                  <a:pt x="5739911" y="349903"/>
                </a:lnTo>
                <a:close/>
              </a:path>
              <a:path w="5740400" h="2095500">
                <a:moveTo>
                  <a:pt x="5739911" y="426103"/>
                </a:moveTo>
                <a:lnTo>
                  <a:pt x="5701811" y="426103"/>
                </a:lnTo>
                <a:lnTo>
                  <a:pt x="5701811" y="388003"/>
                </a:lnTo>
                <a:lnTo>
                  <a:pt x="5739911" y="388003"/>
                </a:lnTo>
                <a:lnTo>
                  <a:pt x="5739911" y="426103"/>
                </a:lnTo>
                <a:close/>
              </a:path>
              <a:path w="5740400" h="2095500">
                <a:moveTo>
                  <a:pt x="5739911" y="502303"/>
                </a:moveTo>
                <a:lnTo>
                  <a:pt x="5701811" y="502303"/>
                </a:lnTo>
                <a:lnTo>
                  <a:pt x="5701811" y="464203"/>
                </a:lnTo>
                <a:lnTo>
                  <a:pt x="5739911" y="464203"/>
                </a:lnTo>
                <a:lnTo>
                  <a:pt x="5739911" y="502303"/>
                </a:lnTo>
                <a:close/>
              </a:path>
              <a:path w="5740400" h="2095500">
                <a:moveTo>
                  <a:pt x="5739911" y="578503"/>
                </a:moveTo>
                <a:lnTo>
                  <a:pt x="5701811" y="578503"/>
                </a:lnTo>
                <a:lnTo>
                  <a:pt x="5701811" y="540403"/>
                </a:lnTo>
                <a:lnTo>
                  <a:pt x="5739911" y="540403"/>
                </a:lnTo>
                <a:lnTo>
                  <a:pt x="5739911" y="578503"/>
                </a:lnTo>
                <a:close/>
              </a:path>
              <a:path w="5740400" h="2095500">
                <a:moveTo>
                  <a:pt x="5739911" y="654703"/>
                </a:moveTo>
                <a:lnTo>
                  <a:pt x="5701811" y="654703"/>
                </a:lnTo>
                <a:lnTo>
                  <a:pt x="5701811" y="616603"/>
                </a:lnTo>
                <a:lnTo>
                  <a:pt x="5739911" y="616603"/>
                </a:lnTo>
                <a:lnTo>
                  <a:pt x="5739911" y="654703"/>
                </a:lnTo>
                <a:close/>
              </a:path>
              <a:path w="5740400" h="2095500">
                <a:moveTo>
                  <a:pt x="5739911" y="730903"/>
                </a:moveTo>
                <a:lnTo>
                  <a:pt x="5701811" y="730903"/>
                </a:lnTo>
                <a:lnTo>
                  <a:pt x="5701811" y="692803"/>
                </a:lnTo>
                <a:lnTo>
                  <a:pt x="5739911" y="692803"/>
                </a:lnTo>
                <a:lnTo>
                  <a:pt x="5739911" y="730903"/>
                </a:lnTo>
                <a:close/>
              </a:path>
              <a:path w="5740400" h="2095500">
                <a:moveTo>
                  <a:pt x="5739911" y="807104"/>
                </a:moveTo>
                <a:lnTo>
                  <a:pt x="5701811" y="807104"/>
                </a:lnTo>
                <a:lnTo>
                  <a:pt x="5701811" y="769003"/>
                </a:lnTo>
                <a:lnTo>
                  <a:pt x="5739911" y="769003"/>
                </a:lnTo>
                <a:lnTo>
                  <a:pt x="5739911" y="807104"/>
                </a:lnTo>
                <a:close/>
              </a:path>
              <a:path w="5740400" h="2095500">
                <a:moveTo>
                  <a:pt x="5739911" y="883304"/>
                </a:moveTo>
                <a:lnTo>
                  <a:pt x="5701811" y="883304"/>
                </a:lnTo>
                <a:lnTo>
                  <a:pt x="5701811" y="845204"/>
                </a:lnTo>
                <a:lnTo>
                  <a:pt x="5739911" y="845204"/>
                </a:lnTo>
                <a:lnTo>
                  <a:pt x="5739911" y="883304"/>
                </a:lnTo>
                <a:close/>
              </a:path>
              <a:path w="5740400" h="2095500">
                <a:moveTo>
                  <a:pt x="5739911" y="959504"/>
                </a:moveTo>
                <a:lnTo>
                  <a:pt x="5701811" y="959504"/>
                </a:lnTo>
                <a:lnTo>
                  <a:pt x="5701811" y="921404"/>
                </a:lnTo>
                <a:lnTo>
                  <a:pt x="5739911" y="921404"/>
                </a:lnTo>
                <a:lnTo>
                  <a:pt x="5739911" y="959504"/>
                </a:lnTo>
                <a:close/>
              </a:path>
              <a:path w="5740400" h="2095500">
                <a:moveTo>
                  <a:pt x="5739911" y="1035703"/>
                </a:moveTo>
                <a:lnTo>
                  <a:pt x="5701811" y="1035703"/>
                </a:lnTo>
                <a:lnTo>
                  <a:pt x="5701811" y="997604"/>
                </a:lnTo>
                <a:lnTo>
                  <a:pt x="5739911" y="997604"/>
                </a:lnTo>
                <a:lnTo>
                  <a:pt x="5739911" y="1035703"/>
                </a:lnTo>
                <a:close/>
              </a:path>
              <a:path w="5740400" h="2095500">
                <a:moveTo>
                  <a:pt x="5739911" y="1111903"/>
                </a:moveTo>
                <a:lnTo>
                  <a:pt x="5701811" y="1111903"/>
                </a:lnTo>
                <a:lnTo>
                  <a:pt x="5701811" y="1073803"/>
                </a:lnTo>
                <a:lnTo>
                  <a:pt x="5739911" y="1073803"/>
                </a:lnTo>
                <a:lnTo>
                  <a:pt x="5739911" y="1111903"/>
                </a:lnTo>
                <a:close/>
              </a:path>
              <a:path w="5740400" h="2095500">
                <a:moveTo>
                  <a:pt x="5739911" y="1188103"/>
                </a:moveTo>
                <a:lnTo>
                  <a:pt x="5701811" y="1188103"/>
                </a:lnTo>
                <a:lnTo>
                  <a:pt x="5701811" y="1150003"/>
                </a:lnTo>
                <a:lnTo>
                  <a:pt x="5739911" y="1150003"/>
                </a:lnTo>
                <a:lnTo>
                  <a:pt x="5739911" y="1188103"/>
                </a:lnTo>
                <a:close/>
              </a:path>
              <a:path w="5740400" h="2095500">
                <a:moveTo>
                  <a:pt x="5739911" y="1264303"/>
                </a:moveTo>
                <a:lnTo>
                  <a:pt x="5701811" y="1264303"/>
                </a:lnTo>
                <a:lnTo>
                  <a:pt x="5701811" y="1226203"/>
                </a:lnTo>
                <a:lnTo>
                  <a:pt x="5739911" y="1226203"/>
                </a:lnTo>
                <a:lnTo>
                  <a:pt x="5739911" y="1264303"/>
                </a:lnTo>
                <a:close/>
              </a:path>
              <a:path w="5740400" h="2095500">
                <a:moveTo>
                  <a:pt x="5739911" y="1340503"/>
                </a:moveTo>
                <a:lnTo>
                  <a:pt x="5701811" y="1340503"/>
                </a:lnTo>
                <a:lnTo>
                  <a:pt x="5701811" y="1302403"/>
                </a:lnTo>
                <a:lnTo>
                  <a:pt x="5739911" y="1302403"/>
                </a:lnTo>
                <a:lnTo>
                  <a:pt x="5739911" y="1340503"/>
                </a:lnTo>
                <a:close/>
              </a:path>
              <a:path w="5740400" h="2095500">
                <a:moveTo>
                  <a:pt x="5739911" y="1416703"/>
                </a:moveTo>
                <a:lnTo>
                  <a:pt x="5701811" y="1416703"/>
                </a:lnTo>
                <a:lnTo>
                  <a:pt x="5701811" y="1378603"/>
                </a:lnTo>
                <a:lnTo>
                  <a:pt x="5739911" y="1378603"/>
                </a:lnTo>
                <a:lnTo>
                  <a:pt x="5739911" y="1416703"/>
                </a:lnTo>
                <a:close/>
              </a:path>
              <a:path w="5740400" h="2095500">
                <a:moveTo>
                  <a:pt x="5739911" y="1492903"/>
                </a:moveTo>
                <a:lnTo>
                  <a:pt x="5701811" y="1492903"/>
                </a:lnTo>
                <a:lnTo>
                  <a:pt x="5701811" y="1454803"/>
                </a:lnTo>
                <a:lnTo>
                  <a:pt x="5739911" y="1454803"/>
                </a:lnTo>
                <a:lnTo>
                  <a:pt x="5739911" y="1492903"/>
                </a:lnTo>
                <a:close/>
              </a:path>
              <a:path w="5740400" h="2095500">
                <a:moveTo>
                  <a:pt x="5739911" y="1569103"/>
                </a:moveTo>
                <a:lnTo>
                  <a:pt x="5701811" y="1569103"/>
                </a:lnTo>
                <a:lnTo>
                  <a:pt x="5701811" y="1531003"/>
                </a:lnTo>
                <a:lnTo>
                  <a:pt x="5739911" y="1531003"/>
                </a:lnTo>
                <a:lnTo>
                  <a:pt x="5739911" y="1569103"/>
                </a:lnTo>
                <a:close/>
              </a:path>
              <a:path w="5740400" h="2095500">
                <a:moveTo>
                  <a:pt x="5739911" y="1645303"/>
                </a:moveTo>
                <a:lnTo>
                  <a:pt x="5701811" y="1645303"/>
                </a:lnTo>
                <a:lnTo>
                  <a:pt x="5701811" y="1607203"/>
                </a:lnTo>
                <a:lnTo>
                  <a:pt x="5739911" y="1607203"/>
                </a:lnTo>
                <a:lnTo>
                  <a:pt x="5739911" y="1645303"/>
                </a:lnTo>
                <a:close/>
              </a:path>
              <a:path w="5740400" h="2095500">
                <a:moveTo>
                  <a:pt x="5739911" y="1721504"/>
                </a:moveTo>
                <a:lnTo>
                  <a:pt x="5701811" y="1721504"/>
                </a:lnTo>
                <a:lnTo>
                  <a:pt x="5701811" y="1683403"/>
                </a:lnTo>
                <a:lnTo>
                  <a:pt x="5739911" y="1683403"/>
                </a:lnTo>
                <a:lnTo>
                  <a:pt x="5739911" y="1721504"/>
                </a:lnTo>
                <a:close/>
              </a:path>
              <a:path w="5740400" h="2095500">
                <a:moveTo>
                  <a:pt x="5739911" y="1797704"/>
                </a:moveTo>
                <a:lnTo>
                  <a:pt x="5701811" y="1797704"/>
                </a:lnTo>
                <a:lnTo>
                  <a:pt x="5701811" y="1759604"/>
                </a:lnTo>
                <a:lnTo>
                  <a:pt x="5739911" y="1759604"/>
                </a:lnTo>
                <a:lnTo>
                  <a:pt x="5739911" y="1797704"/>
                </a:lnTo>
                <a:close/>
              </a:path>
              <a:path w="5740400" h="2095500">
                <a:moveTo>
                  <a:pt x="5739911" y="1873904"/>
                </a:moveTo>
                <a:lnTo>
                  <a:pt x="5701811" y="1873904"/>
                </a:lnTo>
                <a:lnTo>
                  <a:pt x="5701811" y="1835804"/>
                </a:lnTo>
                <a:lnTo>
                  <a:pt x="5739911" y="1835804"/>
                </a:lnTo>
                <a:lnTo>
                  <a:pt x="5739911" y="1873904"/>
                </a:lnTo>
                <a:close/>
              </a:path>
              <a:path w="5740400" h="2095500">
                <a:moveTo>
                  <a:pt x="5735250" y="1950415"/>
                </a:moveTo>
                <a:lnTo>
                  <a:pt x="5699149" y="1943353"/>
                </a:lnTo>
                <a:lnTo>
                  <a:pt x="5700313" y="1936523"/>
                </a:lnTo>
                <a:lnTo>
                  <a:pt x="5701145" y="1929641"/>
                </a:lnTo>
                <a:lnTo>
                  <a:pt x="5701644" y="1922708"/>
                </a:lnTo>
                <a:lnTo>
                  <a:pt x="5701811" y="1915724"/>
                </a:lnTo>
                <a:lnTo>
                  <a:pt x="5701811" y="1912004"/>
                </a:lnTo>
                <a:lnTo>
                  <a:pt x="5739911" y="1912004"/>
                </a:lnTo>
                <a:lnTo>
                  <a:pt x="5739911" y="1915724"/>
                </a:lnTo>
                <a:lnTo>
                  <a:pt x="5735250" y="1950415"/>
                </a:lnTo>
                <a:close/>
              </a:path>
              <a:path w="5740400" h="2095500">
                <a:moveTo>
                  <a:pt x="5705619" y="2019467"/>
                </a:moveTo>
                <a:lnTo>
                  <a:pt x="5675613" y="1998205"/>
                </a:lnTo>
                <a:lnTo>
                  <a:pt x="5679846" y="1991885"/>
                </a:lnTo>
                <a:lnTo>
                  <a:pt x="5683723" y="1985373"/>
                </a:lnTo>
                <a:lnTo>
                  <a:pt x="5687242" y="1978671"/>
                </a:lnTo>
                <a:lnTo>
                  <a:pt x="5690406" y="1971778"/>
                </a:lnTo>
                <a:lnTo>
                  <a:pt x="5724033" y="1986140"/>
                </a:lnTo>
                <a:lnTo>
                  <a:pt x="5715204" y="2007061"/>
                </a:lnTo>
                <a:lnTo>
                  <a:pt x="5705619" y="2019467"/>
                </a:lnTo>
                <a:close/>
              </a:path>
              <a:path w="5740400" h="2095500">
                <a:moveTo>
                  <a:pt x="5650849" y="2071545"/>
                </a:moveTo>
                <a:lnTo>
                  <a:pt x="5631508" y="2038823"/>
                </a:lnTo>
                <a:lnTo>
                  <a:pt x="5637909" y="2034809"/>
                </a:lnTo>
                <a:lnTo>
                  <a:pt x="5644078" y="2030471"/>
                </a:lnTo>
                <a:lnTo>
                  <a:pt x="5650012" y="2025811"/>
                </a:lnTo>
                <a:lnTo>
                  <a:pt x="5655714" y="2020827"/>
                </a:lnTo>
                <a:lnTo>
                  <a:pt x="5680988" y="2048260"/>
                </a:lnTo>
                <a:lnTo>
                  <a:pt x="5650849" y="2071545"/>
                </a:lnTo>
                <a:close/>
              </a:path>
              <a:path w="5740400" h="2095500">
                <a:moveTo>
                  <a:pt x="5578824" y="2094019"/>
                </a:moveTo>
                <a:lnTo>
                  <a:pt x="5574822" y="2057721"/>
                </a:lnTo>
                <a:lnTo>
                  <a:pt x="5582304" y="2056696"/>
                </a:lnTo>
                <a:lnTo>
                  <a:pt x="5589692" y="2055283"/>
                </a:lnTo>
                <a:lnTo>
                  <a:pt x="5596985" y="2053481"/>
                </a:lnTo>
                <a:lnTo>
                  <a:pt x="5604185" y="2051289"/>
                </a:lnTo>
                <a:lnTo>
                  <a:pt x="5615924" y="2086482"/>
                </a:lnTo>
                <a:lnTo>
                  <a:pt x="5607053" y="2090226"/>
                </a:lnTo>
                <a:lnTo>
                  <a:pt x="5578824" y="2094019"/>
                </a:lnTo>
                <a:close/>
              </a:path>
              <a:path w="5740400" h="2095500">
                <a:moveTo>
                  <a:pt x="5540337" y="2095499"/>
                </a:moveTo>
                <a:lnTo>
                  <a:pt x="5502237" y="2095499"/>
                </a:lnTo>
                <a:lnTo>
                  <a:pt x="5502237" y="2058590"/>
                </a:lnTo>
                <a:lnTo>
                  <a:pt x="5540337" y="2058590"/>
                </a:lnTo>
                <a:lnTo>
                  <a:pt x="5540337" y="2095499"/>
                </a:lnTo>
                <a:close/>
              </a:path>
              <a:path w="5740400" h="2095500">
                <a:moveTo>
                  <a:pt x="5464137" y="2095499"/>
                </a:moveTo>
                <a:lnTo>
                  <a:pt x="5426037" y="2095499"/>
                </a:lnTo>
                <a:lnTo>
                  <a:pt x="5426037" y="2058590"/>
                </a:lnTo>
                <a:lnTo>
                  <a:pt x="5464137" y="2058590"/>
                </a:lnTo>
                <a:lnTo>
                  <a:pt x="5464137" y="2095499"/>
                </a:lnTo>
                <a:close/>
              </a:path>
              <a:path w="5740400" h="2095500">
                <a:moveTo>
                  <a:pt x="5387937" y="2095499"/>
                </a:moveTo>
                <a:lnTo>
                  <a:pt x="5349837" y="2095499"/>
                </a:lnTo>
                <a:lnTo>
                  <a:pt x="5349837" y="2058590"/>
                </a:lnTo>
                <a:lnTo>
                  <a:pt x="5387937" y="2058590"/>
                </a:lnTo>
                <a:lnTo>
                  <a:pt x="5387937" y="2095499"/>
                </a:lnTo>
                <a:close/>
              </a:path>
              <a:path w="5740400" h="2095500">
                <a:moveTo>
                  <a:pt x="5311737" y="2095499"/>
                </a:moveTo>
                <a:lnTo>
                  <a:pt x="5273637" y="2095499"/>
                </a:lnTo>
                <a:lnTo>
                  <a:pt x="5273637" y="2058590"/>
                </a:lnTo>
                <a:lnTo>
                  <a:pt x="5311737" y="2058590"/>
                </a:lnTo>
                <a:lnTo>
                  <a:pt x="5311737" y="2095499"/>
                </a:lnTo>
                <a:close/>
              </a:path>
              <a:path w="5740400" h="2095500">
                <a:moveTo>
                  <a:pt x="5235537" y="2095499"/>
                </a:moveTo>
                <a:lnTo>
                  <a:pt x="5197437" y="2095499"/>
                </a:lnTo>
                <a:lnTo>
                  <a:pt x="5197437" y="2058590"/>
                </a:lnTo>
                <a:lnTo>
                  <a:pt x="5235537" y="2058590"/>
                </a:lnTo>
                <a:lnTo>
                  <a:pt x="5235537" y="2095499"/>
                </a:lnTo>
                <a:close/>
              </a:path>
              <a:path w="5740400" h="2095500">
                <a:moveTo>
                  <a:pt x="5159337" y="2095499"/>
                </a:moveTo>
                <a:lnTo>
                  <a:pt x="5121237" y="2095499"/>
                </a:lnTo>
                <a:lnTo>
                  <a:pt x="5121237" y="2058590"/>
                </a:lnTo>
                <a:lnTo>
                  <a:pt x="5159337" y="2058590"/>
                </a:lnTo>
                <a:lnTo>
                  <a:pt x="5159337" y="2095499"/>
                </a:lnTo>
                <a:close/>
              </a:path>
              <a:path w="5740400" h="2095500">
                <a:moveTo>
                  <a:pt x="5083137" y="2095499"/>
                </a:moveTo>
                <a:lnTo>
                  <a:pt x="5045037" y="2095499"/>
                </a:lnTo>
                <a:lnTo>
                  <a:pt x="5045037" y="2058590"/>
                </a:lnTo>
                <a:lnTo>
                  <a:pt x="5083137" y="2058590"/>
                </a:lnTo>
                <a:lnTo>
                  <a:pt x="5083137" y="2095499"/>
                </a:lnTo>
                <a:close/>
              </a:path>
              <a:path w="5740400" h="2095500">
                <a:moveTo>
                  <a:pt x="5006937" y="2095499"/>
                </a:moveTo>
                <a:lnTo>
                  <a:pt x="4968837" y="2095499"/>
                </a:lnTo>
                <a:lnTo>
                  <a:pt x="4968837" y="2058590"/>
                </a:lnTo>
                <a:lnTo>
                  <a:pt x="5006937" y="2058590"/>
                </a:lnTo>
                <a:lnTo>
                  <a:pt x="5006937" y="2095499"/>
                </a:lnTo>
                <a:close/>
              </a:path>
              <a:path w="5740400" h="2095500">
                <a:moveTo>
                  <a:pt x="4930737" y="2095499"/>
                </a:moveTo>
                <a:lnTo>
                  <a:pt x="4892637" y="2095499"/>
                </a:lnTo>
                <a:lnTo>
                  <a:pt x="4892637" y="2058590"/>
                </a:lnTo>
                <a:lnTo>
                  <a:pt x="4930737" y="2058590"/>
                </a:lnTo>
                <a:lnTo>
                  <a:pt x="4930737" y="2095499"/>
                </a:lnTo>
                <a:close/>
              </a:path>
              <a:path w="5740400" h="2095500">
                <a:moveTo>
                  <a:pt x="4854537" y="2095499"/>
                </a:moveTo>
                <a:lnTo>
                  <a:pt x="4816437" y="2095499"/>
                </a:lnTo>
                <a:lnTo>
                  <a:pt x="4816437" y="2058590"/>
                </a:lnTo>
                <a:lnTo>
                  <a:pt x="4854537" y="2058590"/>
                </a:lnTo>
                <a:lnTo>
                  <a:pt x="4854537" y="2095499"/>
                </a:lnTo>
                <a:close/>
              </a:path>
              <a:path w="5740400" h="2095500">
                <a:moveTo>
                  <a:pt x="4778337" y="2095499"/>
                </a:moveTo>
                <a:lnTo>
                  <a:pt x="4740237" y="2095499"/>
                </a:lnTo>
                <a:lnTo>
                  <a:pt x="4740237" y="2058590"/>
                </a:lnTo>
                <a:lnTo>
                  <a:pt x="4778337" y="2058590"/>
                </a:lnTo>
                <a:lnTo>
                  <a:pt x="4778337" y="2095499"/>
                </a:lnTo>
                <a:close/>
              </a:path>
              <a:path w="5740400" h="2095500">
                <a:moveTo>
                  <a:pt x="4702137" y="2095499"/>
                </a:moveTo>
                <a:lnTo>
                  <a:pt x="4664037" y="2095499"/>
                </a:lnTo>
                <a:lnTo>
                  <a:pt x="4664037" y="2058590"/>
                </a:lnTo>
                <a:lnTo>
                  <a:pt x="4702137" y="2058590"/>
                </a:lnTo>
                <a:lnTo>
                  <a:pt x="4702137" y="2095499"/>
                </a:lnTo>
                <a:close/>
              </a:path>
              <a:path w="5740400" h="2095500">
                <a:moveTo>
                  <a:pt x="4625937" y="2095499"/>
                </a:moveTo>
                <a:lnTo>
                  <a:pt x="4587837" y="2095499"/>
                </a:lnTo>
                <a:lnTo>
                  <a:pt x="4587837" y="2058590"/>
                </a:lnTo>
                <a:lnTo>
                  <a:pt x="4625937" y="2058590"/>
                </a:lnTo>
                <a:lnTo>
                  <a:pt x="4625937" y="2095499"/>
                </a:lnTo>
                <a:close/>
              </a:path>
              <a:path w="5740400" h="2095500">
                <a:moveTo>
                  <a:pt x="4549737" y="2095499"/>
                </a:moveTo>
                <a:lnTo>
                  <a:pt x="4511637" y="2095499"/>
                </a:lnTo>
                <a:lnTo>
                  <a:pt x="4511637" y="2058590"/>
                </a:lnTo>
                <a:lnTo>
                  <a:pt x="4549737" y="2058590"/>
                </a:lnTo>
                <a:lnTo>
                  <a:pt x="4549737" y="2095499"/>
                </a:lnTo>
                <a:close/>
              </a:path>
              <a:path w="5740400" h="2095500">
                <a:moveTo>
                  <a:pt x="4473537" y="2095499"/>
                </a:moveTo>
                <a:lnTo>
                  <a:pt x="4435437" y="2095499"/>
                </a:lnTo>
                <a:lnTo>
                  <a:pt x="4435437" y="2058590"/>
                </a:lnTo>
                <a:lnTo>
                  <a:pt x="4473537" y="2058590"/>
                </a:lnTo>
                <a:lnTo>
                  <a:pt x="4473537" y="2095499"/>
                </a:lnTo>
                <a:close/>
              </a:path>
              <a:path w="5740400" h="2095500">
                <a:moveTo>
                  <a:pt x="4397337" y="2095499"/>
                </a:moveTo>
                <a:lnTo>
                  <a:pt x="4359237" y="2095499"/>
                </a:lnTo>
                <a:lnTo>
                  <a:pt x="4359237" y="2058590"/>
                </a:lnTo>
                <a:lnTo>
                  <a:pt x="4397337" y="2058590"/>
                </a:lnTo>
                <a:lnTo>
                  <a:pt x="4397337" y="2095499"/>
                </a:lnTo>
                <a:close/>
              </a:path>
              <a:path w="5740400" h="2095500">
                <a:moveTo>
                  <a:pt x="4321137" y="2095499"/>
                </a:moveTo>
                <a:lnTo>
                  <a:pt x="4283037" y="2095499"/>
                </a:lnTo>
                <a:lnTo>
                  <a:pt x="4283037" y="2058590"/>
                </a:lnTo>
                <a:lnTo>
                  <a:pt x="4321137" y="2058590"/>
                </a:lnTo>
                <a:lnTo>
                  <a:pt x="4321137" y="2095499"/>
                </a:lnTo>
                <a:close/>
              </a:path>
              <a:path w="5740400" h="2095500">
                <a:moveTo>
                  <a:pt x="4244937" y="2095499"/>
                </a:moveTo>
                <a:lnTo>
                  <a:pt x="4206837" y="2095499"/>
                </a:lnTo>
                <a:lnTo>
                  <a:pt x="4206837" y="2058590"/>
                </a:lnTo>
                <a:lnTo>
                  <a:pt x="4244937" y="2058590"/>
                </a:lnTo>
                <a:lnTo>
                  <a:pt x="4244937" y="2095499"/>
                </a:lnTo>
                <a:close/>
              </a:path>
              <a:path w="5740400" h="2095500">
                <a:moveTo>
                  <a:pt x="4168737" y="2095499"/>
                </a:moveTo>
                <a:lnTo>
                  <a:pt x="4130637" y="2095499"/>
                </a:lnTo>
                <a:lnTo>
                  <a:pt x="4130637" y="2058590"/>
                </a:lnTo>
                <a:lnTo>
                  <a:pt x="4168737" y="2058590"/>
                </a:lnTo>
                <a:lnTo>
                  <a:pt x="4168737" y="2095499"/>
                </a:lnTo>
                <a:close/>
              </a:path>
              <a:path w="5740400" h="2095500">
                <a:moveTo>
                  <a:pt x="4092537" y="2095499"/>
                </a:moveTo>
                <a:lnTo>
                  <a:pt x="4054437" y="2095499"/>
                </a:lnTo>
                <a:lnTo>
                  <a:pt x="4054437" y="2058590"/>
                </a:lnTo>
                <a:lnTo>
                  <a:pt x="4092537" y="2058590"/>
                </a:lnTo>
                <a:lnTo>
                  <a:pt x="4092537" y="2095499"/>
                </a:lnTo>
                <a:close/>
              </a:path>
              <a:path w="5740400" h="2095500">
                <a:moveTo>
                  <a:pt x="4016337" y="2095499"/>
                </a:moveTo>
                <a:lnTo>
                  <a:pt x="3978237" y="2095499"/>
                </a:lnTo>
                <a:lnTo>
                  <a:pt x="3978237" y="2058590"/>
                </a:lnTo>
                <a:lnTo>
                  <a:pt x="4016337" y="2058590"/>
                </a:lnTo>
                <a:lnTo>
                  <a:pt x="4016337" y="2095499"/>
                </a:lnTo>
                <a:close/>
              </a:path>
              <a:path w="5740400" h="2095500">
                <a:moveTo>
                  <a:pt x="3940137" y="2095499"/>
                </a:moveTo>
                <a:lnTo>
                  <a:pt x="3902037" y="2095499"/>
                </a:lnTo>
                <a:lnTo>
                  <a:pt x="3902037" y="2058590"/>
                </a:lnTo>
                <a:lnTo>
                  <a:pt x="3940137" y="2058590"/>
                </a:lnTo>
                <a:lnTo>
                  <a:pt x="3940137" y="2095499"/>
                </a:lnTo>
                <a:close/>
              </a:path>
              <a:path w="5740400" h="2095500">
                <a:moveTo>
                  <a:pt x="3863937" y="2095499"/>
                </a:moveTo>
                <a:lnTo>
                  <a:pt x="3825838" y="2095499"/>
                </a:lnTo>
                <a:lnTo>
                  <a:pt x="3825838" y="2058590"/>
                </a:lnTo>
                <a:lnTo>
                  <a:pt x="3863937" y="2058590"/>
                </a:lnTo>
                <a:lnTo>
                  <a:pt x="3863937" y="2095499"/>
                </a:lnTo>
                <a:close/>
              </a:path>
              <a:path w="5740400" h="2095500">
                <a:moveTo>
                  <a:pt x="3787738" y="2095499"/>
                </a:moveTo>
                <a:lnTo>
                  <a:pt x="3749638" y="2095499"/>
                </a:lnTo>
                <a:lnTo>
                  <a:pt x="3749638" y="2058590"/>
                </a:lnTo>
                <a:lnTo>
                  <a:pt x="3787738" y="2058590"/>
                </a:lnTo>
                <a:lnTo>
                  <a:pt x="3787738" y="2095499"/>
                </a:lnTo>
                <a:close/>
              </a:path>
              <a:path w="5740400" h="2095500">
                <a:moveTo>
                  <a:pt x="3711538" y="2095499"/>
                </a:moveTo>
                <a:lnTo>
                  <a:pt x="3673438" y="2095499"/>
                </a:lnTo>
                <a:lnTo>
                  <a:pt x="3673438" y="2058590"/>
                </a:lnTo>
                <a:lnTo>
                  <a:pt x="3711538" y="2058590"/>
                </a:lnTo>
                <a:lnTo>
                  <a:pt x="3711538" y="2095499"/>
                </a:lnTo>
                <a:close/>
              </a:path>
              <a:path w="5740400" h="2095500">
                <a:moveTo>
                  <a:pt x="3635338" y="2095499"/>
                </a:moveTo>
                <a:lnTo>
                  <a:pt x="3597238" y="2095499"/>
                </a:lnTo>
                <a:lnTo>
                  <a:pt x="3597238" y="2058590"/>
                </a:lnTo>
                <a:lnTo>
                  <a:pt x="3635338" y="2058590"/>
                </a:lnTo>
                <a:lnTo>
                  <a:pt x="3635338" y="2095499"/>
                </a:lnTo>
                <a:close/>
              </a:path>
              <a:path w="5740400" h="2095500">
                <a:moveTo>
                  <a:pt x="3559138" y="2095499"/>
                </a:moveTo>
                <a:lnTo>
                  <a:pt x="3521038" y="2095499"/>
                </a:lnTo>
                <a:lnTo>
                  <a:pt x="3521038" y="2058590"/>
                </a:lnTo>
                <a:lnTo>
                  <a:pt x="3559138" y="2058590"/>
                </a:lnTo>
                <a:lnTo>
                  <a:pt x="3559138" y="2095499"/>
                </a:lnTo>
                <a:close/>
              </a:path>
              <a:path w="5740400" h="2095500">
                <a:moveTo>
                  <a:pt x="3482938" y="2095499"/>
                </a:moveTo>
                <a:lnTo>
                  <a:pt x="3444838" y="2095499"/>
                </a:lnTo>
                <a:lnTo>
                  <a:pt x="3444838" y="2058590"/>
                </a:lnTo>
                <a:lnTo>
                  <a:pt x="3482938" y="2058590"/>
                </a:lnTo>
                <a:lnTo>
                  <a:pt x="3482938" y="2095499"/>
                </a:lnTo>
                <a:close/>
              </a:path>
              <a:path w="5740400" h="2095500">
                <a:moveTo>
                  <a:pt x="3406738" y="2095499"/>
                </a:moveTo>
                <a:lnTo>
                  <a:pt x="3368638" y="2095499"/>
                </a:lnTo>
                <a:lnTo>
                  <a:pt x="3368638" y="2058590"/>
                </a:lnTo>
                <a:lnTo>
                  <a:pt x="3406738" y="2058590"/>
                </a:lnTo>
                <a:lnTo>
                  <a:pt x="3406738" y="2095499"/>
                </a:lnTo>
                <a:close/>
              </a:path>
              <a:path w="5740400" h="2095500">
                <a:moveTo>
                  <a:pt x="3330538" y="2095499"/>
                </a:moveTo>
                <a:lnTo>
                  <a:pt x="3292438" y="2095499"/>
                </a:lnTo>
                <a:lnTo>
                  <a:pt x="3292438" y="2058590"/>
                </a:lnTo>
                <a:lnTo>
                  <a:pt x="3330538" y="2058590"/>
                </a:lnTo>
                <a:lnTo>
                  <a:pt x="3330538" y="2095499"/>
                </a:lnTo>
                <a:close/>
              </a:path>
              <a:path w="5740400" h="2095500">
                <a:moveTo>
                  <a:pt x="3254338" y="2095499"/>
                </a:moveTo>
                <a:lnTo>
                  <a:pt x="3216238" y="2095499"/>
                </a:lnTo>
                <a:lnTo>
                  <a:pt x="3216238" y="2058590"/>
                </a:lnTo>
                <a:lnTo>
                  <a:pt x="3254338" y="2058590"/>
                </a:lnTo>
                <a:lnTo>
                  <a:pt x="3254338" y="2095499"/>
                </a:lnTo>
                <a:close/>
              </a:path>
              <a:path w="5740400" h="2095500">
                <a:moveTo>
                  <a:pt x="3178138" y="2095499"/>
                </a:moveTo>
                <a:lnTo>
                  <a:pt x="3140038" y="2095499"/>
                </a:lnTo>
                <a:lnTo>
                  <a:pt x="3140038" y="2058590"/>
                </a:lnTo>
                <a:lnTo>
                  <a:pt x="3178138" y="2058590"/>
                </a:lnTo>
                <a:lnTo>
                  <a:pt x="3178138" y="2095499"/>
                </a:lnTo>
                <a:close/>
              </a:path>
              <a:path w="5740400" h="2095500">
                <a:moveTo>
                  <a:pt x="3101938" y="2095499"/>
                </a:moveTo>
                <a:lnTo>
                  <a:pt x="3063838" y="2095499"/>
                </a:lnTo>
                <a:lnTo>
                  <a:pt x="3063838" y="2058590"/>
                </a:lnTo>
                <a:lnTo>
                  <a:pt x="3101938" y="2058590"/>
                </a:lnTo>
                <a:lnTo>
                  <a:pt x="3101938" y="2095499"/>
                </a:lnTo>
                <a:close/>
              </a:path>
              <a:path w="5740400" h="2095500">
                <a:moveTo>
                  <a:pt x="3025738" y="2095499"/>
                </a:moveTo>
                <a:lnTo>
                  <a:pt x="2987638" y="2095499"/>
                </a:lnTo>
                <a:lnTo>
                  <a:pt x="2987638" y="2058590"/>
                </a:lnTo>
                <a:lnTo>
                  <a:pt x="3025738" y="2058590"/>
                </a:lnTo>
                <a:lnTo>
                  <a:pt x="3025738" y="2095499"/>
                </a:lnTo>
                <a:close/>
              </a:path>
              <a:path w="5740400" h="2095500">
                <a:moveTo>
                  <a:pt x="2949538" y="2095499"/>
                </a:moveTo>
                <a:lnTo>
                  <a:pt x="2911438" y="2095499"/>
                </a:lnTo>
                <a:lnTo>
                  <a:pt x="2911438" y="2058590"/>
                </a:lnTo>
                <a:lnTo>
                  <a:pt x="2949538" y="2058590"/>
                </a:lnTo>
                <a:lnTo>
                  <a:pt x="2949538" y="2095499"/>
                </a:lnTo>
                <a:close/>
              </a:path>
              <a:path w="5740400" h="2095500">
                <a:moveTo>
                  <a:pt x="2873338" y="2095499"/>
                </a:moveTo>
                <a:lnTo>
                  <a:pt x="2835238" y="2095499"/>
                </a:lnTo>
                <a:lnTo>
                  <a:pt x="2835238" y="2058590"/>
                </a:lnTo>
                <a:lnTo>
                  <a:pt x="2873338" y="2058590"/>
                </a:lnTo>
                <a:lnTo>
                  <a:pt x="2873338" y="2095499"/>
                </a:lnTo>
                <a:close/>
              </a:path>
              <a:path w="5740400" h="2095500">
                <a:moveTo>
                  <a:pt x="2797138" y="2095499"/>
                </a:moveTo>
                <a:lnTo>
                  <a:pt x="2759038" y="2095499"/>
                </a:lnTo>
                <a:lnTo>
                  <a:pt x="2759038" y="2058590"/>
                </a:lnTo>
                <a:lnTo>
                  <a:pt x="2797138" y="2058590"/>
                </a:lnTo>
                <a:lnTo>
                  <a:pt x="2797138" y="2095499"/>
                </a:lnTo>
                <a:close/>
              </a:path>
              <a:path w="5740400" h="2095500">
                <a:moveTo>
                  <a:pt x="2720938" y="2095499"/>
                </a:moveTo>
                <a:lnTo>
                  <a:pt x="2682838" y="2095499"/>
                </a:lnTo>
                <a:lnTo>
                  <a:pt x="2682838" y="2058590"/>
                </a:lnTo>
                <a:lnTo>
                  <a:pt x="2720938" y="2058590"/>
                </a:lnTo>
                <a:lnTo>
                  <a:pt x="2720938" y="2095499"/>
                </a:lnTo>
                <a:close/>
              </a:path>
              <a:path w="5740400" h="2095500">
                <a:moveTo>
                  <a:pt x="2644738" y="2095499"/>
                </a:moveTo>
                <a:lnTo>
                  <a:pt x="2606638" y="2095499"/>
                </a:lnTo>
                <a:lnTo>
                  <a:pt x="2606638" y="2058590"/>
                </a:lnTo>
                <a:lnTo>
                  <a:pt x="2644738" y="2058590"/>
                </a:lnTo>
                <a:lnTo>
                  <a:pt x="2644738" y="2095499"/>
                </a:lnTo>
                <a:close/>
              </a:path>
              <a:path w="5740400" h="2095500">
                <a:moveTo>
                  <a:pt x="2568538" y="2095499"/>
                </a:moveTo>
                <a:lnTo>
                  <a:pt x="2530438" y="2095499"/>
                </a:lnTo>
                <a:lnTo>
                  <a:pt x="2530438" y="2058590"/>
                </a:lnTo>
                <a:lnTo>
                  <a:pt x="2568538" y="2058590"/>
                </a:lnTo>
                <a:lnTo>
                  <a:pt x="2568538" y="2095499"/>
                </a:lnTo>
                <a:close/>
              </a:path>
              <a:path w="5740400" h="2095500">
                <a:moveTo>
                  <a:pt x="2492338" y="2095499"/>
                </a:moveTo>
                <a:lnTo>
                  <a:pt x="2454238" y="2095499"/>
                </a:lnTo>
                <a:lnTo>
                  <a:pt x="2454238" y="2058590"/>
                </a:lnTo>
                <a:lnTo>
                  <a:pt x="2492338" y="2058590"/>
                </a:lnTo>
                <a:lnTo>
                  <a:pt x="2492338" y="2095499"/>
                </a:lnTo>
                <a:close/>
              </a:path>
              <a:path w="5740400" h="2095500">
                <a:moveTo>
                  <a:pt x="2416138" y="2095499"/>
                </a:moveTo>
                <a:lnTo>
                  <a:pt x="2378038" y="2095499"/>
                </a:lnTo>
                <a:lnTo>
                  <a:pt x="2378038" y="2058590"/>
                </a:lnTo>
                <a:lnTo>
                  <a:pt x="2416138" y="2058590"/>
                </a:lnTo>
                <a:lnTo>
                  <a:pt x="2416138" y="2095499"/>
                </a:lnTo>
                <a:close/>
              </a:path>
              <a:path w="5740400" h="2095500">
                <a:moveTo>
                  <a:pt x="2339938" y="2095499"/>
                </a:moveTo>
                <a:lnTo>
                  <a:pt x="2301838" y="2095499"/>
                </a:lnTo>
                <a:lnTo>
                  <a:pt x="2301838" y="2058590"/>
                </a:lnTo>
                <a:lnTo>
                  <a:pt x="2339938" y="2058590"/>
                </a:lnTo>
                <a:lnTo>
                  <a:pt x="2339938" y="2095499"/>
                </a:lnTo>
                <a:close/>
              </a:path>
              <a:path w="5740400" h="2095500">
                <a:moveTo>
                  <a:pt x="2263738" y="2095499"/>
                </a:moveTo>
                <a:lnTo>
                  <a:pt x="2225638" y="2095499"/>
                </a:lnTo>
                <a:lnTo>
                  <a:pt x="2225638" y="2058590"/>
                </a:lnTo>
                <a:lnTo>
                  <a:pt x="2263738" y="2058590"/>
                </a:lnTo>
                <a:lnTo>
                  <a:pt x="2263738" y="2095499"/>
                </a:lnTo>
                <a:close/>
              </a:path>
              <a:path w="5740400" h="2095500">
                <a:moveTo>
                  <a:pt x="2187538" y="2095499"/>
                </a:moveTo>
                <a:lnTo>
                  <a:pt x="2149438" y="2095499"/>
                </a:lnTo>
                <a:lnTo>
                  <a:pt x="2149438" y="2058590"/>
                </a:lnTo>
                <a:lnTo>
                  <a:pt x="2187538" y="2058590"/>
                </a:lnTo>
                <a:lnTo>
                  <a:pt x="2187538" y="2095499"/>
                </a:lnTo>
                <a:close/>
              </a:path>
              <a:path w="5740400" h="2095500">
                <a:moveTo>
                  <a:pt x="2111338" y="2095499"/>
                </a:moveTo>
                <a:lnTo>
                  <a:pt x="2073238" y="2095499"/>
                </a:lnTo>
                <a:lnTo>
                  <a:pt x="2073238" y="2058590"/>
                </a:lnTo>
                <a:lnTo>
                  <a:pt x="2111338" y="2058590"/>
                </a:lnTo>
                <a:lnTo>
                  <a:pt x="2111338" y="2095499"/>
                </a:lnTo>
                <a:close/>
              </a:path>
              <a:path w="5740400" h="2095500">
                <a:moveTo>
                  <a:pt x="2035138" y="2095499"/>
                </a:moveTo>
                <a:lnTo>
                  <a:pt x="1997038" y="2095499"/>
                </a:lnTo>
                <a:lnTo>
                  <a:pt x="1997038" y="2058590"/>
                </a:lnTo>
                <a:lnTo>
                  <a:pt x="2035138" y="2058590"/>
                </a:lnTo>
                <a:lnTo>
                  <a:pt x="2035138" y="2095499"/>
                </a:lnTo>
                <a:close/>
              </a:path>
              <a:path w="5740400" h="2095500">
                <a:moveTo>
                  <a:pt x="1958938" y="2095499"/>
                </a:moveTo>
                <a:lnTo>
                  <a:pt x="1920838" y="2095499"/>
                </a:lnTo>
                <a:lnTo>
                  <a:pt x="1920838" y="2058590"/>
                </a:lnTo>
                <a:lnTo>
                  <a:pt x="1958938" y="2058590"/>
                </a:lnTo>
                <a:lnTo>
                  <a:pt x="1958938" y="2095499"/>
                </a:lnTo>
                <a:close/>
              </a:path>
              <a:path w="5740400" h="2095500">
                <a:moveTo>
                  <a:pt x="1882738" y="2095499"/>
                </a:moveTo>
                <a:lnTo>
                  <a:pt x="1844638" y="2095499"/>
                </a:lnTo>
                <a:lnTo>
                  <a:pt x="1844638" y="2058590"/>
                </a:lnTo>
                <a:lnTo>
                  <a:pt x="1882738" y="2058590"/>
                </a:lnTo>
                <a:lnTo>
                  <a:pt x="1882738" y="2095499"/>
                </a:lnTo>
                <a:close/>
              </a:path>
              <a:path w="5740400" h="2095500">
                <a:moveTo>
                  <a:pt x="1806538" y="2095499"/>
                </a:moveTo>
                <a:lnTo>
                  <a:pt x="1768438" y="2095499"/>
                </a:lnTo>
                <a:lnTo>
                  <a:pt x="1768438" y="2058590"/>
                </a:lnTo>
                <a:lnTo>
                  <a:pt x="1806538" y="2058590"/>
                </a:lnTo>
                <a:lnTo>
                  <a:pt x="1806538" y="2095499"/>
                </a:lnTo>
                <a:close/>
              </a:path>
              <a:path w="5740400" h="2095500">
                <a:moveTo>
                  <a:pt x="1730338" y="2095499"/>
                </a:moveTo>
                <a:lnTo>
                  <a:pt x="1692238" y="2095499"/>
                </a:lnTo>
                <a:lnTo>
                  <a:pt x="1692238" y="2058590"/>
                </a:lnTo>
                <a:lnTo>
                  <a:pt x="1730338" y="2058590"/>
                </a:lnTo>
                <a:lnTo>
                  <a:pt x="1730338" y="2095499"/>
                </a:lnTo>
                <a:close/>
              </a:path>
              <a:path w="5740400" h="2095500">
                <a:moveTo>
                  <a:pt x="1654138" y="2095499"/>
                </a:moveTo>
                <a:lnTo>
                  <a:pt x="1616038" y="2095499"/>
                </a:lnTo>
                <a:lnTo>
                  <a:pt x="1616038" y="2058590"/>
                </a:lnTo>
                <a:lnTo>
                  <a:pt x="1654138" y="2058590"/>
                </a:lnTo>
                <a:lnTo>
                  <a:pt x="1654138" y="2095499"/>
                </a:lnTo>
                <a:close/>
              </a:path>
              <a:path w="5740400" h="2095500">
                <a:moveTo>
                  <a:pt x="1577938" y="2095499"/>
                </a:moveTo>
                <a:lnTo>
                  <a:pt x="1539838" y="2095499"/>
                </a:lnTo>
                <a:lnTo>
                  <a:pt x="1539838" y="2058590"/>
                </a:lnTo>
                <a:lnTo>
                  <a:pt x="1577938" y="2058590"/>
                </a:lnTo>
                <a:lnTo>
                  <a:pt x="1577938" y="2095499"/>
                </a:lnTo>
                <a:close/>
              </a:path>
              <a:path w="5740400" h="2095500">
                <a:moveTo>
                  <a:pt x="1501738" y="2095499"/>
                </a:moveTo>
                <a:lnTo>
                  <a:pt x="1463638" y="2095499"/>
                </a:lnTo>
                <a:lnTo>
                  <a:pt x="1463638" y="2058590"/>
                </a:lnTo>
                <a:lnTo>
                  <a:pt x="1501738" y="2058590"/>
                </a:lnTo>
                <a:lnTo>
                  <a:pt x="1501738" y="2095499"/>
                </a:lnTo>
                <a:close/>
              </a:path>
              <a:path w="5740400" h="2095500">
                <a:moveTo>
                  <a:pt x="1425538" y="2095499"/>
                </a:moveTo>
                <a:lnTo>
                  <a:pt x="1387438" y="2095499"/>
                </a:lnTo>
                <a:lnTo>
                  <a:pt x="1387438" y="2058590"/>
                </a:lnTo>
                <a:lnTo>
                  <a:pt x="1425538" y="2058590"/>
                </a:lnTo>
                <a:lnTo>
                  <a:pt x="1425538" y="2095499"/>
                </a:lnTo>
                <a:close/>
              </a:path>
              <a:path w="5740400" h="2095500">
                <a:moveTo>
                  <a:pt x="1349338" y="2095499"/>
                </a:moveTo>
                <a:lnTo>
                  <a:pt x="1311238" y="2095499"/>
                </a:lnTo>
                <a:lnTo>
                  <a:pt x="1311238" y="2058590"/>
                </a:lnTo>
                <a:lnTo>
                  <a:pt x="1349338" y="2058590"/>
                </a:lnTo>
                <a:lnTo>
                  <a:pt x="1349338" y="2095499"/>
                </a:lnTo>
                <a:close/>
              </a:path>
              <a:path w="5740400" h="2095500">
                <a:moveTo>
                  <a:pt x="1273138" y="2095499"/>
                </a:moveTo>
                <a:lnTo>
                  <a:pt x="1235038" y="2095499"/>
                </a:lnTo>
                <a:lnTo>
                  <a:pt x="1235038" y="2058590"/>
                </a:lnTo>
                <a:lnTo>
                  <a:pt x="1273138" y="2058590"/>
                </a:lnTo>
                <a:lnTo>
                  <a:pt x="1273138" y="2095499"/>
                </a:lnTo>
                <a:close/>
              </a:path>
              <a:path w="5740400" h="2095500">
                <a:moveTo>
                  <a:pt x="1196938" y="2095499"/>
                </a:moveTo>
                <a:lnTo>
                  <a:pt x="1158838" y="2095499"/>
                </a:lnTo>
                <a:lnTo>
                  <a:pt x="1158838" y="2058590"/>
                </a:lnTo>
                <a:lnTo>
                  <a:pt x="1196938" y="2058590"/>
                </a:lnTo>
                <a:lnTo>
                  <a:pt x="1196938" y="2095499"/>
                </a:lnTo>
                <a:close/>
              </a:path>
              <a:path w="5740400" h="2095500">
                <a:moveTo>
                  <a:pt x="1120738" y="2095499"/>
                </a:moveTo>
                <a:lnTo>
                  <a:pt x="1082638" y="2095499"/>
                </a:lnTo>
                <a:lnTo>
                  <a:pt x="1082638" y="2058590"/>
                </a:lnTo>
                <a:lnTo>
                  <a:pt x="1120738" y="2058590"/>
                </a:lnTo>
                <a:lnTo>
                  <a:pt x="1120738" y="2095499"/>
                </a:lnTo>
                <a:close/>
              </a:path>
              <a:path w="5740400" h="2095500">
                <a:moveTo>
                  <a:pt x="1044538" y="2095499"/>
                </a:moveTo>
                <a:lnTo>
                  <a:pt x="1006438" y="2095499"/>
                </a:lnTo>
                <a:lnTo>
                  <a:pt x="1006438" y="2058590"/>
                </a:lnTo>
                <a:lnTo>
                  <a:pt x="1044538" y="2058590"/>
                </a:lnTo>
                <a:lnTo>
                  <a:pt x="1044538" y="2095499"/>
                </a:lnTo>
                <a:close/>
              </a:path>
              <a:path w="5740400" h="2095500">
                <a:moveTo>
                  <a:pt x="968338" y="2095499"/>
                </a:moveTo>
                <a:lnTo>
                  <a:pt x="930238" y="2095499"/>
                </a:lnTo>
                <a:lnTo>
                  <a:pt x="930238" y="2058590"/>
                </a:lnTo>
                <a:lnTo>
                  <a:pt x="968338" y="2058590"/>
                </a:lnTo>
                <a:lnTo>
                  <a:pt x="968338" y="2095499"/>
                </a:lnTo>
                <a:close/>
              </a:path>
              <a:path w="5740400" h="2095500">
                <a:moveTo>
                  <a:pt x="892138" y="2095499"/>
                </a:moveTo>
                <a:lnTo>
                  <a:pt x="854038" y="2095499"/>
                </a:lnTo>
                <a:lnTo>
                  <a:pt x="854038" y="2058590"/>
                </a:lnTo>
                <a:lnTo>
                  <a:pt x="892138" y="2058590"/>
                </a:lnTo>
                <a:lnTo>
                  <a:pt x="892138" y="2095499"/>
                </a:lnTo>
                <a:close/>
              </a:path>
              <a:path w="5740400" h="2095500">
                <a:moveTo>
                  <a:pt x="815938" y="2095499"/>
                </a:moveTo>
                <a:lnTo>
                  <a:pt x="777838" y="2095499"/>
                </a:lnTo>
                <a:lnTo>
                  <a:pt x="777838" y="2058590"/>
                </a:lnTo>
                <a:lnTo>
                  <a:pt x="815938" y="2058590"/>
                </a:lnTo>
                <a:lnTo>
                  <a:pt x="815938" y="2095499"/>
                </a:lnTo>
                <a:close/>
              </a:path>
              <a:path w="5740400" h="2095500">
                <a:moveTo>
                  <a:pt x="739738" y="2095499"/>
                </a:moveTo>
                <a:lnTo>
                  <a:pt x="701638" y="2095499"/>
                </a:lnTo>
                <a:lnTo>
                  <a:pt x="701638" y="2058590"/>
                </a:lnTo>
                <a:lnTo>
                  <a:pt x="739738" y="2058590"/>
                </a:lnTo>
                <a:lnTo>
                  <a:pt x="739738" y="2095499"/>
                </a:lnTo>
                <a:close/>
              </a:path>
              <a:path w="5740400" h="2095500">
                <a:moveTo>
                  <a:pt x="663538" y="2095499"/>
                </a:moveTo>
                <a:lnTo>
                  <a:pt x="625438" y="2095499"/>
                </a:lnTo>
                <a:lnTo>
                  <a:pt x="625438" y="2058590"/>
                </a:lnTo>
                <a:lnTo>
                  <a:pt x="663538" y="2058590"/>
                </a:lnTo>
                <a:lnTo>
                  <a:pt x="663538" y="2095499"/>
                </a:lnTo>
                <a:close/>
              </a:path>
              <a:path w="5740400" h="2095500">
                <a:moveTo>
                  <a:pt x="587338" y="2095499"/>
                </a:moveTo>
                <a:lnTo>
                  <a:pt x="549238" y="2095499"/>
                </a:lnTo>
                <a:lnTo>
                  <a:pt x="549238" y="2058590"/>
                </a:lnTo>
                <a:lnTo>
                  <a:pt x="587338" y="2058590"/>
                </a:lnTo>
                <a:lnTo>
                  <a:pt x="587338" y="2095499"/>
                </a:lnTo>
                <a:close/>
              </a:path>
              <a:path w="5740400" h="2095500">
                <a:moveTo>
                  <a:pt x="511138" y="2095499"/>
                </a:moveTo>
                <a:lnTo>
                  <a:pt x="473038" y="2095499"/>
                </a:lnTo>
                <a:lnTo>
                  <a:pt x="473038" y="2058590"/>
                </a:lnTo>
                <a:lnTo>
                  <a:pt x="511138" y="2058590"/>
                </a:lnTo>
                <a:lnTo>
                  <a:pt x="511138" y="2095499"/>
                </a:lnTo>
                <a:close/>
              </a:path>
              <a:path w="5740400" h="2095500">
                <a:moveTo>
                  <a:pt x="434938" y="2095499"/>
                </a:moveTo>
                <a:lnTo>
                  <a:pt x="396838" y="2095499"/>
                </a:lnTo>
                <a:lnTo>
                  <a:pt x="396838" y="2058590"/>
                </a:lnTo>
                <a:lnTo>
                  <a:pt x="434938" y="2058590"/>
                </a:lnTo>
                <a:lnTo>
                  <a:pt x="434938" y="2095499"/>
                </a:lnTo>
                <a:close/>
              </a:path>
              <a:path w="5740400" h="2095500">
                <a:moveTo>
                  <a:pt x="358738" y="2095499"/>
                </a:moveTo>
                <a:lnTo>
                  <a:pt x="320638" y="2095499"/>
                </a:lnTo>
                <a:lnTo>
                  <a:pt x="320638" y="2058590"/>
                </a:lnTo>
                <a:lnTo>
                  <a:pt x="358738" y="2058590"/>
                </a:lnTo>
                <a:lnTo>
                  <a:pt x="358738" y="2095499"/>
                </a:lnTo>
                <a:close/>
              </a:path>
              <a:path w="5740400" h="2095500">
                <a:moveTo>
                  <a:pt x="282538" y="2095499"/>
                </a:moveTo>
                <a:lnTo>
                  <a:pt x="244438" y="2095499"/>
                </a:lnTo>
                <a:lnTo>
                  <a:pt x="244438" y="2058590"/>
                </a:lnTo>
                <a:lnTo>
                  <a:pt x="282538" y="2058590"/>
                </a:lnTo>
                <a:lnTo>
                  <a:pt x="282538" y="2095499"/>
                </a:lnTo>
                <a:close/>
              </a:path>
              <a:path w="5740400" h="2095500">
                <a:moveTo>
                  <a:pt x="206338" y="2095499"/>
                </a:moveTo>
                <a:lnTo>
                  <a:pt x="172196" y="2095499"/>
                </a:lnTo>
                <a:lnTo>
                  <a:pt x="167897" y="2094922"/>
                </a:lnTo>
                <a:lnTo>
                  <a:pt x="170536" y="2058464"/>
                </a:lnTo>
                <a:lnTo>
                  <a:pt x="170554" y="2058211"/>
                </a:lnTo>
                <a:lnTo>
                  <a:pt x="174039" y="2058464"/>
                </a:lnTo>
                <a:lnTo>
                  <a:pt x="206338" y="2058464"/>
                </a:lnTo>
                <a:lnTo>
                  <a:pt x="206338" y="2095499"/>
                </a:lnTo>
                <a:close/>
              </a:path>
              <a:path w="5740400" h="2095500">
                <a:moveTo>
                  <a:pt x="130173" y="2089055"/>
                </a:moveTo>
                <a:lnTo>
                  <a:pt x="95290" y="2074334"/>
                </a:lnTo>
                <a:lnTo>
                  <a:pt x="113115" y="2041440"/>
                </a:lnTo>
                <a:lnTo>
                  <a:pt x="119812" y="2044845"/>
                </a:lnTo>
                <a:lnTo>
                  <a:pt x="126656" y="2047881"/>
                </a:lnTo>
                <a:lnTo>
                  <a:pt x="133647" y="2050548"/>
                </a:lnTo>
                <a:lnTo>
                  <a:pt x="140785" y="2052846"/>
                </a:lnTo>
                <a:lnTo>
                  <a:pt x="130173" y="2089055"/>
                </a:lnTo>
                <a:close/>
              </a:path>
              <a:path w="5740400" h="2095500">
                <a:moveTo>
                  <a:pt x="64286" y="2052333"/>
                </a:moveTo>
                <a:lnTo>
                  <a:pt x="53094" y="2043686"/>
                </a:lnTo>
                <a:lnTo>
                  <a:pt x="38446" y="2024727"/>
                </a:lnTo>
                <a:lnTo>
                  <a:pt x="67526" y="2002466"/>
                </a:lnTo>
                <a:lnTo>
                  <a:pt x="72272" y="2008341"/>
                </a:lnTo>
                <a:lnTo>
                  <a:pt x="77306" y="2013945"/>
                </a:lnTo>
                <a:lnTo>
                  <a:pt x="82628" y="2019276"/>
                </a:lnTo>
                <a:lnTo>
                  <a:pt x="88240" y="2024336"/>
                </a:lnTo>
                <a:lnTo>
                  <a:pt x="64286" y="2052333"/>
                </a:lnTo>
                <a:close/>
              </a:path>
              <a:path w="5740400" h="2095500">
                <a:moveTo>
                  <a:pt x="18581" y="1992330"/>
                </a:moveTo>
                <a:lnTo>
                  <a:pt x="6555" y="1963832"/>
                </a:lnTo>
                <a:lnTo>
                  <a:pt x="5628" y="1957030"/>
                </a:lnTo>
                <a:lnTo>
                  <a:pt x="41961" y="1948508"/>
                </a:lnTo>
                <a:lnTo>
                  <a:pt x="43858" y="1955735"/>
                </a:lnTo>
                <a:lnTo>
                  <a:pt x="46127" y="1962834"/>
                </a:lnTo>
                <a:lnTo>
                  <a:pt x="48769" y="1969805"/>
                </a:lnTo>
                <a:lnTo>
                  <a:pt x="51785" y="1976647"/>
                </a:lnTo>
                <a:lnTo>
                  <a:pt x="18581" y="1992330"/>
                </a:lnTo>
                <a:close/>
              </a:path>
              <a:path w="5740400" h="2095500">
                <a:moveTo>
                  <a:pt x="418" y="1918796"/>
                </a:moveTo>
                <a:lnTo>
                  <a:pt x="0" y="1915724"/>
                </a:lnTo>
                <a:lnTo>
                  <a:pt x="0" y="1880578"/>
                </a:lnTo>
                <a:lnTo>
                  <a:pt x="38191" y="1880578"/>
                </a:lnTo>
                <a:lnTo>
                  <a:pt x="38215" y="1918482"/>
                </a:lnTo>
                <a:lnTo>
                  <a:pt x="418" y="1918796"/>
                </a:lnTo>
                <a:close/>
              </a:path>
              <a:path w="5740400" h="2095500">
                <a:moveTo>
                  <a:pt x="38191" y="1842478"/>
                </a:moveTo>
                <a:lnTo>
                  <a:pt x="0" y="1842478"/>
                </a:lnTo>
                <a:lnTo>
                  <a:pt x="0" y="1804378"/>
                </a:lnTo>
                <a:lnTo>
                  <a:pt x="38191" y="1804378"/>
                </a:lnTo>
                <a:lnTo>
                  <a:pt x="38191" y="1842478"/>
                </a:lnTo>
                <a:close/>
              </a:path>
              <a:path w="5740400" h="2095500">
                <a:moveTo>
                  <a:pt x="38191" y="1766278"/>
                </a:moveTo>
                <a:lnTo>
                  <a:pt x="0" y="1766278"/>
                </a:lnTo>
                <a:lnTo>
                  <a:pt x="0" y="1728178"/>
                </a:lnTo>
                <a:lnTo>
                  <a:pt x="38191" y="1728178"/>
                </a:lnTo>
                <a:lnTo>
                  <a:pt x="38191" y="1766278"/>
                </a:lnTo>
                <a:close/>
              </a:path>
              <a:path w="5740400" h="2095500">
                <a:moveTo>
                  <a:pt x="38191" y="1690078"/>
                </a:moveTo>
                <a:lnTo>
                  <a:pt x="0" y="1690078"/>
                </a:lnTo>
                <a:lnTo>
                  <a:pt x="0" y="1651978"/>
                </a:lnTo>
                <a:lnTo>
                  <a:pt x="38191" y="1651978"/>
                </a:lnTo>
                <a:lnTo>
                  <a:pt x="38191" y="1690078"/>
                </a:lnTo>
                <a:close/>
              </a:path>
              <a:path w="5740400" h="2095500">
                <a:moveTo>
                  <a:pt x="38191" y="1613878"/>
                </a:moveTo>
                <a:lnTo>
                  <a:pt x="0" y="1613878"/>
                </a:lnTo>
                <a:lnTo>
                  <a:pt x="0" y="1575777"/>
                </a:lnTo>
                <a:lnTo>
                  <a:pt x="38191" y="1575777"/>
                </a:lnTo>
                <a:lnTo>
                  <a:pt x="38191" y="1613878"/>
                </a:lnTo>
                <a:close/>
              </a:path>
              <a:path w="5740400" h="2095500">
                <a:moveTo>
                  <a:pt x="38191" y="1537677"/>
                </a:moveTo>
                <a:lnTo>
                  <a:pt x="0" y="1537677"/>
                </a:lnTo>
                <a:lnTo>
                  <a:pt x="0" y="1499577"/>
                </a:lnTo>
                <a:lnTo>
                  <a:pt x="38191" y="1499577"/>
                </a:lnTo>
                <a:lnTo>
                  <a:pt x="38191" y="1537677"/>
                </a:lnTo>
                <a:close/>
              </a:path>
              <a:path w="5740400" h="2095500">
                <a:moveTo>
                  <a:pt x="38191" y="1461477"/>
                </a:moveTo>
                <a:lnTo>
                  <a:pt x="0" y="1461477"/>
                </a:lnTo>
                <a:lnTo>
                  <a:pt x="0" y="1423377"/>
                </a:lnTo>
                <a:lnTo>
                  <a:pt x="38191" y="1423377"/>
                </a:lnTo>
                <a:lnTo>
                  <a:pt x="38191" y="1461477"/>
                </a:lnTo>
                <a:close/>
              </a:path>
              <a:path w="5740400" h="2095500">
                <a:moveTo>
                  <a:pt x="38191" y="1385277"/>
                </a:moveTo>
                <a:lnTo>
                  <a:pt x="0" y="1385277"/>
                </a:lnTo>
                <a:lnTo>
                  <a:pt x="0" y="1347177"/>
                </a:lnTo>
                <a:lnTo>
                  <a:pt x="38191" y="1347177"/>
                </a:lnTo>
                <a:lnTo>
                  <a:pt x="38191" y="1385277"/>
                </a:lnTo>
                <a:close/>
              </a:path>
              <a:path w="5740400" h="2095500">
                <a:moveTo>
                  <a:pt x="38191" y="1309077"/>
                </a:moveTo>
                <a:lnTo>
                  <a:pt x="0" y="1309077"/>
                </a:lnTo>
                <a:lnTo>
                  <a:pt x="0" y="1270977"/>
                </a:lnTo>
                <a:lnTo>
                  <a:pt x="38191" y="1270977"/>
                </a:lnTo>
                <a:lnTo>
                  <a:pt x="38191" y="1309077"/>
                </a:lnTo>
                <a:close/>
              </a:path>
              <a:path w="5740400" h="2095500">
                <a:moveTo>
                  <a:pt x="38191" y="1232877"/>
                </a:moveTo>
                <a:lnTo>
                  <a:pt x="0" y="1232877"/>
                </a:lnTo>
                <a:lnTo>
                  <a:pt x="0" y="1194777"/>
                </a:lnTo>
                <a:lnTo>
                  <a:pt x="38191" y="1194777"/>
                </a:lnTo>
                <a:lnTo>
                  <a:pt x="38191" y="1232877"/>
                </a:lnTo>
                <a:close/>
              </a:path>
              <a:path w="5740400" h="2095500">
                <a:moveTo>
                  <a:pt x="38191" y="1156677"/>
                </a:moveTo>
                <a:lnTo>
                  <a:pt x="0" y="1156677"/>
                </a:lnTo>
                <a:lnTo>
                  <a:pt x="0" y="1118577"/>
                </a:lnTo>
                <a:lnTo>
                  <a:pt x="38191" y="1118577"/>
                </a:lnTo>
                <a:lnTo>
                  <a:pt x="38191" y="1156677"/>
                </a:lnTo>
                <a:close/>
              </a:path>
              <a:path w="5740400" h="2095500">
                <a:moveTo>
                  <a:pt x="38191" y="1080477"/>
                </a:moveTo>
                <a:lnTo>
                  <a:pt x="0" y="1080477"/>
                </a:lnTo>
                <a:lnTo>
                  <a:pt x="0" y="1042378"/>
                </a:lnTo>
                <a:lnTo>
                  <a:pt x="38191" y="1042378"/>
                </a:lnTo>
                <a:lnTo>
                  <a:pt x="38191" y="1080477"/>
                </a:lnTo>
                <a:close/>
              </a:path>
              <a:path w="5740400" h="2095500">
                <a:moveTo>
                  <a:pt x="38191" y="1004278"/>
                </a:moveTo>
                <a:lnTo>
                  <a:pt x="0" y="1004278"/>
                </a:lnTo>
                <a:lnTo>
                  <a:pt x="0" y="966178"/>
                </a:lnTo>
                <a:lnTo>
                  <a:pt x="38191" y="966178"/>
                </a:lnTo>
                <a:lnTo>
                  <a:pt x="38191" y="1004278"/>
                </a:lnTo>
                <a:close/>
              </a:path>
              <a:path w="5740400" h="2095500">
                <a:moveTo>
                  <a:pt x="38191" y="928077"/>
                </a:moveTo>
                <a:lnTo>
                  <a:pt x="0" y="928077"/>
                </a:lnTo>
                <a:lnTo>
                  <a:pt x="0" y="889977"/>
                </a:lnTo>
                <a:lnTo>
                  <a:pt x="38191" y="889977"/>
                </a:lnTo>
                <a:lnTo>
                  <a:pt x="38191" y="928077"/>
                </a:lnTo>
                <a:close/>
              </a:path>
              <a:path w="5740400" h="2095500">
                <a:moveTo>
                  <a:pt x="38191" y="851877"/>
                </a:moveTo>
                <a:lnTo>
                  <a:pt x="0" y="851877"/>
                </a:lnTo>
                <a:lnTo>
                  <a:pt x="0" y="813777"/>
                </a:lnTo>
                <a:lnTo>
                  <a:pt x="38191" y="813777"/>
                </a:lnTo>
                <a:lnTo>
                  <a:pt x="38191" y="851877"/>
                </a:lnTo>
                <a:close/>
              </a:path>
              <a:path w="5740400" h="2095500">
                <a:moveTo>
                  <a:pt x="38191" y="775677"/>
                </a:moveTo>
                <a:lnTo>
                  <a:pt x="0" y="775677"/>
                </a:lnTo>
                <a:lnTo>
                  <a:pt x="0" y="737577"/>
                </a:lnTo>
                <a:lnTo>
                  <a:pt x="38191" y="737577"/>
                </a:lnTo>
                <a:lnTo>
                  <a:pt x="38191" y="775677"/>
                </a:lnTo>
                <a:close/>
              </a:path>
              <a:path w="5740400" h="2095500">
                <a:moveTo>
                  <a:pt x="38191" y="699477"/>
                </a:moveTo>
                <a:lnTo>
                  <a:pt x="0" y="699477"/>
                </a:lnTo>
                <a:lnTo>
                  <a:pt x="0" y="661377"/>
                </a:lnTo>
                <a:lnTo>
                  <a:pt x="38191" y="661377"/>
                </a:lnTo>
                <a:lnTo>
                  <a:pt x="38191" y="699477"/>
                </a:lnTo>
                <a:close/>
              </a:path>
              <a:path w="5740400" h="2095500">
                <a:moveTo>
                  <a:pt x="38191" y="623277"/>
                </a:moveTo>
                <a:lnTo>
                  <a:pt x="0" y="623277"/>
                </a:lnTo>
                <a:lnTo>
                  <a:pt x="0" y="585177"/>
                </a:lnTo>
                <a:lnTo>
                  <a:pt x="38191" y="585177"/>
                </a:lnTo>
                <a:lnTo>
                  <a:pt x="38191" y="623277"/>
                </a:lnTo>
                <a:close/>
              </a:path>
              <a:path w="5740400" h="2095500">
                <a:moveTo>
                  <a:pt x="38191" y="547077"/>
                </a:moveTo>
                <a:lnTo>
                  <a:pt x="0" y="547077"/>
                </a:lnTo>
                <a:lnTo>
                  <a:pt x="0" y="508977"/>
                </a:lnTo>
                <a:lnTo>
                  <a:pt x="38191" y="508977"/>
                </a:lnTo>
                <a:lnTo>
                  <a:pt x="38191" y="547077"/>
                </a:lnTo>
                <a:close/>
              </a:path>
              <a:path w="5740400" h="2095500">
                <a:moveTo>
                  <a:pt x="38191" y="470877"/>
                </a:moveTo>
                <a:lnTo>
                  <a:pt x="0" y="470877"/>
                </a:lnTo>
                <a:lnTo>
                  <a:pt x="0" y="432777"/>
                </a:lnTo>
                <a:lnTo>
                  <a:pt x="38191" y="432777"/>
                </a:lnTo>
                <a:lnTo>
                  <a:pt x="38191" y="470877"/>
                </a:lnTo>
                <a:close/>
              </a:path>
              <a:path w="5740400" h="2095500">
                <a:moveTo>
                  <a:pt x="38191" y="394677"/>
                </a:moveTo>
                <a:lnTo>
                  <a:pt x="0" y="394677"/>
                </a:lnTo>
                <a:lnTo>
                  <a:pt x="0" y="356577"/>
                </a:lnTo>
                <a:lnTo>
                  <a:pt x="38191" y="356577"/>
                </a:lnTo>
                <a:lnTo>
                  <a:pt x="38191" y="394677"/>
                </a:lnTo>
                <a:close/>
              </a:path>
              <a:path w="5740400" h="2095500">
                <a:moveTo>
                  <a:pt x="38191" y="318477"/>
                </a:moveTo>
                <a:lnTo>
                  <a:pt x="0" y="318477"/>
                </a:lnTo>
                <a:lnTo>
                  <a:pt x="0" y="280377"/>
                </a:lnTo>
                <a:lnTo>
                  <a:pt x="38191" y="280377"/>
                </a:lnTo>
                <a:lnTo>
                  <a:pt x="38191" y="318477"/>
                </a:lnTo>
                <a:close/>
              </a:path>
              <a:path w="5740400" h="2095500">
                <a:moveTo>
                  <a:pt x="38191" y="242277"/>
                </a:moveTo>
                <a:lnTo>
                  <a:pt x="0" y="242277"/>
                </a:lnTo>
                <a:lnTo>
                  <a:pt x="0" y="204177"/>
                </a:lnTo>
                <a:lnTo>
                  <a:pt x="38191" y="204177"/>
                </a:lnTo>
                <a:lnTo>
                  <a:pt x="38191" y="242277"/>
                </a:lnTo>
                <a:close/>
              </a:path>
              <a:path w="5740400" h="2095500">
                <a:moveTo>
                  <a:pt x="38700" y="168789"/>
                </a:moveTo>
                <a:lnTo>
                  <a:pt x="2078" y="165710"/>
                </a:lnTo>
                <a:lnTo>
                  <a:pt x="6555" y="132857"/>
                </a:lnTo>
                <a:lnTo>
                  <a:pt x="8527" y="128184"/>
                </a:lnTo>
                <a:lnTo>
                  <a:pt x="44398" y="139145"/>
                </a:lnTo>
                <a:lnTo>
                  <a:pt x="42384" y="146425"/>
                </a:lnTo>
                <a:lnTo>
                  <a:pt x="40762" y="153793"/>
                </a:lnTo>
                <a:lnTo>
                  <a:pt x="39534" y="161248"/>
                </a:lnTo>
                <a:lnTo>
                  <a:pt x="38700" y="168789"/>
                </a:lnTo>
                <a:close/>
              </a:path>
              <a:path w="5740400" h="2095500">
                <a:moveTo>
                  <a:pt x="56134" y="111579"/>
                </a:moveTo>
                <a:lnTo>
                  <a:pt x="23261" y="93271"/>
                </a:lnTo>
                <a:lnTo>
                  <a:pt x="24798" y="89628"/>
                </a:lnTo>
                <a:lnTo>
                  <a:pt x="45709" y="62562"/>
                </a:lnTo>
                <a:lnTo>
                  <a:pt x="73517" y="86909"/>
                </a:lnTo>
                <a:lnTo>
                  <a:pt x="68676" y="92739"/>
                </a:lnTo>
                <a:lnTo>
                  <a:pt x="64165" y="98794"/>
                </a:lnTo>
                <a:lnTo>
                  <a:pt x="59984" y="105074"/>
                </a:lnTo>
                <a:lnTo>
                  <a:pt x="56134" y="111579"/>
                </a:lnTo>
                <a:close/>
              </a:path>
              <a:path w="5740400" h="2095500">
                <a:moveTo>
                  <a:pt x="95623" y="66445"/>
                </a:moveTo>
                <a:lnTo>
                  <a:pt x="73683" y="37096"/>
                </a:lnTo>
                <a:lnTo>
                  <a:pt x="89719" y="24707"/>
                </a:lnTo>
                <a:lnTo>
                  <a:pt x="106369" y="17680"/>
                </a:lnTo>
                <a:lnTo>
                  <a:pt x="121633" y="50996"/>
                </a:lnTo>
                <a:lnTo>
                  <a:pt x="114831" y="54333"/>
                </a:lnTo>
                <a:lnTo>
                  <a:pt x="108229" y="58020"/>
                </a:lnTo>
                <a:lnTo>
                  <a:pt x="101826" y="62057"/>
                </a:lnTo>
                <a:lnTo>
                  <a:pt x="95623" y="66445"/>
                </a:lnTo>
                <a:close/>
              </a:path>
              <a:path w="5740400" h="2095500">
                <a:moveTo>
                  <a:pt x="149863" y="41506"/>
                </a:moveTo>
                <a:lnTo>
                  <a:pt x="141804" y="5274"/>
                </a:lnTo>
                <a:lnTo>
                  <a:pt x="180135" y="123"/>
                </a:lnTo>
                <a:lnTo>
                  <a:pt x="180325" y="38101"/>
                </a:lnTo>
                <a:lnTo>
                  <a:pt x="172609" y="38343"/>
                </a:lnTo>
                <a:lnTo>
                  <a:pt x="164960" y="38991"/>
                </a:lnTo>
                <a:lnTo>
                  <a:pt x="157378" y="40046"/>
                </a:lnTo>
                <a:lnTo>
                  <a:pt x="149863" y="41506"/>
                </a:lnTo>
                <a:close/>
              </a:path>
              <a:path w="5740400" h="2095500">
                <a:moveTo>
                  <a:pt x="219156" y="38099"/>
                </a:moveTo>
                <a:lnTo>
                  <a:pt x="181056" y="38099"/>
                </a:lnTo>
                <a:lnTo>
                  <a:pt x="181056" y="0"/>
                </a:lnTo>
                <a:lnTo>
                  <a:pt x="219156" y="0"/>
                </a:lnTo>
                <a:lnTo>
                  <a:pt x="219156" y="38099"/>
                </a:lnTo>
                <a:close/>
              </a:path>
            </a:pathLst>
          </a:custGeom>
          <a:solidFill>
            <a:srgbClr val="3185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1023876" y="7127536"/>
            <a:ext cx="3333750" cy="2024380"/>
          </a:xfrm>
          <a:custGeom>
            <a:avLst/>
            <a:gdLst/>
            <a:ahLst/>
            <a:cxnLst/>
            <a:rect l="l" t="t" r="r" b="b"/>
            <a:pathLst>
              <a:path w="3333750" h="2024379">
                <a:moveTo>
                  <a:pt x="276286" y="38099"/>
                </a:moveTo>
                <a:lnTo>
                  <a:pt x="238186" y="38099"/>
                </a:lnTo>
                <a:lnTo>
                  <a:pt x="238186" y="0"/>
                </a:lnTo>
                <a:lnTo>
                  <a:pt x="276286" y="0"/>
                </a:lnTo>
                <a:lnTo>
                  <a:pt x="276286" y="38099"/>
                </a:lnTo>
                <a:close/>
              </a:path>
              <a:path w="3333750" h="2024379">
                <a:moveTo>
                  <a:pt x="352486" y="38099"/>
                </a:moveTo>
                <a:lnTo>
                  <a:pt x="314386" y="38099"/>
                </a:lnTo>
                <a:lnTo>
                  <a:pt x="314386" y="0"/>
                </a:lnTo>
                <a:lnTo>
                  <a:pt x="352486" y="0"/>
                </a:lnTo>
                <a:lnTo>
                  <a:pt x="352486" y="38099"/>
                </a:lnTo>
                <a:close/>
              </a:path>
              <a:path w="3333750" h="2024379">
                <a:moveTo>
                  <a:pt x="428686" y="38099"/>
                </a:moveTo>
                <a:lnTo>
                  <a:pt x="390586" y="38099"/>
                </a:lnTo>
                <a:lnTo>
                  <a:pt x="390586" y="0"/>
                </a:lnTo>
                <a:lnTo>
                  <a:pt x="428686" y="0"/>
                </a:lnTo>
                <a:lnTo>
                  <a:pt x="428686" y="38099"/>
                </a:lnTo>
                <a:close/>
              </a:path>
              <a:path w="3333750" h="2024379">
                <a:moveTo>
                  <a:pt x="504886" y="38099"/>
                </a:moveTo>
                <a:lnTo>
                  <a:pt x="466786" y="38099"/>
                </a:lnTo>
                <a:lnTo>
                  <a:pt x="466786" y="0"/>
                </a:lnTo>
                <a:lnTo>
                  <a:pt x="504886" y="0"/>
                </a:lnTo>
                <a:lnTo>
                  <a:pt x="504886" y="38099"/>
                </a:lnTo>
                <a:close/>
              </a:path>
              <a:path w="3333750" h="2024379">
                <a:moveTo>
                  <a:pt x="581086" y="38099"/>
                </a:moveTo>
                <a:lnTo>
                  <a:pt x="542986" y="38099"/>
                </a:lnTo>
                <a:lnTo>
                  <a:pt x="542986" y="0"/>
                </a:lnTo>
                <a:lnTo>
                  <a:pt x="581086" y="0"/>
                </a:lnTo>
                <a:lnTo>
                  <a:pt x="581086" y="38099"/>
                </a:lnTo>
                <a:close/>
              </a:path>
              <a:path w="3333750" h="2024379">
                <a:moveTo>
                  <a:pt x="657286" y="38099"/>
                </a:moveTo>
                <a:lnTo>
                  <a:pt x="619186" y="38099"/>
                </a:lnTo>
                <a:lnTo>
                  <a:pt x="619186" y="0"/>
                </a:lnTo>
                <a:lnTo>
                  <a:pt x="657286" y="0"/>
                </a:lnTo>
                <a:lnTo>
                  <a:pt x="657286" y="38099"/>
                </a:lnTo>
                <a:close/>
              </a:path>
              <a:path w="3333750" h="2024379">
                <a:moveTo>
                  <a:pt x="733486" y="38099"/>
                </a:moveTo>
                <a:lnTo>
                  <a:pt x="695386" y="38099"/>
                </a:lnTo>
                <a:lnTo>
                  <a:pt x="695386" y="0"/>
                </a:lnTo>
                <a:lnTo>
                  <a:pt x="733486" y="0"/>
                </a:lnTo>
                <a:lnTo>
                  <a:pt x="733486" y="38099"/>
                </a:lnTo>
                <a:close/>
              </a:path>
              <a:path w="3333750" h="2024379">
                <a:moveTo>
                  <a:pt x="809686" y="38099"/>
                </a:moveTo>
                <a:lnTo>
                  <a:pt x="771586" y="38099"/>
                </a:lnTo>
                <a:lnTo>
                  <a:pt x="771586" y="0"/>
                </a:lnTo>
                <a:lnTo>
                  <a:pt x="809686" y="0"/>
                </a:lnTo>
                <a:lnTo>
                  <a:pt x="809686" y="38099"/>
                </a:lnTo>
                <a:close/>
              </a:path>
              <a:path w="3333750" h="2024379">
                <a:moveTo>
                  <a:pt x="885886" y="38099"/>
                </a:moveTo>
                <a:lnTo>
                  <a:pt x="847786" y="38099"/>
                </a:lnTo>
                <a:lnTo>
                  <a:pt x="847786" y="0"/>
                </a:lnTo>
                <a:lnTo>
                  <a:pt x="885886" y="0"/>
                </a:lnTo>
                <a:lnTo>
                  <a:pt x="885886" y="38099"/>
                </a:lnTo>
                <a:close/>
              </a:path>
              <a:path w="3333750" h="2024379">
                <a:moveTo>
                  <a:pt x="962086" y="38099"/>
                </a:moveTo>
                <a:lnTo>
                  <a:pt x="923986" y="38099"/>
                </a:lnTo>
                <a:lnTo>
                  <a:pt x="923986" y="0"/>
                </a:lnTo>
                <a:lnTo>
                  <a:pt x="962086" y="0"/>
                </a:lnTo>
                <a:lnTo>
                  <a:pt x="962086" y="38099"/>
                </a:lnTo>
                <a:close/>
              </a:path>
              <a:path w="3333750" h="2024379">
                <a:moveTo>
                  <a:pt x="1038286" y="38099"/>
                </a:moveTo>
                <a:lnTo>
                  <a:pt x="1000186" y="38099"/>
                </a:lnTo>
                <a:lnTo>
                  <a:pt x="1000186" y="0"/>
                </a:lnTo>
                <a:lnTo>
                  <a:pt x="1038286" y="0"/>
                </a:lnTo>
                <a:lnTo>
                  <a:pt x="1038286" y="38099"/>
                </a:lnTo>
                <a:close/>
              </a:path>
              <a:path w="3333750" h="2024379">
                <a:moveTo>
                  <a:pt x="1114486" y="38099"/>
                </a:moveTo>
                <a:lnTo>
                  <a:pt x="1076386" y="38099"/>
                </a:lnTo>
                <a:lnTo>
                  <a:pt x="1076386" y="0"/>
                </a:lnTo>
                <a:lnTo>
                  <a:pt x="1114486" y="0"/>
                </a:lnTo>
                <a:lnTo>
                  <a:pt x="1114486" y="38099"/>
                </a:lnTo>
                <a:close/>
              </a:path>
              <a:path w="3333750" h="2024379">
                <a:moveTo>
                  <a:pt x="1190686" y="38099"/>
                </a:moveTo>
                <a:lnTo>
                  <a:pt x="1152586" y="38099"/>
                </a:lnTo>
                <a:lnTo>
                  <a:pt x="1152586" y="0"/>
                </a:lnTo>
                <a:lnTo>
                  <a:pt x="1190686" y="0"/>
                </a:lnTo>
                <a:lnTo>
                  <a:pt x="1190686" y="38099"/>
                </a:lnTo>
                <a:close/>
              </a:path>
              <a:path w="3333750" h="2024379">
                <a:moveTo>
                  <a:pt x="1266886" y="38099"/>
                </a:moveTo>
                <a:lnTo>
                  <a:pt x="1228786" y="38099"/>
                </a:lnTo>
                <a:lnTo>
                  <a:pt x="1228786" y="0"/>
                </a:lnTo>
                <a:lnTo>
                  <a:pt x="1266886" y="0"/>
                </a:lnTo>
                <a:lnTo>
                  <a:pt x="1266886" y="38099"/>
                </a:lnTo>
                <a:close/>
              </a:path>
              <a:path w="3333750" h="2024379">
                <a:moveTo>
                  <a:pt x="1343086" y="38099"/>
                </a:moveTo>
                <a:lnTo>
                  <a:pt x="1304986" y="38099"/>
                </a:lnTo>
                <a:lnTo>
                  <a:pt x="1304986" y="0"/>
                </a:lnTo>
                <a:lnTo>
                  <a:pt x="1343086" y="0"/>
                </a:lnTo>
                <a:lnTo>
                  <a:pt x="1343086" y="38099"/>
                </a:lnTo>
                <a:close/>
              </a:path>
              <a:path w="3333750" h="2024379">
                <a:moveTo>
                  <a:pt x="1419286" y="38099"/>
                </a:moveTo>
                <a:lnTo>
                  <a:pt x="1381186" y="38099"/>
                </a:lnTo>
                <a:lnTo>
                  <a:pt x="1381186" y="0"/>
                </a:lnTo>
                <a:lnTo>
                  <a:pt x="1419286" y="0"/>
                </a:lnTo>
                <a:lnTo>
                  <a:pt x="1419286" y="38099"/>
                </a:lnTo>
                <a:close/>
              </a:path>
              <a:path w="3333750" h="2024379">
                <a:moveTo>
                  <a:pt x="1495486" y="38099"/>
                </a:moveTo>
                <a:lnTo>
                  <a:pt x="1457386" y="38099"/>
                </a:lnTo>
                <a:lnTo>
                  <a:pt x="1457386" y="0"/>
                </a:lnTo>
                <a:lnTo>
                  <a:pt x="1495486" y="0"/>
                </a:lnTo>
                <a:lnTo>
                  <a:pt x="1495486" y="38099"/>
                </a:lnTo>
                <a:close/>
              </a:path>
              <a:path w="3333750" h="2024379">
                <a:moveTo>
                  <a:pt x="1571686" y="38099"/>
                </a:moveTo>
                <a:lnTo>
                  <a:pt x="1533586" y="38099"/>
                </a:lnTo>
                <a:lnTo>
                  <a:pt x="1533586" y="0"/>
                </a:lnTo>
                <a:lnTo>
                  <a:pt x="1571686" y="0"/>
                </a:lnTo>
                <a:lnTo>
                  <a:pt x="1571686" y="38099"/>
                </a:lnTo>
                <a:close/>
              </a:path>
              <a:path w="3333750" h="2024379">
                <a:moveTo>
                  <a:pt x="1647886" y="38099"/>
                </a:moveTo>
                <a:lnTo>
                  <a:pt x="1609786" y="38099"/>
                </a:lnTo>
                <a:lnTo>
                  <a:pt x="1609786" y="0"/>
                </a:lnTo>
                <a:lnTo>
                  <a:pt x="1647886" y="0"/>
                </a:lnTo>
                <a:lnTo>
                  <a:pt x="1647886" y="38099"/>
                </a:lnTo>
                <a:close/>
              </a:path>
              <a:path w="3333750" h="2024379">
                <a:moveTo>
                  <a:pt x="1724086" y="38099"/>
                </a:moveTo>
                <a:lnTo>
                  <a:pt x="1685986" y="38099"/>
                </a:lnTo>
                <a:lnTo>
                  <a:pt x="1685986" y="0"/>
                </a:lnTo>
                <a:lnTo>
                  <a:pt x="1724086" y="0"/>
                </a:lnTo>
                <a:lnTo>
                  <a:pt x="1724086" y="38099"/>
                </a:lnTo>
                <a:close/>
              </a:path>
              <a:path w="3333750" h="2024379">
                <a:moveTo>
                  <a:pt x="1800286" y="38099"/>
                </a:moveTo>
                <a:lnTo>
                  <a:pt x="1762186" y="38099"/>
                </a:lnTo>
                <a:lnTo>
                  <a:pt x="1762186" y="0"/>
                </a:lnTo>
                <a:lnTo>
                  <a:pt x="1800286" y="0"/>
                </a:lnTo>
                <a:lnTo>
                  <a:pt x="1800286" y="38099"/>
                </a:lnTo>
                <a:close/>
              </a:path>
              <a:path w="3333750" h="2024379">
                <a:moveTo>
                  <a:pt x="1876486" y="38099"/>
                </a:moveTo>
                <a:lnTo>
                  <a:pt x="1838386" y="38099"/>
                </a:lnTo>
                <a:lnTo>
                  <a:pt x="1838386" y="0"/>
                </a:lnTo>
                <a:lnTo>
                  <a:pt x="1876486" y="0"/>
                </a:lnTo>
                <a:lnTo>
                  <a:pt x="1876486" y="38099"/>
                </a:lnTo>
                <a:close/>
              </a:path>
              <a:path w="3333750" h="2024379">
                <a:moveTo>
                  <a:pt x="1952686" y="38099"/>
                </a:moveTo>
                <a:lnTo>
                  <a:pt x="1914586" y="38099"/>
                </a:lnTo>
                <a:lnTo>
                  <a:pt x="1914586" y="0"/>
                </a:lnTo>
                <a:lnTo>
                  <a:pt x="1952686" y="0"/>
                </a:lnTo>
                <a:lnTo>
                  <a:pt x="1952686" y="38099"/>
                </a:lnTo>
                <a:close/>
              </a:path>
              <a:path w="3333750" h="2024379">
                <a:moveTo>
                  <a:pt x="2028886" y="38099"/>
                </a:moveTo>
                <a:lnTo>
                  <a:pt x="1990786" y="38099"/>
                </a:lnTo>
                <a:lnTo>
                  <a:pt x="1990786" y="0"/>
                </a:lnTo>
                <a:lnTo>
                  <a:pt x="2028886" y="0"/>
                </a:lnTo>
                <a:lnTo>
                  <a:pt x="2028886" y="38099"/>
                </a:lnTo>
                <a:close/>
              </a:path>
              <a:path w="3333750" h="2024379">
                <a:moveTo>
                  <a:pt x="2105086" y="38099"/>
                </a:moveTo>
                <a:lnTo>
                  <a:pt x="2066986" y="38099"/>
                </a:lnTo>
                <a:lnTo>
                  <a:pt x="2066986" y="0"/>
                </a:lnTo>
                <a:lnTo>
                  <a:pt x="2105086" y="0"/>
                </a:lnTo>
                <a:lnTo>
                  <a:pt x="2105086" y="38099"/>
                </a:lnTo>
                <a:close/>
              </a:path>
              <a:path w="3333750" h="2024379">
                <a:moveTo>
                  <a:pt x="2181286" y="38099"/>
                </a:moveTo>
                <a:lnTo>
                  <a:pt x="2143186" y="38099"/>
                </a:lnTo>
                <a:lnTo>
                  <a:pt x="2143186" y="0"/>
                </a:lnTo>
                <a:lnTo>
                  <a:pt x="2181286" y="0"/>
                </a:lnTo>
                <a:lnTo>
                  <a:pt x="2181286" y="38099"/>
                </a:lnTo>
                <a:close/>
              </a:path>
              <a:path w="3333750" h="2024379">
                <a:moveTo>
                  <a:pt x="2257486" y="38099"/>
                </a:moveTo>
                <a:lnTo>
                  <a:pt x="2219386" y="38099"/>
                </a:lnTo>
                <a:lnTo>
                  <a:pt x="2219386" y="0"/>
                </a:lnTo>
                <a:lnTo>
                  <a:pt x="2257486" y="0"/>
                </a:lnTo>
                <a:lnTo>
                  <a:pt x="2257486" y="38099"/>
                </a:lnTo>
                <a:close/>
              </a:path>
              <a:path w="3333750" h="2024379">
                <a:moveTo>
                  <a:pt x="2333686" y="38099"/>
                </a:moveTo>
                <a:lnTo>
                  <a:pt x="2295586" y="38099"/>
                </a:lnTo>
                <a:lnTo>
                  <a:pt x="2295586" y="0"/>
                </a:lnTo>
                <a:lnTo>
                  <a:pt x="2333686" y="0"/>
                </a:lnTo>
                <a:lnTo>
                  <a:pt x="2333686" y="38099"/>
                </a:lnTo>
                <a:close/>
              </a:path>
              <a:path w="3333750" h="2024379">
                <a:moveTo>
                  <a:pt x="2409886" y="38099"/>
                </a:moveTo>
                <a:lnTo>
                  <a:pt x="2371786" y="38099"/>
                </a:lnTo>
                <a:lnTo>
                  <a:pt x="2371786" y="0"/>
                </a:lnTo>
                <a:lnTo>
                  <a:pt x="2409886" y="0"/>
                </a:lnTo>
                <a:lnTo>
                  <a:pt x="2409886" y="38099"/>
                </a:lnTo>
                <a:close/>
              </a:path>
              <a:path w="3333750" h="2024379">
                <a:moveTo>
                  <a:pt x="2486086" y="38099"/>
                </a:moveTo>
                <a:lnTo>
                  <a:pt x="2447986" y="38099"/>
                </a:lnTo>
                <a:lnTo>
                  <a:pt x="2447986" y="0"/>
                </a:lnTo>
                <a:lnTo>
                  <a:pt x="2486086" y="0"/>
                </a:lnTo>
                <a:lnTo>
                  <a:pt x="2486086" y="38099"/>
                </a:lnTo>
                <a:close/>
              </a:path>
              <a:path w="3333750" h="2024379">
                <a:moveTo>
                  <a:pt x="2562286" y="38099"/>
                </a:moveTo>
                <a:lnTo>
                  <a:pt x="2524186" y="38099"/>
                </a:lnTo>
                <a:lnTo>
                  <a:pt x="2524186" y="0"/>
                </a:lnTo>
                <a:lnTo>
                  <a:pt x="2562286" y="0"/>
                </a:lnTo>
                <a:lnTo>
                  <a:pt x="2562286" y="38099"/>
                </a:lnTo>
                <a:close/>
              </a:path>
              <a:path w="3333750" h="2024379">
                <a:moveTo>
                  <a:pt x="2638486" y="38099"/>
                </a:moveTo>
                <a:lnTo>
                  <a:pt x="2600386" y="38099"/>
                </a:lnTo>
                <a:lnTo>
                  <a:pt x="2600386" y="0"/>
                </a:lnTo>
                <a:lnTo>
                  <a:pt x="2638486" y="0"/>
                </a:lnTo>
                <a:lnTo>
                  <a:pt x="2638486" y="38099"/>
                </a:lnTo>
                <a:close/>
              </a:path>
              <a:path w="3333750" h="2024379">
                <a:moveTo>
                  <a:pt x="2714686" y="38099"/>
                </a:moveTo>
                <a:lnTo>
                  <a:pt x="2676586" y="38099"/>
                </a:lnTo>
                <a:lnTo>
                  <a:pt x="2676586" y="0"/>
                </a:lnTo>
                <a:lnTo>
                  <a:pt x="2714686" y="0"/>
                </a:lnTo>
                <a:lnTo>
                  <a:pt x="2714686" y="38099"/>
                </a:lnTo>
                <a:close/>
              </a:path>
              <a:path w="3333750" h="2024379">
                <a:moveTo>
                  <a:pt x="2790886" y="38099"/>
                </a:moveTo>
                <a:lnTo>
                  <a:pt x="2752786" y="38099"/>
                </a:lnTo>
                <a:lnTo>
                  <a:pt x="2752786" y="0"/>
                </a:lnTo>
                <a:lnTo>
                  <a:pt x="2790886" y="0"/>
                </a:lnTo>
                <a:lnTo>
                  <a:pt x="2790886" y="38099"/>
                </a:lnTo>
                <a:close/>
              </a:path>
              <a:path w="3333750" h="2024379">
                <a:moveTo>
                  <a:pt x="2867086" y="38099"/>
                </a:moveTo>
                <a:lnTo>
                  <a:pt x="2828986" y="38099"/>
                </a:lnTo>
                <a:lnTo>
                  <a:pt x="2828986" y="0"/>
                </a:lnTo>
                <a:lnTo>
                  <a:pt x="2867086" y="0"/>
                </a:lnTo>
                <a:lnTo>
                  <a:pt x="2867086" y="38099"/>
                </a:lnTo>
                <a:close/>
              </a:path>
              <a:path w="3333750" h="2024379">
                <a:moveTo>
                  <a:pt x="2943286" y="38099"/>
                </a:moveTo>
                <a:lnTo>
                  <a:pt x="2905186" y="38099"/>
                </a:lnTo>
                <a:lnTo>
                  <a:pt x="2905186" y="0"/>
                </a:lnTo>
                <a:lnTo>
                  <a:pt x="2943286" y="0"/>
                </a:lnTo>
                <a:lnTo>
                  <a:pt x="2943286" y="38099"/>
                </a:lnTo>
                <a:close/>
              </a:path>
              <a:path w="3333750" h="2024379">
                <a:moveTo>
                  <a:pt x="3019486" y="38099"/>
                </a:moveTo>
                <a:lnTo>
                  <a:pt x="2981386" y="38099"/>
                </a:lnTo>
                <a:lnTo>
                  <a:pt x="2981386" y="0"/>
                </a:lnTo>
                <a:lnTo>
                  <a:pt x="3019486" y="0"/>
                </a:lnTo>
                <a:lnTo>
                  <a:pt x="3019486" y="38099"/>
                </a:lnTo>
                <a:close/>
              </a:path>
              <a:path w="3333750" h="2024379">
                <a:moveTo>
                  <a:pt x="3095686" y="38099"/>
                </a:moveTo>
                <a:lnTo>
                  <a:pt x="3057586" y="38099"/>
                </a:lnTo>
                <a:lnTo>
                  <a:pt x="3057586" y="0"/>
                </a:lnTo>
                <a:lnTo>
                  <a:pt x="3095686" y="0"/>
                </a:lnTo>
                <a:lnTo>
                  <a:pt x="3095686" y="38099"/>
                </a:lnTo>
                <a:close/>
              </a:path>
              <a:path w="3333750" h="2024379">
                <a:moveTo>
                  <a:pt x="3171886" y="38099"/>
                </a:moveTo>
                <a:lnTo>
                  <a:pt x="3133786" y="38099"/>
                </a:lnTo>
                <a:lnTo>
                  <a:pt x="3133786" y="0"/>
                </a:lnTo>
                <a:lnTo>
                  <a:pt x="3171886" y="0"/>
                </a:lnTo>
                <a:lnTo>
                  <a:pt x="3171886" y="38099"/>
                </a:lnTo>
                <a:close/>
              </a:path>
              <a:path w="3333750" h="2024379">
                <a:moveTo>
                  <a:pt x="3229532" y="50382"/>
                </a:moveTo>
                <a:lnTo>
                  <a:pt x="3222862" y="47403"/>
                </a:lnTo>
                <a:lnTo>
                  <a:pt x="3216052" y="44832"/>
                </a:lnTo>
                <a:lnTo>
                  <a:pt x="3209102" y="42669"/>
                </a:lnTo>
                <a:lnTo>
                  <a:pt x="3202013" y="40912"/>
                </a:lnTo>
                <a:lnTo>
                  <a:pt x="3210039" y="3910"/>
                </a:lnTo>
                <a:lnTo>
                  <a:pt x="3237730" y="12324"/>
                </a:lnTo>
                <a:lnTo>
                  <a:pt x="3245800" y="16633"/>
                </a:lnTo>
                <a:lnTo>
                  <a:pt x="3229532" y="50382"/>
                </a:lnTo>
                <a:close/>
              </a:path>
              <a:path w="3333750" h="2024379">
                <a:moveTo>
                  <a:pt x="3274584" y="87311"/>
                </a:moveTo>
                <a:lnTo>
                  <a:pt x="3254152" y="66070"/>
                </a:lnTo>
                <a:lnTo>
                  <a:pt x="3277775" y="37187"/>
                </a:lnTo>
                <a:lnTo>
                  <a:pt x="3290260" y="47423"/>
                </a:lnTo>
                <a:lnTo>
                  <a:pt x="3304466" y="64750"/>
                </a:lnTo>
                <a:lnTo>
                  <a:pt x="3274584" y="87311"/>
                </a:lnTo>
                <a:close/>
              </a:path>
              <a:path w="3333750" h="2024379">
                <a:moveTo>
                  <a:pt x="3297694" y="140368"/>
                </a:moveTo>
                <a:lnTo>
                  <a:pt x="3296212" y="133211"/>
                </a:lnTo>
                <a:lnTo>
                  <a:pt x="3294317" y="126178"/>
                </a:lnTo>
                <a:lnTo>
                  <a:pt x="3292009" y="119269"/>
                </a:lnTo>
                <a:lnTo>
                  <a:pt x="3289288" y="112483"/>
                </a:lnTo>
                <a:lnTo>
                  <a:pt x="3323983" y="97376"/>
                </a:lnTo>
                <a:lnTo>
                  <a:pt x="3325358" y="99952"/>
                </a:lnTo>
                <a:lnTo>
                  <a:pt x="3333743" y="127547"/>
                </a:lnTo>
                <a:lnTo>
                  <a:pt x="3333743" y="133997"/>
                </a:lnTo>
                <a:lnTo>
                  <a:pt x="3297694" y="140368"/>
                </a:lnTo>
                <a:close/>
              </a:path>
              <a:path w="3333750" h="2024379">
                <a:moveTo>
                  <a:pt x="3333743" y="210128"/>
                </a:moveTo>
                <a:lnTo>
                  <a:pt x="3299583" y="210128"/>
                </a:lnTo>
                <a:lnTo>
                  <a:pt x="3299583" y="172028"/>
                </a:lnTo>
                <a:lnTo>
                  <a:pt x="3333743" y="172028"/>
                </a:lnTo>
                <a:lnTo>
                  <a:pt x="3333743" y="210128"/>
                </a:lnTo>
                <a:close/>
              </a:path>
              <a:path w="3333750" h="2024379">
                <a:moveTo>
                  <a:pt x="3333743" y="286328"/>
                </a:moveTo>
                <a:lnTo>
                  <a:pt x="3299583" y="286328"/>
                </a:lnTo>
                <a:lnTo>
                  <a:pt x="3299583" y="248228"/>
                </a:lnTo>
                <a:lnTo>
                  <a:pt x="3333743" y="248228"/>
                </a:lnTo>
                <a:lnTo>
                  <a:pt x="3333743" y="286328"/>
                </a:lnTo>
                <a:close/>
              </a:path>
              <a:path w="3333750" h="2024379">
                <a:moveTo>
                  <a:pt x="3333743" y="362528"/>
                </a:moveTo>
                <a:lnTo>
                  <a:pt x="3299583" y="362528"/>
                </a:lnTo>
                <a:lnTo>
                  <a:pt x="3299583" y="324428"/>
                </a:lnTo>
                <a:lnTo>
                  <a:pt x="3333743" y="324428"/>
                </a:lnTo>
                <a:lnTo>
                  <a:pt x="3333743" y="362528"/>
                </a:lnTo>
                <a:close/>
              </a:path>
              <a:path w="3333750" h="2024379">
                <a:moveTo>
                  <a:pt x="3333743" y="438728"/>
                </a:moveTo>
                <a:lnTo>
                  <a:pt x="3299583" y="438728"/>
                </a:lnTo>
                <a:lnTo>
                  <a:pt x="3299583" y="400628"/>
                </a:lnTo>
                <a:lnTo>
                  <a:pt x="3333743" y="400628"/>
                </a:lnTo>
                <a:lnTo>
                  <a:pt x="3333743" y="438728"/>
                </a:lnTo>
                <a:close/>
              </a:path>
              <a:path w="3333750" h="2024379">
                <a:moveTo>
                  <a:pt x="3333743" y="514928"/>
                </a:moveTo>
                <a:lnTo>
                  <a:pt x="3299583" y="514928"/>
                </a:lnTo>
                <a:lnTo>
                  <a:pt x="3299583" y="476828"/>
                </a:lnTo>
                <a:lnTo>
                  <a:pt x="3333743" y="476828"/>
                </a:lnTo>
                <a:lnTo>
                  <a:pt x="3333743" y="514928"/>
                </a:lnTo>
                <a:close/>
              </a:path>
              <a:path w="3333750" h="2024379">
                <a:moveTo>
                  <a:pt x="3333743" y="591128"/>
                </a:moveTo>
                <a:lnTo>
                  <a:pt x="3299583" y="591128"/>
                </a:lnTo>
                <a:lnTo>
                  <a:pt x="3299583" y="553028"/>
                </a:lnTo>
                <a:lnTo>
                  <a:pt x="3333743" y="553028"/>
                </a:lnTo>
                <a:lnTo>
                  <a:pt x="3333743" y="591128"/>
                </a:lnTo>
                <a:close/>
              </a:path>
              <a:path w="3333750" h="2024379">
                <a:moveTo>
                  <a:pt x="3333743" y="667328"/>
                </a:moveTo>
                <a:lnTo>
                  <a:pt x="3299583" y="667328"/>
                </a:lnTo>
                <a:lnTo>
                  <a:pt x="3299583" y="629228"/>
                </a:lnTo>
                <a:lnTo>
                  <a:pt x="3333743" y="629228"/>
                </a:lnTo>
                <a:lnTo>
                  <a:pt x="3333743" y="667328"/>
                </a:lnTo>
                <a:close/>
              </a:path>
              <a:path w="3333750" h="2024379">
                <a:moveTo>
                  <a:pt x="3333743" y="743528"/>
                </a:moveTo>
                <a:lnTo>
                  <a:pt x="3299583" y="743528"/>
                </a:lnTo>
                <a:lnTo>
                  <a:pt x="3299583" y="705428"/>
                </a:lnTo>
                <a:lnTo>
                  <a:pt x="3333743" y="705428"/>
                </a:lnTo>
                <a:lnTo>
                  <a:pt x="3333743" y="743528"/>
                </a:lnTo>
                <a:close/>
              </a:path>
              <a:path w="3333750" h="2024379">
                <a:moveTo>
                  <a:pt x="3333743" y="819728"/>
                </a:moveTo>
                <a:lnTo>
                  <a:pt x="3299583" y="819728"/>
                </a:lnTo>
                <a:lnTo>
                  <a:pt x="3299583" y="781628"/>
                </a:lnTo>
                <a:lnTo>
                  <a:pt x="3333743" y="781628"/>
                </a:lnTo>
                <a:lnTo>
                  <a:pt x="3333743" y="819728"/>
                </a:lnTo>
                <a:close/>
              </a:path>
              <a:path w="3333750" h="2024379">
                <a:moveTo>
                  <a:pt x="3333743" y="895928"/>
                </a:moveTo>
                <a:lnTo>
                  <a:pt x="3299583" y="895928"/>
                </a:lnTo>
                <a:lnTo>
                  <a:pt x="3299583" y="857828"/>
                </a:lnTo>
                <a:lnTo>
                  <a:pt x="3333743" y="857828"/>
                </a:lnTo>
                <a:lnTo>
                  <a:pt x="3333743" y="895928"/>
                </a:lnTo>
                <a:close/>
              </a:path>
              <a:path w="3333750" h="2024379">
                <a:moveTo>
                  <a:pt x="3333743" y="972128"/>
                </a:moveTo>
                <a:lnTo>
                  <a:pt x="3299583" y="972128"/>
                </a:lnTo>
                <a:lnTo>
                  <a:pt x="3299583" y="934028"/>
                </a:lnTo>
                <a:lnTo>
                  <a:pt x="3333743" y="934028"/>
                </a:lnTo>
                <a:lnTo>
                  <a:pt x="3333743" y="972128"/>
                </a:lnTo>
                <a:close/>
              </a:path>
              <a:path w="3333750" h="2024379">
                <a:moveTo>
                  <a:pt x="3333743" y="1048328"/>
                </a:moveTo>
                <a:lnTo>
                  <a:pt x="3299583" y="1048328"/>
                </a:lnTo>
                <a:lnTo>
                  <a:pt x="3299583" y="1010228"/>
                </a:lnTo>
                <a:lnTo>
                  <a:pt x="3333743" y="1010228"/>
                </a:lnTo>
                <a:lnTo>
                  <a:pt x="3333743" y="1048328"/>
                </a:lnTo>
                <a:close/>
              </a:path>
              <a:path w="3333750" h="2024379">
                <a:moveTo>
                  <a:pt x="3333743" y="1124528"/>
                </a:moveTo>
                <a:lnTo>
                  <a:pt x="3299583" y="1124528"/>
                </a:lnTo>
                <a:lnTo>
                  <a:pt x="3299583" y="1086428"/>
                </a:lnTo>
                <a:lnTo>
                  <a:pt x="3333743" y="1086428"/>
                </a:lnTo>
                <a:lnTo>
                  <a:pt x="3333743" y="1124528"/>
                </a:lnTo>
                <a:close/>
              </a:path>
              <a:path w="3333750" h="2024379">
                <a:moveTo>
                  <a:pt x="3333743" y="1200728"/>
                </a:moveTo>
                <a:lnTo>
                  <a:pt x="3299583" y="1200728"/>
                </a:lnTo>
                <a:lnTo>
                  <a:pt x="3299583" y="1162628"/>
                </a:lnTo>
                <a:lnTo>
                  <a:pt x="3333743" y="1162628"/>
                </a:lnTo>
                <a:lnTo>
                  <a:pt x="3333743" y="1200728"/>
                </a:lnTo>
                <a:close/>
              </a:path>
              <a:path w="3333750" h="2024379">
                <a:moveTo>
                  <a:pt x="3333743" y="1276928"/>
                </a:moveTo>
                <a:lnTo>
                  <a:pt x="3299583" y="1276928"/>
                </a:lnTo>
                <a:lnTo>
                  <a:pt x="3299583" y="1238828"/>
                </a:lnTo>
                <a:lnTo>
                  <a:pt x="3333743" y="1238828"/>
                </a:lnTo>
                <a:lnTo>
                  <a:pt x="3333743" y="1276928"/>
                </a:lnTo>
                <a:close/>
              </a:path>
              <a:path w="3333750" h="2024379">
                <a:moveTo>
                  <a:pt x="3333743" y="1353128"/>
                </a:moveTo>
                <a:lnTo>
                  <a:pt x="3299583" y="1353128"/>
                </a:lnTo>
                <a:lnTo>
                  <a:pt x="3299583" y="1315028"/>
                </a:lnTo>
                <a:lnTo>
                  <a:pt x="3333743" y="1315028"/>
                </a:lnTo>
                <a:lnTo>
                  <a:pt x="3333743" y="1353128"/>
                </a:lnTo>
                <a:close/>
              </a:path>
              <a:path w="3333750" h="2024379">
                <a:moveTo>
                  <a:pt x="3333743" y="1429328"/>
                </a:moveTo>
                <a:lnTo>
                  <a:pt x="3299583" y="1429328"/>
                </a:lnTo>
                <a:lnTo>
                  <a:pt x="3299583" y="1391228"/>
                </a:lnTo>
                <a:lnTo>
                  <a:pt x="3333743" y="1391228"/>
                </a:lnTo>
                <a:lnTo>
                  <a:pt x="3333743" y="1429328"/>
                </a:lnTo>
                <a:close/>
              </a:path>
              <a:path w="3333750" h="2024379">
                <a:moveTo>
                  <a:pt x="3333743" y="1505528"/>
                </a:moveTo>
                <a:lnTo>
                  <a:pt x="3299583" y="1505528"/>
                </a:lnTo>
                <a:lnTo>
                  <a:pt x="3299583" y="1467428"/>
                </a:lnTo>
                <a:lnTo>
                  <a:pt x="3333743" y="1467428"/>
                </a:lnTo>
                <a:lnTo>
                  <a:pt x="3333743" y="1505528"/>
                </a:lnTo>
                <a:close/>
              </a:path>
              <a:path w="3333750" h="2024379">
                <a:moveTo>
                  <a:pt x="3333743" y="1581728"/>
                </a:moveTo>
                <a:lnTo>
                  <a:pt x="3299583" y="1581728"/>
                </a:lnTo>
                <a:lnTo>
                  <a:pt x="3299583" y="1543628"/>
                </a:lnTo>
                <a:lnTo>
                  <a:pt x="3333743" y="1543628"/>
                </a:lnTo>
                <a:lnTo>
                  <a:pt x="3333743" y="1581728"/>
                </a:lnTo>
                <a:close/>
              </a:path>
              <a:path w="3333750" h="2024379">
                <a:moveTo>
                  <a:pt x="3333743" y="1657928"/>
                </a:moveTo>
                <a:lnTo>
                  <a:pt x="3299583" y="1657928"/>
                </a:lnTo>
                <a:lnTo>
                  <a:pt x="3299583" y="1619828"/>
                </a:lnTo>
                <a:lnTo>
                  <a:pt x="3333743" y="1619828"/>
                </a:lnTo>
                <a:lnTo>
                  <a:pt x="3333743" y="1657928"/>
                </a:lnTo>
                <a:close/>
              </a:path>
              <a:path w="3333750" h="2024379">
                <a:moveTo>
                  <a:pt x="3333743" y="1734128"/>
                </a:moveTo>
                <a:lnTo>
                  <a:pt x="3299583" y="1734128"/>
                </a:lnTo>
                <a:lnTo>
                  <a:pt x="3299583" y="1696028"/>
                </a:lnTo>
                <a:lnTo>
                  <a:pt x="3333743" y="1696028"/>
                </a:lnTo>
                <a:lnTo>
                  <a:pt x="3333743" y="1734128"/>
                </a:lnTo>
                <a:close/>
              </a:path>
              <a:path w="3333750" h="2024379">
                <a:moveTo>
                  <a:pt x="3333743" y="1810328"/>
                </a:moveTo>
                <a:lnTo>
                  <a:pt x="3299583" y="1810328"/>
                </a:lnTo>
                <a:lnTo>
                  <a:pt x="3299583" y="1772228"/>
                </a:lnTo>
                <a:lnTo>
                  <a:pt x="3333743" y="1772228"/>
                </a:lnTo>
                <a:lnTo>
                  <a:pt x="3333743" y="1810328"/>
                </a:lnTo>
                <a:close/>
              </a:path>
              <a:path w="3333750" h="2024379">
                <a:moveTo>
                  <a:pt x="3333743" y="1886425"/>
                </a:moveTo>
                <a:lnTo>
                  <a:pt x="3298181" y="1881027"/>
                </a:lnTo>
                <a:lnTo>
                  <a:pt x="3299116" y="1874871"/>
                </a:lnTo>
                <a:lnTo>
                  <a:pt x="3299583" y="1868677"/>
                </a:lnTo>
                <a:lnTo>
                  <a:pt x="3299583" y="1848428"/>
                </a:lnTo>
                <a:lnTo>
                  <a:pt x="3333743" y="1848428"/>
                </a:lnTo>
                <a:lnTo>
                  <a:pt x="3333743" y="1886425"/>
                </a:lnTo>
                <a:close/>
              </a:path>
              <a:path w="3333750" h="2024379">
                <a:moveTo>
                  <a:pt x="3306954" y="1956575"/>
                </a:moveTo>
                <a:lnTo>
                  <a:pt x="3276366" y="1934628"/>
                </a:lnTo>
                <a:lnTo>
                  <a:pt x="3280452" y="1928565"/>
                </a:lnTo>
                <a:lnTo>
                  <a:pt x="3284161" y="1922293"/>
                </a:lnTo>
                <a:lnTo>
                  <a:pt x="3287493" y="1915813"/>
                </a:lnTo>
                <a:lnTo>
                  <a:pt x="3290447" y="1909124"/>
                </a:lnTo>
                <a:lnTo>
                  <a:pt x="3325648" y="1923452"/>
                </a:lnTo>
                <a:lnTo>
                  <a:pt x="3325358" y="1924407"/>
                </a:lnTo>
                <a:lnTo>
                  <a:pt x="3310479" y="1952275"/>
                </a:lnTo>
                <a:lnTo>
                  <a:pt x="3306954" y="1956575"/>
                </a:lnTo>
                <a:close/>
              </a:path>
              <a:path w="3333750" h="2024379">
                <a:moveTo>
                  <a:pt x="3249232" y="2005894"/>
                </a:moveTo>
                <a:lnTo>
                  <a:pt x="3232207" y="1972648"/>
                </a:lnTo>
                <a:lnTo>
                  <a:pt x="3238636" y="1969113"/>
                </a:lnTo>
                <a:lnTo>
                  <a:pt x="3244822" y="1965219"/>
                </a:lnTo>
                <a:lnTo>
                  <a:pt x="3250765" y="1960964"/>
                </a:lnTo>
                <a:lnTo>
                  <a:pt x="3256465" y="1956350"/>
                </a:lnTo>
                <a:lnTo>
                  <a:pt x="3280814" y="1984680"/>
                </a:lnTo>
                <a:lnTo>
                  <a:pt x="3265599" y="1997156"/>
                </a:lnTo>
                <a:lnTo>
                  <a:pt x="3249232" y="2005894"/>
                </a:lnTo>
                <a:close/>
              </a:path>
              <a:path w="3333750" h="2024379">
                <a:moveTo>
                  <a:pt x="3175790" y="2024359"/>
                </a:moveTo>
                <a:lnTo>
                  <a:pt x="3175785" y="1986259"/>
                </a:lnTo>
                <a:lnTo>
                  <a:pt x="3183151" y="1986041"/>
                </a:lnTo>
                <a:lnTo>
                  <a:pt x="3190464" y="1985388"/>
                </a:lnTo>
                <a:lnTo>
                  <a:pt x="3197724" y="1984299"/>
                </a:lnTo>
                <a:lnTo>
                  <a:pt x="3204932" y="1982776"/>
                </a:lnTo>
                <a:lnTo>
                  <a:pt x="3213787" y="2019310"/>
                </a:lnTo>
                <a:lnTo>
                  <a:pt x="3207504" y="2021220"/>
                </a:lnTo>
                <a:lnTo>
                  <a:pt x="3175790" y="2024359"/>
                </a:lnTo>
                <a:close/>
              </a:path>
              <a:path w="3333750" h="2024379">
                <a:moveTo>
                  <a:pt x="3137690" y="2024359"/>
                </a:moveTo>
                <a:lnTo>
                  <a:pt x="3099590" y="2024359"/>
                </a:lnTo>
                <a:lnTo>
                  <a:pt x="3099590" y="1986259"/>
                </a:lnTo>
                <a:lnTo>
                  <a:pt x="3137690" y="1986259"/>
                </a:lnTo>
                <a:lnTo>
                  <a:pt x="3137690" y="2024359"/>
                </a:lnTo>
                <a:close/>
              </a:path>
              <a:path w="3333750" h="2024379">
                <a:moveTo>
                  <a:pt x="3061490" y="2024359"/>
                </a:moveTo>
                <a:lnTo>
                  <a:pt x="3023390" y="2024359"/>
                </a:lnTo>
                <a:lnTo>
                  <a:pt x="3023390" y="1986259"/>
                </a:lnTo>
                <a:lnTo>
                  <a:pt x="3061490" y="1986259"/>
                </a:lnTo>
                <a:lnTo>
                  <a:pt x="3061490" y="2024359"/>
                </a:lnTo>
                <a:close/>
              </a:path>
              <a:path w="3333750" h="2024379">
                <a:moveTo>
                  <a:pt x="2985290" y="2024359"/>
                </a:moveTo>
                <a:lnTo>
                  <a:pt x="2947190" y="2024359"/>
                </a:lnTo>
                <a:lnTo>
                  <a:pt x="2947190" y="1986259"/>
                </a:lnTo>
                <a:lnTo>
                  <a:pt x="2985290" y="1986259"/>
                </a:lnTo>
                <a:lnTo>
                  <a:pt x="2985290" y="2024359"/>
                </a:lnTo>
                <a:close/>
              </a:path>
              <a:path w="3333750" h="2024379">
                <a:moveTo>
                  <a:pt x="2909090" y="2024359"/>
                </a:moveTo>
                <a:lnTo>
                  <a:pt x="2870990" y="2024359"/>
                </a:lnTo>
                <a:lnTo>
                  <a:pt x="2870990" y="1986259"/>
                </a:lnTo>
                <a:lnTo>
                  <a:pt x="2909090" y="1986259"/>
                </a:lnTo>
                <a:lnTo>
                  <a:pt x="2909090" y="2024359"/>
                </a:lnTo>
                <a:close/>
              </a:path>
              <a:path w="3333750" h="2024379">
                <a:moveTo>
                  <a:pt x="2832890" y="2024359"/>
                </a:moveTo>
                <a:lnTo>
                  <a:pt x="2794790" y="2024359"/>
                </a:lnTo>
                <a:lnTo>
                  <a:pt x="2794790" y="1986259"/>
                </a:lnTo>
                <a:lnTo>
                  <a:pt x="2832890" y="1986259"/>
                </a:lnTo>
                <a:lnTo>
                  <a:pt x="2832890" y="2024359"/>
                </a:lnTo>
                <a:close/>
              </a:path>
              <a:path w="3333750" h="2024379">
                <a:moveTo>
                  <a:pt x="2756690" y="2024359"/>
                </a:moveTo>
                <a:lnTo>
                  <a:pt x="2718590" y="2024359"/>
                </a:lnTo>
                <a:lnTo>
                  <a:pt x="2718590" y="1986259"/>
                </a:lnTo>
                <a:lnTo>
                  <a:pt x="2756690" y="1986259"/>
                </a:lnTo>
                <a:lnTo>
                  <a:pt x="2756690" y="2024359"/>
                </a:lnTo>
                <a:close/>
              </a:path>
              <a:path w="3333750" h="2024379">
                <a:moveTo>
                  <a:pt x="2680490" y="2024359"/>
                </a:moveTo>
                <a:lnTo>
                  <a:pt x="2642390" y="2024359"/>
                </a:lnTo>
                <a:lnTo>
                  <a:pt x="2642390" y="1986259"/>
                </a:lnTo>
                <a:lnTo>
                  <a:pt x="2680490" y="1986259"/>
                </a:lnTo>
                <a:lnTo>
                  <a:pt x="2680490" y="2024359"/>
                </a:lnTo>
                <a:close/>
              </a:path>
              <a:path w="3333750" h="2024379">
                <a:moveTo>
                  <a:pt x="2604290" y="2024359"/>
                </a:moveTo>
                <a:lnTo>
                  <a:pt x="2566190" y="2024359"/>
                </a:lnTo>
                <a:lnTo>
                  <a:pt x="2566190" y="1986259"/>
                </a:lnTo>
                <a:lnTo>
                  <a:pt x="2604290" y="1986259"/>
                </a:lnTo>
                <a:lnTo>
                  <a:pt x="2604290" y="2024359"/>
                </a:lnTo>
                <a:close/>
              </a:path>
              <a:path w="3333750" h="2024379">
                <a:moveTo>
                  <a:pt x="2528090" y="2024359"/>
                </a:moveTo>
                <a:lnTo>
                  <a:pt x="2489990" y="2024359"/>
                </a:lnTo>
                <a:lnTo>
                  <a:pt x="2489990" y="1986259"/>
                </a:lnTo>
                <a:lnTo>
                  <a:pt x="2528090" y="1986259"/>
                </a:lnTo>
                <a:lnTo>
                  <a:pt x="2528090" y="2024359"/>
                </a:lnTo>
                <a:close/>
              </a:path>
              <a:path w="3333750" h="2024379">
                <a:moveTo>
                  <a:pt x="2451890" y="2024359"/>
                </a:moveTo>
                <a:lnTo>
                  <a:pt x="2413790" y="2024359"/>
                </a:lnTo>
                <a:lnTo>
                  <a:pt x="2413790" y="1986259"/>
                </a:lnTo>
                <a:lnTo>
                  <a:pt x="2451890" y="1986259"/>
                </a:lnTo>
                <a:lnTo>
                  <a:pt x="2451890" y="2024359"/>
                </a:lnTo>
                <a:close/>
              </a:path>
              <a:path w="3333750" h="2024379">
                <a:moveTo>
                  <a:pt x="2375690" y="2024359"/>
                </a:moveTo>
                <a:lnTo>
                  <a:pt x="2337590" y="2024359"/>
                </a:lnTo>
                <a:lnTo>
                  <a:pt x="2337590" y="1986259"/>
                </a:lnTo>
                <a:lnTo>
                  <a:pt x="2375690" y="1986259"/>
                </a:lnTo>
                <a:lnTo>
                  <a:pt x="2375690" y="2024359"/>
                </a:lnTo>
                <a:close/>
              </a:path>
              <a:path w="3333750" h="2024379">
                <a:moveTo>
                  <a:pt x="2299490" y="2024359"/>
                </a:moveTo>
                <a:lnTo>
                  <a:pt x="2261390" y="2024359"/>
                </a:lnTo>
                <a:lnTo>
                  <a:pt x="2261390" y="1986259"/>
                </a:lnTo>
                <a:lnTo>
                  <a:pt x="2299490" y="1986259"/>
                </a:lnTo>
                <a:lnTo>
                  <a:pt x="2299490" y="2024359"/>
                </a:lnTo>
                <a:close/>
              </a:path>
              <a:path w="3333750" h="2024379">
                <a:moveTo>
                  <a:pt x="2223290" y="2024359"/>
                </a:moveTo>
                <a:lnTo>
                  <a:pt x="2185190" y="2024359"/>
                </a:lnTo>
                <a:lnTo>
                  <a:pt x="2185190" y="1986259"/>
                </a:lnTo>
                <a:lnTo>
                  <a:pt x="2223290" y="1986259"/>
                </a:lnTo>
                <a:lnTo>
                  <a:pt x="2223290" y="2024359"/>
                </a:lnTo>
                <a:close/>
              </a:path>
              <a:path w="3333750" h="2024379">
                <a:moveTo>
                  <a:pt x="2147090" y="2024359"/>
                </a:moveTo>
                <a:lnTo>
                  <a:pt x="2108990" y="2024359"/>
                </a:lnTo>
                <a:lnTo>
                  <a:pt x="2108990" y="1986259"/>
                </a:lnTo>
                <a:lnTo>
                  <a:pt x="2147090" y="1986259"/>
                </a:lnTo>
                <a:lnTo>
                  <a:pt x="2147090" y="2024359"/>
                </a:lnTo>
                <a:close/>
              </a:path>
              <a:path w="3333750" h="2024379">
                <a:moveTo>
                  <a:pt x="2070890" y="2024359"/>
                </a:moveTo>
                <a:lnTo>
                  <a:pt x="2032790" y="2024359"/>
                </a:lnTo>
                <a:lnTo>
                  <a:pt x="2032790" y="1986259"/>
                </a:lnTo>
                <a:lnTo>
                  <a:pt x="2070890" y="1986259"/>
                </a:lnTo>
                <a:lnTo>
                  <a:pt x="2070890" y="2024359"/>
                </a:lnTo>
                <a:close/>
              </a:path>
              <a:path w="3333750" h="2024379">
                <a:moveTo>
                  <a:pt x="1994690" y="2024359"/>
                </a:moveTo>
                <a:lnTo>
                  <a:pt x="1956590" y="2024359"/>
                </a:lnTo>
                <a:lnTo>
                  <a:pt x="1956590" y="1986259"/>
                </a:lnTo>
                <a:lnTo>
                  <a:pt x="1994690" y="1986259"/>
                </a:lnTo>
                <a:lnTo>
                  <a:pt x="1994690" y="2024359"/>
                </a:lnTo>
                <a:close/>
              </a:path>
              <a:path w="3333750" h="2024379">
                <a:moveTo>
                  <a:pt x="1918490" y="2024359"/>
                </a:moveTo>
                <a:lnTo>
                  <a:pt x="1880390" y="2024359"/>
                </a:lnTo>
                <a:lnTo>
                  <a:pt x="1880390" y="1986259"/>
                </a:lnTo>
                <a:lnTo>
                  <a:pt x="1918490" y="1986259"/>
                </a:lnTo>
                <a:lnTo>
                  <a:pt x="1918490" y="2024359"/>
                </a:lnTo>
                <a:close/>
              </a:path>
              <a:path w="3333750" h="2024379">
                <a:moveTo>
                  <a:pt x="1842290" y="2024359"/>
                </a:moveTo>
                <a:lnTo>
                  <a:pt x="1804190" y="2024359"/>
                </a:lnTo>
                <a:lnTo>
                  <a:pt x="1804190" y="1986259"/>
                </a:lnTo>
                <a:lnTo>
                  <a:pt x="1842290" y="1986259"/>
                </a:lnTo>
                <a:lnTo>
                  <a:pt x="1842290" y="2024359"/>
                </a:lnTo>
                <a:close/>
              </a:path>
              <a:path w="3333750" h="2024379">
                <a:moveTo>
                  <a:pt x="1766090" y="2024359"/>
                </a:moveTo>
                <a:lnTo>
                  <a:pt x="1727990" y="2024359"/>
                </a:lnTo>
                <a:lnTo>
                  <a:pt x="1727990" y="1986259"/>
                </a:lnTo>
                <a:lnTo>
                  <a:pt x="1766090" y="1986259"/>
                </a:lnTo>
                <a:lnTo>
                  <a:pt x="1766090" y="2024359"/>
                </a:lnTo>
                <a:close/>
              </a:path>
              <a:path w="3333750" h="2024379">
                <a:moveTo>
                  <a:pt x="1689890" y="2024359"/>
                </a:moveTo>
                <a:lnTo>
                  <a:pt x="1651790" y="2024359"/>
                </a:lnTo>
                <a:lnTo>
                  <a:pt x="1651790" y="1986259"/>
                </a:lnTo>
                <a:lnTo>
                  <a:pt x="1689890" y="1986259"/>
                </a:lnTo>
                <a:lnTo>
                  <a:pt x="1689890" y="2024359"/>
                </a:lnTo>
                <a:close/>
              </a:path>
              <a:path w="3333750" h="2024379">
                <a:moveTo>
                  <a:pt x="1613690" y="2024359"/>
                </a:moveTo>
                <a:lnTo>
                  <a:pt x="1575590" y="2024359"/>
                </a:lnTo>
                <a:lnTo>
                  <a:pt x="1575590" y="1986259"/>
                </a:lnTo>
                <a:lnTo>
                  <a:pt x="1613690" y="1986259"/>
                </a:lnTo>
                <a:lnTo>
                  <a:pt x="1613690" y="2024359"/>
                </a:lnTo>
                <a:close/>
              </a:path>
              <a:path w="3333750" h="2024379">
                <a:moveTo>
                  <a:pt x="1537490" y="2024359"/>
                </a:moveTo>
                <a:lnTo>
                  <a:pt x="1499389" y="2024359"/>
                </a:lnTo>
                <a:lnTo>
                  <a:pt x="1499389" y="1986259"/>
                </a:lnTo>
                <a:lnTo>
                  <a:pt x="1537490" y="1986259"/>
                </a:lnTo>
                <a:lnTo>
                  <a:pt x="1537490" y="2024359"/>
                </a:lnTo>
                <a:close/>
              </a:path>
              <a:path w="3333750" h="2024379">
                <a:moveTo>
                  <a:pt x="1461290" y="2024359"/>
                </a:moveTo>
                <a:lnTo>
                  <a:pt x="1423190" y="2024359"/>
                </a:lnTo>
                <a:lnTo>
                  <a:pt x="1423190" y="1986259"/>
                </a:lnTo>
                <a:lnTo>
                  <a:pt x="1461290" y="1986259"/>
                </a:lnTo>
                <a:lnTo>
                  <a:pt x="1461290" y="2024359"/>
                </a:lnTo>
                <a:close/>
              </a:path>
              <a:path w="3333750" h="2024379">
                <a:moveTo>
                  <a:pt x="1385089" y="2024359"/>
                </a:moveTo>
                <a:lnTo>
                  <a:pt x="1346990" y="2024359"/>
                </a:lnTo>
                <a:lnTo>
                  <a:pt x="1346990" y="1986259"/>
                </a:lnTo>
                <a:lnTo>
                  <a:pt x="1385089" y="1986259"/>
                </a:lnTo>
                <a:lnTo>
                  <a:pt x="1385089" y="2024359"/>
                </a:lnTo>
                <a:close/>
              </a:path>
              <a:path w="3333750" h="2024379">
                <a:moveTo>
                  <a:pt x="1308890" y="2024359"/>
                </a:moveTo>
                <a:lnTo>
                  <a:pt x="1270789" y="2024359"/>
                </a:lnTo>
                <a:lnTo>
                  <a:pt x="1270789" y="1986259"/>
                </a:lnTo>
                <a:lnTo>
                  <a:pt x="1308890" y="1986259"/>
                </a:lnTo>
                <a:lnTo>
                  <a:pt x="1308890" y="2024359"/>
                </a:lnTo>
                <a:close/>
              </a:path>
              <a:path w="3333750" h="2024379">
                <a:moveTo>
                  <a:pt x="1232690" y="2024359"/>
                </a:moveTo>
                <a:lnTo>
                  <a:pt x="1194590" y="2024359"/>
                </a:lnTo>
                <a:lnTo>
                  <a:pt x="1194590" y="1986259"/>
                </a:lnTo>
                <a:lnTo>
                  <a:pt x="1232690" y="1986259"/>
                </a:lnTo>
                <a:lnTo>
                  <a:pt x="1232690" y="2024359"/>
                </a:lnTo>
                <a:close/>
              </a:path>
              <a:path w="3333750" h="2024379">
                <a:moveTo>
                  <a:pt x="1156489" y="2024359"/>
                </a:moveTo>
                <a:lnTo>
                  <a:pt x="1118390" y="2024359"/>
                </a:lnTo>
                <a:lnTo>
                  <a:pt x="1118390" y="1986259"/>
                </a:lnTo>
                <a:lnTo>
                  <a:pt x="1156489" y="1986259"/>
                </a:lnTo>
                <a:lnTo>
                  <a:pt x="1156489" y="2024359"/>
                </a:lnTo>
                <a:close/>
              </a:path>
              <a:path w="3333750" h="2024379">
                <a:moveTo>
                  <a:pt x="1080290" y="2024359"/>
                </a:moveTo>
                <a:lnTo>
                  <a:pt x="1042189" y="2024359"/>
                </a:lnTo>
                <a:lnTo>
                  <a:pt x="1042189" y="1986259"/>
                </a:lnTo>
                <a:lnTo>
                  <a:pt x="1080290" y="1986259"/>
                </a:lnTo>
                <a:lnTo>
                  <a:pt x="1080290" y="2024359"/>
                </a:lnTo>
                <a:close/>
              </a:path>
              <a:path w="3333750" h="2024379">
                <a:moveTo>
                  <a:pt x="1004089" y="2024359"/>
                </a:moveTo>
                <a:lnTo>
                  <a:pt x="965990" y="2024359"/>
                </a:lnTo>
                <a:lnTo>
                  <a:pt x="965990" y="1986259"/>
                </a:lnTo>
                <a:lnTo>
                  <a:pt x="1004089" y="1986259"/>
                </a:lnTo>
                <a:lnTo>
                  <a:pt x="1004089" y="2024359"/>
                </a:lnTo>
                <a:close/>
              </a:path>
              <a:path w="3333750" h="2024379">
                <a:moveTo>
                  <a:pt x="927889" y="2024359"/>
                </a:moveTo>
                <a:lnTo>
                  <a:pt x="889789" y="2024359"/>
                </a:lnTo>
                <a:lnTo>
                  <a:pt x="889789" y="1986259"/>
                </a:lnTo>
                <a:lnTo>
                  <a:pt x="927889" y="1986259"/>
                </a:lnTo>
                <a:lnTo>
                  <a:pt x="927889" y="2024359"/>
                </a:lnTo>
                <a:close/>
              </a:path>
              <a:path w="3333750" h="2024379">
                <a:moveTo>
                  <a:pt x="851690" y="2024359"/>
                </a:moveTo>
                <a:lnTo>
                  <a:pt x="813590" y="2024359"/>
                </a:lnTo>
                <a:lnTo>
                  <a:pt x="813590" y="1986259"/>
                </a:lnTo>
                <a:lnTo>
                  <a:pt x="851690" y="1986259"/>
                </a:lnTo>
                <a:lnTo>
                  <a:pt x="851690" y="2024359"/>
                </a:lnTo>
                <a:close/>
              </a:path>
              <a:path w="3333750" h="2024379">
                <a:moveTo>
                  <a:pt x="775490" y="2024359"/>
                </a:moveTo>
                <a:lnTo>
                  <a:pt x="737390" y="2024359"/>
                </a:lnTo>
                <a:lnTo>
                  <a:pt x="737390" y="1986259"/>
                </a:lnTo>
                <a:lnTo>
                  <a:pt x="775490" y="1986259"/>
                </a:lnTo>
                <a:lnTo>
                  <a:pt x="775490" y="2024359"/>
                </a:lnTo>
                <a:close/>
              </a:path>
              <a:path w="3333750" h="2024379">
                <a:moveTo>
                  <a:pt x="699290" y="2024359"/>
                </a:moveTo>
                <a:lnTo>
                  <a:pt x="661190" y="2024359"/>
                </a:lnTo>
                <a:lnTo>
                  <a:pt x="661190" y="1986259"/>
                </a:lnTo>
                <a:lnTo>
                  <a:pt x="699290" y="1986259"/>
                </a:lnTo>
                <a:lnTo>
                  <a:pt x="699290" y="2024359"/>
                </a:lnTo>
                <a:close/>
              </a:path>
              <a:path w="3333750" h="2024379">
                <a:moveTo>
                  <a:pt x="623090" y="2024359"/>
                </a:moveTo>
                <a:lnTo>
                  <a:pt x="584990" y="2024359"/>
                </a:lnTo>
                <a:lnTo>
                  <a:pt x="584990" y="1986259"/>
                </a:lnTo>
                <a:lnTo>
                  <a:pt x="623090" y="1986259"/>
                </a:lnTo>
                <a:lnTo>
                  <a:pt x="623090" y="2024359"/>
                </a:lnTo>
                <a:close/>
              </a:path>
              <a:path w="3333750" h="2024379">
                <a:moveTo>
                  <a:pt x="546890" y="2024359"/>
                </a:moveTo>
                <a:lnTo>
                  <a:pt x="508790" y="2024359"/>
                </a:lnTo>
                <a:lnTo>
                  <a:pt x="508790" y="1986259"/>
                </a:lnTo>
                <a:lnTo>
                  <a:pt x="546890" y="1986259"/>
                </a:lnTo>
                <a:lnTo>
                  <a:pt x="546890" y="2024359"/>
                </a:lnTo>
                <a:close/>
              </a:path>
              <a:path w="3333750" h="2024379">
                <a:moveTo>
                  <a:pt x="470690" y="2024359"/>
                </a:moveTo>
                <a:lnTo>
                  <a:pt x="432590" y="2024359"/>
                </a:lnTo>
                <a:lnTo>
                  <a:pt x="432590" y="1986259"/>
                </a:lnTo>
                <a:lnTo>
                  <a:pt x="470690" y="1986259"/>
                </a:lnTo>
                <a:lnTo>
                  <a:pt x="470690" y="2024359"/>
                </a:lnTo>
                <a:close/>
              </a:path>
              <a:path w="3333750" h="2024379">
                <a:moveTo>
                  <a:pt x="394490" y="2024359"/>
                </a:moveTo>
                <a:lnTo>
                  <a:pt x="356390" y="2024359"/>
                </a:lnTo>
                <a:lnTo>
                  <a:pt x="356390" y="1986259"/>
                </a:lnTo>
                <a:lnTo>
                  <a:pt x="394490" y="1986259"/>
                </a:lnTo>
                <a:lnTo>
                  <a:pt x="394490" y="2024359"/>
                </a:lnTo>
                <a:close/>
              </a:path>
              <a:path w="3333750" h="2024379">
                <a:moveTo>
                  <a:pt x="318290" y="2024359"/>
                </a:moveTo>
                <a:lnTo>
                  <a:pt x="280190" y="2024359"/>
                </a:lnTo>
                <a:lnTo>
                  <a:pt x="280190" y="1986259"/>
                </a:lnTo>
                <a:lnTo>
                  <a:pt x="318290" y="1986259"/>
                </a:lnTo>
                <a:lnTo>
                  <a:pt x="318290" y="2024359"/>
                </a:lnTo>
                <a:close/>
              </a:path>
              <a:path w="3333750" h="2024379">
                <a:moveTo>
                  <a:pt x="242090" y="2024359"/>
                </a:moveTo>
                <a:lnTo>
                  <a:pt x="203990" y="2024359"/>
                </a:lnTo>
                <a:lnTo>
                  <a:pt x="203990" y="1986259"/>
                </a:lnTo>
                <a:lnTo>
                  <a:pt x="242090" y="1986259"/>
                </a:lnTo>
                <a:lnTo>
                  <a:pt x="242090" y="2024359"/>
                </a:lnTo>
                <a:close/>
              </a:path>
              <a:path w="3333750" h="2024379">
                <a:moveTo>
                  <a:pt x="165890" y="2024359"/>
                </a:moveTo>
                <a:lnTo>
                  <a:pt x="161986" y="2024359"/>
                </a:lnTo>
                <a:lnTo>
                  <a:pt x="130251" y="2021220"/>
                </a:lnTo>
                <a:lnTo>
                  <a:pt x="127736" y="2020455"/>
                </a:lnTo>
                <a:lnTo>
                  <a:pt x="135758" y="1983450"/>
                </a:lnTo>
                <a:lnTo>
                  <a:pt x="142257" y="1984679"/>
                </a:lnTo>
                <a:lnTo>
                  <a:pt x="148794" y="1985557"/>
                </a:lnTo>
                <a:lnTo>
                  <a:pt x="155371" y="1986084"/>
                </a:lnTo>
                <a:lnTo>
                  <a:pt x="161986" y="1986259"/>
                </a:lnTo>
                <a:lnTo>
                  <a:pt x="165890" y="1986259"/>
                </a:lnTo>
                <a:lnTo>
                  <a:pt x="165890" y="2024359"/>
                </a:lnTo>
                <a:close/>
              </a:path>
              <a:path w="3333750" h="2024379">
                <a:moveTo>
                  <a:pt x="33302" y="1959625"/>
                </a:moveTo>
                <a:lnTo>
                  <a:pt x="27275" y="1952275"/>
                </a:lnTo>
                <a:lnTo>
                  <a:pt x="13782" y="1927002"/>
                </a:lnTo>
                <a:lnTo>
                  <a:pt x="48473" y="1911891"/>
                </a:lnTo>
                <a:lnTo>
                  <a:pt x="51591" y="1918511"/>
                </a:lnTo>
                <a:lnTo>
                  <a:pt x="55081" y="1924913"/>
                </a:lnTo>
                <a:lnTo>
                  <a:pt x="58944" y="1931097"/>
                </a:lnTo>
                <a:lnTo>
                  <a:pt x="63180" y="1937061"/>
                </a:lnTo>
                <a:lnTo>
                  <a:pt x="33302" y="1959625"/>
                </a:lnTo>
                <a:close/>
              </a:path>
              <a:path w="3333750" h="2024379">
                <a:moveTo>
                  <a:pt x="91973" y="2007736"/>
                </a:moveTo>
                <a:lnTo>
                  <a:pt x="72156" y="1997156"/>
                </a:lnTo>
                <a:lnTo>
                  <a:pt x="59996" y="1987185"/>
                </a:lnTo>
                <a:lnTo>
                  <a:pt x="83615" y="1958300"/>
                </a:lnTo>
                <a:lnTo>
                  <a:pt x="89420" y="1962769"/>
                </a:lnTo>
                <a:lnTo>
                  <a:pt x="95459" y="1966872"/>
                </a:lnTo>
                <a:lnTo>
                  <a:pt x="101731" y="1970611"/>
                </a:lnTo>
                <a:lnTo>
                  <a:pt x="108237" y="1973984"/>
                </a:lnTo>
                <a:lnTo>
                  <a:pt x="91973" y="2007736"/>
                </a:lnTo>
                <a:close/>
              </a:path>
              <a:path w="3333750" h="2024379">
                <a:moveTo>
                  <a:pt x="2848" y="1890590"/>
                </a:moveTo>
                <a:lnTo>
                  <a:pt x="0" y="1862444"/>
                </a:lnTo>
                <a:lnTo>
                  <a:pt x="0" y="1852353"/>
                </a:lnTo>
                <a:lnTo>
                  <a:pt x="38171" y="1852353"/>
                </a:lnTo>
                <a:lnTo>
                  <a:pt x="38171" y="1869690"/>
                </a:lnTo>
                <a:lnTo>
                  <a:pt x="38801" y="1876878"/>
                </a:lnTo>
                <a:lnTo>
                  <a:pt x="40062" y="1884008"/>
                </a:lnTo>
                <a:lnTo>
                  <a:pt x="2848" y="1890590"/>
                </a:lnTo>
                <a:close/>
              </a:path>
              <a:path w="3333750" h="2024379">
                <a:moveTo>
                  <a:pt x="38171" y="1814253"/>
                </a:moveTo>
                <a:lnTo>
                  <a:pt x="1" y="1814253"/>
                </a:lnTo>
                <a:lnTo>
                  <a:pt x="3" y="1776153"/>
                </a:lnTo>
                <a:lnTo>
                  <a:pt x="38171" y="1776153"/>
                </a:lnTo>
                <a:lnTo>
                  <a:pt x="38171" y="1814253"/>
                </a:lnTo>
                <a:close/>
              </a:path>
              <a:path w="3333750" h="2024379">
                <a:moveTo>
                  <a:pt x="38171" y="1738053"/>
                </a:moveTo>
                <a:lnTo>
                  <a:pt x="4" y="1738053"/>
                </a:lnTo>
                <a:lnTo>
                  <a:pt x="6" y="1699953"/>
                </a:lnTo>
                <a:lnTo>
                  <a:pt x="38171" y="1699953"/>
                </a:lnTo>
                <a:lnTo>
                  <a:pt x="38171" y="1738053"/>
                </a:lnTo>
                <a:close/>
              </a:path>
              <a:path w="3333750" h="2024379">
                <a:moveTo>
                  <a:pt x="38171" y="1661853"/>
                </a:moveTo>
                <a:lnTo>
                  <a:pt x="7" y="1661853"/>
                </a:lnTo>
                <a:lnTo>
                  <a:pt x="9" y="1623753"/>
                </a:lnTo>
                <a:lnTo>
                  <a:pt x="38171" y="1623753"/>
                </a:lnTo>
                <a:lnTo>
                  <a:pt x="38171" y="1661853"/>
                </a:lnTo>
                <a:close/>
              </a:path>
              <a:path w="3333750" h="2024379">
                <a:moveTo>
                  <a:pt x="38171" y="1585653"/>
                </a:moveTo>
                <a:lnTo>
                  <a:pt x="10" y="1585653"/>
                </a:lnTo>
                <a:lnTo>
                  <a:pt x="12" y="1547553"/>
                </a:lnTo>
                <a:lnTo>
                  <a:pt x="38171" y="1547553"/>
                </a:lnTo>
                <a:lnTo>
                  <a:pt x="38171" y="1585653"/>
                </a:lnTo>
                <a:close/>
              </a:path>
              <a:path w="3333750" h="2024379">
                <a:moveTo>
                  <a:pt x="38171" y="1509453"/>
                </a:moveTo>
                <a:lnTo>
                  <a:pt x="13" y="1509453"/>
                </a:lnTo>
                <a:lnTo>
                  <a:pt x="15" y="1471353"/>
                </a:lnTo>
                <a:lnTo>
                  <a:pt x="38171" y="1471353"/>
                </a:lnTo>
                <a:lnTo>
                  <a:pt x="38171" y="1509453"/>
                </a:lnTo>
                <a:close/>
              </a:path>
              <a:path w="3333750" h="2024379">
                <a:moveTo>
                  <a:pt x="38171" y="1433253"/>
                </a:moveTo>
                <a:lnTo>
                  <a:pt x="16" y="1433253"/>
                </a:lnTo>
                <a:lnTo>
                  <a:pt x="17" y="1395153"/>
                </a:lnTo>
                <a:lnTo>
                  <a:pt x="38171" y="1395153"/>
                </a:lnTo>
                <a:lnTo>
                  <a:pt x="38171" y="1433253"/>
                </a:lnTo>
                <a:close/>
              </a:path>
              <a:path w="3333750" h="2024379">
                <a:moveTo>
                  <a:pt x="38171" y="1357053"/>
                </a:moveTo>
                <a:lnTo>
                  <a:pt x="19" y="1357053"/>
                </a:lnTo>
                <a:lnTo>
                  <a:pt x="20" y="1318953"/>
                </a:lnTo>
                <a:lnTo>
                  <a:pt x="38171" y="1318953"/>
                </a:lnTo>
                <a:lnTo>
                  <a:pt x="38171" y="1357053"/>
                </a:lnTo>
                <a:close/>
              </a:path>
              <a:path w="3333750" h="2024379">
                <a:moveTo>
                  <a:pt x="38171" y="1280853"/>
                </a:moveTo>
                <a:lnTo>
                  <a:pt x="22" y="1280853"/>
                </a:lnTo>
                <a:lnTo>
                  <a:pt x="23" y="1242753"/>
                </a:lnTo>
                <a:lnTo>
                  <a:pt x="38171" y="1242753"/>
                </a:lnTo>
                <a:lnTo>
                  <a:pt x="38171" y="1280853"/>
                </a:lnTo>
                <a:close/>
              </a:path>
              <a:path w="3333750" h="2024379">
                <a:moveTo>
                  <a:pt x="38171" y="1204653"/>
                </a:moveTo>
                <a:lnTo>
                  <a:pt x="25" y="1204653"/>
                </a:lnTo>
                <a:lnTo>
                  <a:pt x="26" y="1166553"/>
                </a:lnTo>
                <a:lnTo>
                  <a:pt x="38171" y="1166553"/>
                </a:lnTo>
                <a:lnTo>
                  <a:pt x="38171" y="1204653"/>
                </a:lnTo>
                <a:close/>
              </a:path>
              <a:path w="3333750" h="2024379">
                <a:moveTo>
                  <a:pt x="38171" y="1128453"/>
                </a:moveTo>
                <a:lnTo>
                  <a:pt x="28" y="1128453"/>
                </a:lnTo>
                <a:lnTo>
                  <a:pt x="29" y="1090353"/>
                </a:lnTo>
                <a:lnTo>
                  <a:pt x="38171" y="1090353"/>
                </a:lnTo>
                <a:lnTo>
                  <a:pt x="38171" y="1128453"/>
                </a:lnTo>
                <a:close/>
              </a:path>
              <a:path w="3333750" h="2024379">
                <a:moveTo>
                  <a:pt x="38171" y="1052253"/>
                </a:moveTo>
                <a:lnTo>
                  <a:pt x="31" y="1052253"/>
                </a:lnTo>
                <a:lnTo>
                  <a:pt x="32" y="1014153"/>
                </a:lnTo>
                <a:lnTo>
                  <a:pt x="38171" y="1014153"/>
                </a:lnTo>
                <a:lnTo>
                  <a:pt x="38171" y="1052253"/>
                </a:lnTo>
                <a:close/>
              </a:path>
              <a:path w="3333750" h="2024379">
                <a:moveTo>
                  <a:pt x="38171" y="976053"/>
                </a:moveTo>
                <a:lnTo>
                  <a:pt x="34" y="976053"/>
                </a:lnTo>
                <a:lnTo>
                  <a:pt x="35" y="937953"/>
                </a:lnTo>
                <a:lnTo>
                  <a:pt x="38171" y="937953"/>
                </a:lnTo>
                <a:lnTo>
                  <a:pt x="38171" y="976053"/>
                </a:lnTo>
                <a:close/>
              </a:path>
              <a:path w="3333750" h="2024379">
                <a:moveTo>
                  <a:pt x="38171" y="899853"/>
                </a:moveTo>
                <a:lnTo>
                  <a:pt x="37" y="899853"/>
                </a:lnTo>
                <a:lnTo>
                  <a:pt x="38" y="861753"/>
                </a:lnTo>
                <a:lnTo>
                  <a:pt x="38171" y="861753"/>
                </a:lnTo>
                <a:lnTo>
                  <a:pt x="38171" y="899853"/>
                </a:lnTo>
                <a:close/>
              </a:path>
              <a:path w="3333750" h="2024379">
                <a:moveTo>
                  <a:pt x="38171" y="823653"/>
                </a:moveTo>
                <a:lnTo>
                  <a:pt x="39" y="823653"/>
                </a:lnTo>
                <a:lnTo>
                  <a:pt x="41" y="785553"/>
                </a:lnTo>
                <a:lnTo>
                  <a:pt x="38171" y="785553"/>
                </a:lnTo>
                <a:lnTo>
                  <a:pt x="38171" y="823653"/>
                </a:lnTo>
                <a:close/>
              </a:path>
              <a:path w="3333750" h="2024379">
                <a:moveTo>
                  <a:pt x="38171" y="747453"/>
                </a:moveTo>
                <a:lnTo>
                  <a:pt x="42" y="747453"/>
                </a:lnTo>
                <a:lnTo>
                  <a:pt x="44" y="709353"/>
                </a:lnTo>
                <a:lnTo>
                  <a:pt x="38171" y="709353"/>
                </a:lnTo>
                <a:lnTo>
                  <a:pt x="38171" y="747453"/>
                </a:lnTo>
                <a:close/>
              </a:path>
              <a:path w="3333750" h="2024379">
                <a:moveTo>
                  <a:pt x="38171" y="671253"/>
                </a:moveTo>
                <a:lnTo>
                  <a:pt x="45" y="671253"/>
                </a:lnTo>
                <a:lnTo>
                  <a:pt x="47" y="633153"/>
                </a:lnTo>
                <a:lnTo>
                  <a:pt x="38171" y="633153"/>
                </a:lnTo>
                <a:lnTo>
                  <a:pt x="38171" y="671253"/>
                </a:lnTo>
                <a:close/>
              </a:path>
              <a:path w="3333750" h="2024379">
                <a:moveTo>
                  <a:pt x="38171" y="595053"/>
                </a:moveTo>
                <a:lnTo>
                  <a:pt x="48" y="595053"/>
                </a:lnTo>
                <a:lnTo>
                  <a:pt x="50" y="556953"/>
                </a:lnTo>
                <a:lnTo>
                  <a:pt x="38171" y="556953"/>
                </a:lnTo>
                <a:lnTo>
                  <a:pt x="38171" y="595053"/>
                </a:lnTo>
                <a:close/>
              </a:path>
              <a:path w="3333750" h="2024379">
                <a:moveTo>
                  <a:pt x="38171" y="518853"/>
                </a:moveTo>
                <a:lnTo>
                  <a:pt x="51" y="518853"/>
                </a:lnTo>
                <a:lnTo>
                  <a:pt x="53" y="480753"/>
                </a:lnTo>
                <a:lnTo>
                  <a:pt x="38171" y="480753"/>
                </a:lnTo>
                <a:lnTo>
                  <a:pt x="38171" y="518853"/>
                </a:lnTo>
                <a:close/>
              </a:path>
              <a:path w="3333750" h="2024379">
                <a:moveTo>
                  <a:pt x="38171" y="442653"/>
                </a:moveTo>
                <a:lnTo>
                  <a:pt x="54" y="442653"/>
                </a:lnTo>
                <a:lnTo>
                  <a:pt x="56" y="404553"/>
                </a:lnTo>
                <a:lnTo>
                  <a:pt x="38171" y="404553"/>
                </a:lnTo>
                <a:lnTo>
                  <a:pt x="38171" y="442653"/>
                </a:lnTo>
                <a:close/>
              </a:path>
              <a:path w="3333750" h="2024379">
                <a:moveTo>
                  <a:pt x="38171" y="366453"/>
                </a:moveTo>
                <a:lnTo>
                  <a:pt x="57" y="366453"/>
                </a:lnTo>
                <a:lnTo>
                  <a:pt x="59" y="328353"/>
                </a:lnTo>
                <a:lnTo>
                  <a:pt x="38171" y="328353"/>
                </a:lnTo>
                <a:lnTo>
                  <a:pt x="38171" y="366453"/>
                </a:lnTo>
                <a:close/>
              </a:path>
              <a:path w="3333750" h="2024379">
                <a:moveTo>
                  <a:pt x="38171" y="290253"/>
                </a:moveTo>
                <a:lnTo>
                  <a:pt x="60" y="290253"/>
                </a:lnTo>
                <a:lnTo>
                  <a:pt x="61" y="252153"/>
                </a:lnTo>
                <a:lnTo>
                  <a:pt x="38171" y="252153"/>
                </a:lnTo>
                <a:lnTo>
                  <a:pt x="38171" y="290253"/>
                </a:lnTo>
                <a:close/>
              </a:path>
              <a:path w="3333750" h="2024379">
                <a:moveTo>
                  <a:pt x="38171" y="214053"/>
                </a:moveTo>
                <a:lnTo>
                  <a:pt x="63" y="214053"/>
                </a:lnTo>
                <a:lnTo>
                  <a:pt x="64" y="175953"/>
                </a:lnTo>
                <a:lnTo>
                  <a:pt x="38171" y="175953"/>
                </a:lnTo>
                <a:lnTo>
                  <a:pt x="38171" y="214053"/>
                </a:lnTo>
                <a:close/>
              </a:path>
              <a:path w="3333750" h="2024379">
                <a:moveTo>
                  <a:pt x="39570" y="143349"/>
                </a:moveTo>
                <a:lnTo>
                  <a:pt x="2463" y="137721"/>
                </a:lnTo>
                <a:lnTo>
                  <a:pt x="3211" y="130179"/>
                </a:lnTo>
                <a:lnTo>
                  <a:pt x="12100" y="100928"/>
                </a:lnTo>
                <a:lnTo>
                  <a:pt x="47301" y="115251"/>
                </a:lnTo>
                <a:lnTo>
                  <a:pt x="44744" y="122105"/>
                </a:lnTo>
                <a:lnTo>
                  <a:pt x="42603" y="129072"/>
                </a:lnTo>
                <a:lnTo>
                  <a:pt x="40878" y="136154"/>
                </a:lnTo>
                <a:lnTo>
                  <a:pt x="39570" y="143349"/>
                </a:lnTo>
                <a:close/>
              </a:path>
              <a:path w="3333750" h="2024379">
                <a:moveTo>
                  <a:pt x="61378" y="89746"/>
                </a:moveTo>
                <a:lnTo>
                  <a:pt x="30786" y="67802"/>
                </a:lnTo>
                <a:lnTo>
                  <a:pt x="47495" y="47423"/>
                </a:lnTo>
                <a:lnTo>
                  <a:pt x="56923" y="39693"/>
                </a:lnTo>
                <a:lnTo>
                  <a:pt x="81275" y="68021"/>
                </a:lnTo>
                <a:lnTo>
                  <a:pt x="78917" y="70049"/>
                </a:lnTo>
                <a:lnTo>
                  <a:pt x="76637" y="72163"/>
                </a:lnTo>
                <a:lnTo>
                  <a:pt x="69662" y="79138"/>
                </a:lnTo>
                <a:lnTo>
                  <a:pt x="65309" y="84265"/>
                </a:lnTo>
                <a:lnTo>
                  <a:pt x="61378" y="89746"/>
                </a:lnTo>
                <a:close/>
              </a:path>
              <a:path w="3333750" h="2024379">
                <a:moveTo>
                  <a:pt x="105531" y="51719"/>
                </a:moveTo>
                <a:lnTo>
                  <a:pt x="88502" y="18476"/>
                </a:lnTo>
                <a:lnTo>
                  <a:pt x="100024" y="12324"/>
                </a:lnTo>
                <a:lnTo>
                  <a:pt x="123945" y="5055"/>
                </a:lnTo>
                <a:lnTo>
                  <a:pt x="132806" y="41587"/>
                </a:lnTo>
                <a:lnTo>
                  <a:pt x="125763" y="43515"/>
                </a:lnTo>
                <a:lnTo>
                  <a:pt x="118869" y="45846"/>
                </a:lnTo>
                <a:lnTo>
                  <a:pt x="112126" y="48581"/>
                </a:lnTo>
                <a:lnTo>
                  <a:pt x="105531" y="51719"/>
                </a:lnTo>
                <a:close/>
              </a:path>
              <a:path w="3333750" h="2024379">
                <a:moveTo>
                  <a:pt x="200086" y="38099"/>
                </a:moveTo>
                <a:lnTo>
                  <a:pt x="161990" y="38099"/>
                </a:lnTo>
                <a:lnTo>
                  <a:pt x="161964" y="0"/>
                </a:lnTo>
                <a:lnTo>
                  <a:pt x="200086" y="0"/>
                </a:lnTo>
                <a:lnTo>
                  <a:pt x="200086" y="38099"/>
                </a:lnTo>
                <a:close/>
              </a:path>
            </a:pathLst>
          </a:custGeom>
          <a:solidFill>
            <a:srgbClr val="3185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856803" y="6274842"/>
            <a:ext cx="31127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Technologies</a:t>
            </a: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14752206" y="7144080"/>
            <a:ext cx="3009265" cy="1362075"/>
          </a:xfrm>
          <a:custGeom>
            <a:avLst/>
            <a:gdLst/>
            <a:ahLst/>
            <a:cxnLst/>
            <a:rect l="l" t="t" r="r" b="b"/>
            <a:pathLst>
              <a:path w="3009265" h="1362075">
                <a:moveTo>
                  <a:pt x="276259" y="38099"/>
                </a:moveTo>
                <a:lnTo>
                  <a:pt x="238159" y="38099"/>
                </a:lnTo>
                <a:lnTo>
                  <a:pt x="238159" y="0"/>
                </a:lnTo>
                <a:lnTo>
                  <a:pt x="276259" y="0"/>
                </a:lnTo>
                <a:lnTo>
                  <a:pt x="276259" y="38099"/>
                </a:lnTo>
                <a:close/>
              </a:path>
              <a:path w="3009265" h="1362075">
                <a:moveTo>
                  <a:pt x="352459" y="38099"/>
                </a:moveTo>
                <a:lnTo>
                  <a:pt x="314359" y="38099"/>
                </a:lnTo>
                <a:lnTo>
                  <a:pt x="314359" y="0"/>
                </a:lnTo>
                <a:lnTo>
                  <a:pt x="352459" y="0"/>
                </a:lnTo>
                <a:lnTo>
                  <a:pt x="352459" y="38099"/>
                </a:lnTo>
                <a:close/>
              </a:path>
              <a:path w="3009265" h="1362075">
                <a:moveTo>
                  <a:pt x="428659" y="38099"/>
                </a:moveTo>
                <a:lnTo>
                  <a:pt x="390559" y="38099"/>
                </a:lnTo>
                <a:lnTo>
                  <a:pt x="390559" y="0"/>
                </a:lnTo>
                <a:lnTo>
                  <a:pt x="428659" y="0"/>
                </a:lnTo>
                <a:lnTo>
                  <a:pt x="428659" y="38099"/>
                </a:lnTo>
                <a:close/>
              </a:path>
              <a:path w="3009265" h="1362075">
                <a:moveTo>
                  <a:pt x="504859" y="38099"/>
                </a:moveTo>
                <a:lnTo>
                  <a:pt x="466759" y="38099"/>
                </a:lnTo>
                <a:lnTo>
                  <a:pt x="466759" y="0"/>
                </a:lnTo>
                <a:lnTo>
                  <a:pt x="504859" y="0"/>
                </a:lnTo>
                <a:lnTo>
                  <a:pt x="504859" y="38099"/>
                </a:lnTo>
                <a:close/>
              </a:path>
              <a:path w="3009265" h="1362075">
                <a:moveTo>
                  <a:pt x="581059" y="38099"/>
                </a:moveTo>
                <a:lnTo>
                  <a:pt x="542959" y="38099"/>
                </a:lnTo>
                <a:lnTo>
                  <a:pt x="542959" y="0"/>
                </a:lnTo>
                <a:lnTo>
                  <a:pt x="581059" y="0"/>
                </a:lnTo>
                <a:lnTo>
                  <a:pt x="581059" y="38099"/>
                </a:lnTo>
                <a:close/>
              </a:path>
              <a:path w="3009265" h="1362075">
                <a:moveTo>
                  <a:pt x="657259" y="38099"/>
                </a:moveTo>
                <a:lnTo>
                  <a:pt x="619159" y="38099"/>
                </a:lnTo>
                <a:lnTo>
                  <a:pt x="619159" y="0"/>
                </a:lnTo>
                <a:lnTo>
                  <a:pt x="657259" y="0"/>
                </a:lnTo>
                <a:lnTo>
                  <a:pt x="657259" y="38099"/>
                </a:lnTo>
                <a:close/>
              </a:path>
              <a:path w="3009265" h="1362075">
                <a:moveTo>
                  <a:pt x="733459" y="38099"/>
                </a:moveTo>
                <a:lnTo>
                  <a:pt x="695359" y="38099"/>
                </a:lnTo>
                <a:lnTo>
                  <a:pt x="695359" y="0"/>
                </a:lnTo>
                <a:lnTo>
                  <a:pt x="733459" y="0"/>
                </a:lnTo>
                <a:lnTo>
                  <a:pt x="733459" y="38099"/>
                </a:lnTo>
                <a:close/>
              </a:path>
              <a:path w="3009265" h="1362075">
                <a:moveTo>
                  <a:pt x="809659" y="38099"/>
                </a:moveTo>
                <a:lnTo>
                  <a:pt x="771559" y="38099"/>
                </a:lnTo>
                <a:lnTo>
                  <a:pt x="771559" y="0"/>
                </a:lnTo>
                <a:lnTo>
                  <a:pt x="809659" y="0"/>
                </a:lnTo>
                <a:lnTo>
                  <a:pt x="809659" y="38099"/>
                </a:lnTo>
                <a:close/>
              </a:path>
              <a:path w="3009265" h="1362075">
                <a:moveTo>
                  <a:pt x="885859" y="38099"/>
                </a:moveTo>
                <a:lnTo>
                  <a:pt x="847759" y="38099"/>
                </a:lnTo>
                <a:lnTo>
                  <a:pt x="847759" y="0"/>
                </a:lnTo>
                <a:lnTo>
                  <a:pt x="885859" y="0"/>
                </a:lnTo>
                <a:lnTo>
                  <a:pt x="885859" y="38099"/>
                </a:lnTo>
                <a:close/>
              </a:path>
              <a:path w="3009265" h="1362075">
                <a:moveTo>
                  <a:pt x="962059" y="38099"/>
                </a:moveTo>
                <a:lnTo>
                  <a:pt x="923959" y="38099"/>
                </a:lnTo>
                <a:lnTo>
                  <a:pt x="923959" y="0"/>
                </a:lnTo>
                <a:lnTo>
                  <a:pt x="962059" y="0"/>
                </a:lnTo>
                <a:lnTo>
                  <a:pt x="962059" y="38099"/>
                </a:lnTo>
                <a:close/>
              </a:path>
              <a:path w="3009265" h="1362075">
                <a:moveTo>
                  <a:pt x="1038259" y="38099"/>
                </a:moveTo>
                <a:lnTo>
                  <a:pt x="1000159" y="38099"/>
                </a:lnTo>
                <a:lnTo>
                  <a:pt x="1000159" y="0"/>
                </a:lnTo>
                <a:lnTo>
                  <a:pt x="1038259" y="0"/>
                </a:lnTo>
                <a:lnTo>
                  <a:pt x="1038259" y="38099"/>
                </a:lnTo>
                <a:close/>
              </a:path>
              <a:path w="3009265" h="1362075">
                <a:moveTo>
                  <a:pt x="1114459" y="38099"/>
                </a:moveTo>
                <a:lnTo>
                  <a:pt x="1076359" y="38099"/>
                </a:lnTo>
                <a:lnTo>
                  <a:pt x="1076359" y="0"/>
                </a:lnTo>
                <a:lnTo>
                  <a:pt x="1114459" y="0"/>
                </a:lnTo>
                <a:lnTo>
                  <a:pt x="1114459" y="38099"/>
                </a:lnTo>
                <a:close/>
              </a:path>
              <a:path w="3009265" h="1362075">
                <a:moveTo>
                  <a:pt x="1190659" y="38099"/>
                </a:moveTo>
                <a:lnTo>
                  <a:pt x="1152559" y="38099"/>
                </a:lnTo>
                <a:lnTo>
                  <a:pt x="1152559" y="0"/>
                </a:lnTo>
                <a:lnTo>
                  <a:pt x="1190659" y="0"/>
                </a:lnTo>
                <a:lnTo>
                  <a:pt x="1190659" y="38099"/>
                </a:lnTo>
                <a:close/>
              </a:path>
              <a:path w="3009265" h="1362075">
                <a:moveTo>
                  <a:pt x="1266859" y="38099"/>
                </a:moveTo>
                <a:lnTo>
                  <a:pt x="1228759" y="38099"/>
                </a:lnTo>
                <a:lnTo>
                  <a:pt x="1228759" y="0"/>
                </a:lnTo>
                <a:lnTo>
                  <a:pt x="1266859" y="0"/>
                </a:lnTo>
                <a:lnTo>
                  <a:pt x="1266859" y="38099"/>
                </a:lnTo>
                <a:close/>
              </a:path>
              <a:path w="3009265" h="1362075">
                <a:moveTo>
                  <a:pt x="1343059" y="38099"/>
                </a:moveTo>
                <a:lnTo>
                  <a:pt x="1304959" y="38099"/>
                </a:lnTo>
                <a:lnTo>
                  <a:pt x="1304959" y="0"/>
                </a:lnTo>
                <a:lnTo>
                  <a:pt x="1343059" y="0"/>
                </a:lnTo>
                <a:lnTo>
                  <a:pt x="1343059" y="38099"/>
                </a:lnTo>
                <a:close/>
              </a:path>
              <a:path w="3009265" h="1362075">
                <a:moveTo>
                  <a:pt x="1419259" y="38099"/>
                </a:moveTo>
                <a:lnTo>
                  <a:pt x="1381159" y="38099"/>
                </a:lnTo>
                <a:lnTo>
                  <a:pt x="1381159" y="0"/>
                </a:lnTo>
                <a:lnTo>
                  <a:pt x="1419259" y="0"/>
                </a:lnTo>
                <a:lnTo>
                  <a:pt x="1419259" y="38099"/>
                </a:lnTo>
                <a:close/>
              </a:path>
              <a:path w="3009265" h="1362075">
                <a:moveTo>
                  <a:pt x="1495459" y="38099"/>
                </a:moveTo>
                <a:lnTo>
                  <a:pt x="1457359" y="38099"/>
                </a:lnTo>
                <a:lnTo>
                  <a:pt x="1457359" y="0"/>
                </a:lnTo>
                <a:lnTo>
                  <a:pt x="1495459" y="0"/>
                </a:lnTo>
                <a:lnTo>
                  <a:pt x="1495459" y="38099"/>
                </a:lnTo>
                <a:close/>
              </a:path>
              <a:path w="3009265" h="1362075">
                <a:moveTo>
                  <a:pt x="1571659" y="38099"/>
                </a:moveTo>
                <a:lnTo>
                  <a:pt x="1533559" y="38099"/>
                </a:lnTo>
                <a:lnTo>
                  <a:pt x="1533559" y="0"/>
                </a:lnTo>
                <a:lnTo>
                  <a:pt x="1571659" y="0"/>
                </a:lnTo>
                <a:lnTo>
                  <a:pt x="1571659" y="38099"/>
                </a:lnTo>
                <a:close/>
              </a:path>
              <a:path w="3009265" h="1362075">
                <a:moveTo>
                  <a:pt x="1647859" y="38099"/>
                </a:moveTo>
                <a:lnTo>
                  <a:pt x="1609759" y="38099"/>
                </a:lnTo>
                <a:lnTo>
                  <a:pt x="1609759" y="0"/>
                </a:lnTo>
                <a:lnTo>
                  <a:pt x="1647859" y="0"/>
                </a:lnTo>
                <a:lnTo>
                  <a:pt x="1647859" y="38099"/>
                </a:lnTo>
                <a:close/>
              </a:path>
              <a:path w="3009265" h="1362075">
                <a:moveTo>
                  <a:pt x="1724059" y="38099"/>
                </a:moveTo>
                <a:lnTo>
                  <a:pt x="1685959" y="38099"/>
                </a:lnTo>
                <a:lnTo>
                  <a:pt x="1685959" y="0"/>
                </a:lnTo>
                <a:lnTo>
                  <a:pt x="1724059" y="0"/>
                </a:lnTo>
                <a:lnTo>
                  <a:pt x="1724059" y="38099"/>
                </a:lnTo>
                <a:close/>
              </a:path>
              <a:path w="3009265" h="1362075">
                <a:moveTo>
                  <a:pt x="1800259" y="38099"/>
                </a:moveTo>
                <a:lnTo>
                  <a:pt x="1762159" y="38099"/>
                </a:lnTo>
                <a:lnTo>
                  <a:pt x="1762159" y="0"/>
                </a:lnTo>
                <a:lnTo>
                  <a:pt x="1800259" y="0"/>
                </a:lnTo>
                <a:lnTo>
                  <a:pt x="1800259" y="38099"/>
                </a:lnTo>
                <a:close/>
              </a:path>
              <a:path w="3009265" h="1362075">
                <a:moveTo>
                  <a:pt x="1876459" y="38099"/>
                </a:moveTo>
                <a:lnTo>
                  <a:pt x="1838359" y="38099"/>
                </a:lnTo>
                <a:lnTo>
                  <a:pt x="1838359" y="0"/>
                </a:lnTo>
                <a:lnTo>
                  <a:pt x="1876459" y="0"/>
                </a:lnTo>
                <a:lnTo>
                  <a:pt x="1876459" y="38099"/>
                </a:lnTo>
                <a:close/>
              </a:path>
              <a:path w="3009265" h="1362075">
                <a:moveTo>
                  <a:pt x="1952659" y="38099"/>
                </a:moveTo>
                <a:lnTo>
                  <a:pt x="1914559" y="38099"/>
                </a:lnTo>
                <a:lnTo>
                  <a:pt x="1914559" y="0"/>
                </a:lnTo>
                <a:lnTo>
                  <a:pt x="1952659" y="0"/>
                </a:lnTo>
                <a:lnTo>
                  <a:pt x="1952659" y="38099"/>
                </a:lnTo>
                <a:close/>
              </a:path>
              <a:path w="3009265" h="1362075">
                <a:moveTo>
                  <a:pt x="2028859" y="38099"/>
                </a:moveTo>
                <a:lnTo>
                  <a:pt x="1990759" y="38099"/>
                </a:lnTo>
                <a:lnTo>
                  <a:pt x="1990759" y="0"/>
                </a:lnTo>
                <a:lnTo>
                  <a:pt x="2028859" y="0"/>
                </a:lnTo>
                <a:lnTo>
                  <a:pt x="2028859" y="38099"/>
                </a:lnTo>
                <a:close/>
              </a:path>
              <a:path w="3009265" h="1362075">
                <a:moveTo>
                  <a:pt x="2105059" y="38099"/>
                </a:moveTo>
                <a:lnTo>
                  <a:pt x="2066959" y="38099"/>
                </a:lnTo>
                <a:lnTo>
                  <a:pt x="2066959" y="0"/>
                </a:lnTo>
                <a:lnTo>
                  <a:pt x="2105059" y="0"/>
                </a:lnTo>
                <a:lnTo>
                  <a:pt x="2105059" y="38099"/>
                </a:lnTo>
                <a:close/>
              </a:path>
              <a:path w="3009265" h="1362075">
                <a:moveTo>
                  <a:pt x="2181259" y="38099"/>
                </a:moveTo>
                <a:lnTo>
                  <a:pt x="2143159" y="38099"/>
                </a:lnTo>
                <a:lnTo>
                  <a:pt x="2143159" y="0"/>
                </a:lnTo>
                <a:lnTo>
                  <a:pt x="2181259" y="0"/>
                </a:lnTo>
                <a:lnTo>
                  <a:pt x="2181259" y="38099"/>
                </a:lnTo>
                <a:close/>
              </a:path>
              <a:path w="3009265" h="1362075">
                <a:moveTo>
                  <a:pt x="2257459" y="38099"/>
                </a:moveTo>
                <a:lnTo>
                  <a:pt x="2219359" y="38099"/>
                </a:lnTo>
                <a:lnTo>
                  <a:pt x="2219359" y="0"/>
                </a:lnTo>
                <a:lnTo>
                  <a:pt x="2257459" y="0"/>
                </a:lnTo>
                <a:lnTo>
                  <a:pt x="2257459" y="38099"/>
                </a:lnTo>
                <a:close/>
              </a:path>
              <a:path w="3009265" h="1362075">
                <a:moveTo>
                  <a:pt x="2333659" y="38099"/>
                </a:moveTo>
                <a:lnTo>
                  <a:pt x="2295559" y="38099"/>
                </a:lnTo>
                <a:lnTo>
                  <a:pt x="2295559" y="0"/>
                </a:lnTo>
                <a:lnTo>
                  <a:pt x="2333659" y="0"/>
                </a:lnTo>
                <a:lnTo>
                  <a:pt x="2333659" y="38099"/>
                </a:lnTo>
                <a:close/>
              </a:path>
              <a:path w="3009265" h="1362075">
                <a:moveTo>
                  <a:pt x="2409859" y="38099"/>
                </a:moveTo>
                <a:lnTo>
                  <a:pt x="2371759" y="38099"/>
                </a:lnTo>
                <a:lnTo>
                  <a:pt x="2371759" y="0"/>
                </a:lnTo>
                <a:lnTo>
                  <a:pt x="2409859" y="0"/>
                </a:lnTo>
                <a:lnTo>
                  <a:pt x="2409859" y="38099"/>
                </a:lnTo>
                <a:close/>
              </a:path>
              <a:path w="3009265" h="1362075">
                <a:moveTo>
                  <a:pt x="2486059" y="38099"/>
                </a:moveTo>
                <a:lnTo>
                  <a:pt x="2447959" y="38099"/>
                </a:lnTo>
                <a:lnTo>
                  <a:pt x="2447959" y="0"/>
                </a:lnTo>
                <a:lnTo>
                  <a:pt x="2486059" y="0"/>
                </a:lnTo>
                <a:lnTo>
                  <a:pt x="2486059" y="38099"/>
                </a:lnTo>
                <a:close/>
              </a:path>
              <a:path w="3009265" h="1362075">
                <a:moveTo>
                  <a:pt x="2562259" y="38099"/>
                </a:moveTo>
                <a:lnTo>
                  <a:pt x="2524159" y="38099"/>
                </a:lnTo>
                <a:lnTo>
                  <a:pt x="2524159" y="0"/>
                </a:lnTo>
                <a:lnTo>
                  <a:pt x="2562259" y="0"/>
                </a:lnTo>
                <a:lnTo>
                  <a:pt x="2562259" y="38099"/>
                </a:lnTo>
                <a:close/>
              </a:path>
              <a:path w="3009265" h="1362075">
                <a:moveTo>
                  <a:pt x="2638459" y="38099"/>
                </a:moveTo>
                <a:lnTo>
                  <a:pt x="2600359" y="38099"/>
                </a:lnTo>
                <a:lnTo>
                  <a:pt x="2600359" y="0"/>
                </a:lnTo>
                <a:lnTo>
                  <a:pt x="2638459" y="0"/>
                </a:lnTo>
                <a:lnTo>
                  <a:pt x="2638459" y="38099"/>
                </a:lnTo>
                <a:close/>
              </a:path>
              <a:path w="3009265" h="1362075">
                <a:moveTo>
                  <a:pt x="2714659" y="38099"/>
                </a:moveTo>
                <a:lnTo>
                  <a:pt x="2676559" y="38099"/>
                </a:lnTo>
                <a:lnTo>
                  <a:pt x="2676559" y="0"/>
                </a:lnTo>
                <a:lnTo>
                  <a:pt x="2714659" y="0"/>
                </a:lnTo>
                <a:lnTo>
                  <a:pt x="2714659" y="38099"/>
                </a:lnTo>
                <a:close/>
              </a:path>
              <a:path w="3009265" h="1362075">
                <a:moveTo>
                  <a:pt x="2790859" y="38099"/>
                </a:moveTo>
                <a:lnTo>
                  <a:pt x="2752759" y="38099"/>
                </a:lnTo>
                <a:lnTo>
                  <a:pt x="2752759" y="0"/>
                </a:lnTo>
                <a:lnTo>
                  <a:pt x="2790859" y="0"/>
                </a:lnTo>
                <a:lnTo>
                  <a:pt x="2790859" y="38099"/>
                </a:lnTo>
                <a:close/>
              </a:path>
              <a:path w="3009265" h="1362075">
                <a:moveTo>
                  <a:pt x="2862591" y="39041"/>
                </a:moveTo>
                <a:lnTo>
                  <a:pt x="2857530" y="38413"/>
                </a:lnTo>
                <a:lnTo>
                  <a:pt x="2852448" y="38099"/>
                </a:lnTo>
                <a:lnTo>
                  <a:pt x="2828959" y="38099"/>
                </a:lnTo>
                <a:lnTo>
                  <a:pt x="2828959" y="0"/>
                </a:lnTo>
                <a:lnTo>
                  <a:pt x="2847345" y="0"/>
                </a:lnTo>
                <a:lnTo>
                  <a:pt x="2867191" y="1963"/>
                </a:lnTo>
                <a:lnTo>
                  <a:pt x="2862708" y="38099"/>
                </a:lnTo>
                <a:lnTo>
                  <a:pt x="2862591" y="39041"/>
                </a:lnTo>
                <a:close/>
              </a:path>
              <a:path w="3009265" h="1362075">
                <a:moveTo>
                  <a:pt x="2916771" y="59395"/>
                </a:moveTo>
                <a:lnTo>
                  <a:pt x="2910604" y="55477"/>
                </a:lnTo>
                <a:lnTo>
                  <a:pt x="2904238" y="51941"/>
                </a:lnTo>
                <a:lnTo>
                  <a:pt x="2897674" y="48788"/>
                </a:lnTo>
                <a:lnTo>
                  <a:pt x="2890911" y="46017"/>
                </a:lnTo>
                <a:lnTo>
                  <a:pt x="2904165" y="10762"/>
                </a:lnTo>
                <a:lnTo>
                  <a:pt x="2909307" y="12325"/>
                </a:lnTo>
                <a:lnTo>
                  <a:pt x="2937176" y="27203"/>
                </a:lnTo>
                <a:lnTo>
                  <a:pt x="2938073" y="27938"/>
                </a:lnTo>
                <a:lnTo>
                  <a:pt x="2916771" y="59395"/>
                </a:lnTo>
                <a:close/>
              </a:path>
              <a:path w="3009265" h="1362075">
                <a:moveTo>
                  <a:pt x="2955984" y="102519"/>
                </a:moveTo>
                <a:lnTo>
                  <a:pt x="2952272" y="96180"/>
                </a:lnTo>
                <a:lnTo>
                  <a:pt x="2948205" y="90093"/>
                </a:lnTo>
                <a:lnTo>
                  <a:pt x="2943784" y="84260"/>
                </a:lnTo>
                <a:lnTo>
                  <a:pt x="2939007" y="78679"/>
                </a:lnTo>
                <a:lnTo>
                  <a:pt x="2966782" y="53455"/>
                </a:lnTo>
                <a:lnTo>
                  <a:pt x="2982057" y="72084"/>
                </a:lnTo>
                <a:lnTo>
                  <a:pt x="2988744" y="84609"/>
                </a:lnTo>
                <a:lnTo>
                  <a:pt x="2955984" y="102519"/>
                </a:lnTo>
                <a:close/>
              </a:path>
              <a:path w="3009265" h="1362075">
                <a:moveTo>
                  <a:pt x="2971113" y="158495"/>
                </a:moveTo>
                <a:lnTo>
                  <a:pt x="2970694" y="151153"/>
                </a:lnTo>
                <a:lnTo>
                  <a:pt x="2969842" y="143874"/>
                </a:lnTo>
                <a:lnTo>
                  <a:pt x="2968559" y="136658"/>
                </a:lnTo>
                <a:lnTo>
                  <a:pt x="2966844" y="129506"/>
                </a:lnTo>
                <a:lnTo>
                  <a:pt x="3002941" y="119715"/>
                </a:lnTo>
                <a:lnTo>
                  <a:pt x="3006121" y="130179"/>
                </a:lnTo>
                <a:lnTo>
                  <a:pt x="3008820" y="157455"/>
                </a:lnTo>
                <a:lnTo>
                  <a:pt x="2971113" y="158495"/>
                </a:lnTo>
                <a:close/>
              </a:path>
              <a:path w="3009265" h="1362075">
                <a:moveTo>
                  <a:pt x="3009261" y="233724"/>
                </a:moveTo>
                <a:lnTo>
                  <a:pt x="2971160" y="233724"/>
                </a:lnTo>
                <a:lnTo>
                  <a:pt x="2971160" y="195624"/>
                </a:lnTo>
                <a:lnTo>
                  <a:pt x="3009261" y="195624"/>
                </a:lnTo>
                <a:lnTo>
                  <a:pt x="3009261" y="233724"/>
                </a:lnTo>
                <a:close/>
              </a:path>
              <a:path w="3009265" h="1362075">
                <a:moveTo>
                  <a:pt x="3009261" y="309924"/>
                </a:moveTo>
                <a:lnTo>
                  <a:pt x="2971160" y="309924"/>
                </a:lnTo>
                <a:lnTo>
                  <a:pt x="2971160" y="271824"/>
                </a:lnTo>
                <a:lnTo>
                  <a:pt x="3009261" y="271824"/>
                </a:lnTo>
                <a:lnTo>
                  <a:pt x="3009261" y="309924"/>
                </a:lnTo>
                <a:close/>
              </a:path>
              <a:path w="3009265" h="1362075">
                <a:moveTo>
                  <a:pt x="3009261" y="386124"/>
                </a:moveTo>
                <a:lnTo>
                  <a:pt x="2971160" y="386124"/>
                </a:lnTo>
                <a:lnTo>
                  <a:pt x="2971160" y="348024"/>
                </a:lnTo>
                <a:lnTo>
                  <a:pt x="3009261" y="348024"/>
                </a:lnTo>
                <a:lnTo>
                  <a:pt x="3009261" y="386124"/>
                </a:lnTo>
                <a:close/>
              </a:path>
              <a:path w="3009265" h="1362075">
                <a:moveTo>
                  <a:pt x="3009261" y="462324"/>
                </a:moveTo>
                <a:lnTo>
                  <a:pt x="2971160" y="462324"/>
                </a:lnTo>
                <a:lnTo>
                  <a:pt x="2971160" y="424224"/>
                </a:lnTo>
                <a:lnTo>
                  <a:pt x="3009261" y="424224"/>
                </a:lnTo>
                <a:lnTo>
                  <a:pt x="3009261" y="462324"/>
                </a:lnTo>
                <a:close/>
              </a:path>
              <a:path w="3009265" h="1362075">
                <a:moveTo>
                  <a:pt x="3009261" y="538524"/>
                </a:moveTo>
                <a:lnTo>
                  <a:pt x="2971160" y="538524"/>
                </a:lnTo>
                <a:lnTo>
                  <a:pt x="2971160" y="500424"/>
                </a:lnTo>
                <a:lnTo>
                  <a:pt x="3009261" y="500424"/>
                </a:lnTo>
                <a:lnTo>
                  <a:pt x="3009261" y="538524"/>
                </a:lnTo>
                <a:close/>
              </a:path>
              <a:path w="3009265" h="1362075">
                <a:moveTo>
                  <a:pt x="3009261" y="614724"/>
                </a:moveTo>
                <a:lnTo>
                  <a:pt x="2971160" y="614724"/>
                </a:lnTo>
                <a:lnTo>
                  <a:pt x="2971160" y="576624"/>
                </a:lnTo>
                <a:lnTo>
                  <a:pt x="3009261" y="576624"/>
                </a:lnTo>
                <a:lnTo>
                  <a:pt x="3009261" y="614724"/>
                </a:lnTo>
                <a:close/>
              </a:path>
              <a:path w="3009265" h="1362075">
                <a:moveTo>
                  <a:pt x="3009261" y="690924"/>
                </a:moveTo>
                <a:lnTo>
                  <a:pt x="2971160" y="690924"/>
                </a:lnTo>
                <a:lnTo>
                  <a:pt x="2971160" y="652824"/>
                </a:lnTo>
                <a:lnTo>
                  <a:pt x="3009261" y="652824"/>
                </a:lnTo>
                <a:lnTo>
                  <a:pt x="3009261" y="690924"/>
                </a:lnTo>
                <a:close/>
              </a:path>
              <a:path w="3009265" h="1362075">
                <a:moveTo>
                  <a:pt x="3009261" y="767124"/>
                </a:moveTo>
                <a:lnTo>
                  <a:pt x="2971160" y="767124"/>
                </a:lnTo>
                <a:lnTo>
                  <a:pt x="2971160" y="729024"/>
                </a:lnTo>
                <a:lnTo>
                  <a:pt x="3009261" y="729024"/>
                </a:lnTo>
                <a:lnTo>
                  <a:pt x="3009261" y="767124"/>
                </a:lnTo>
                <a:close/>
              </a:path>
              <a:path w="3009265" h="1362075">
                <a:moveTo>
                  <a:pt x="3009261" y="843324"/>
                </a:moveTo>
                <a:lnTo>
                  <a:pt x="2971160" y="843324"/>
                </a:lnTo>
                <a:lnTo>
                  <a:pt x="2971160" y="805224"/>
                </a:lnTo>
                <a:lnTo>
                  <a:pt x="3009261" y="805224"/>
                </a:lnTo>
                <a:lnTo>
                  <a:pt x="3009261" y="843324"/>
                </a:lnTo>
                <a:close/>
              </a:path>
              <a:path w="3009265" h="1362075">
                <a:moveTo>
                  <a:pt x="3009261" y="919524"/>
                </a:moveTo>
                <a:lnTo>
                  <a:pt x="2971160" y="919524"/>
                </a:lnTo>
                <a:lnTo>
                  <a:pt x="2971160" y="881424"/>
                </a:lnTo>
                <a:lnTo>
                  <a:pt x="3009261" y="881424"/>
                </a:lnTo>
                <a:lnTo>
                  <a:pt x="3009261" y="919524"/>
                </a:lnTo>
                <a:close/>
              </a:path>
              <a:path w="3009265" h="1362075">
                <a:moveTo>
                  <a:pt x="3009261" y="995724"/>
                </a:moveTo>
                <a:lnTo>
                  <a:pt x="2971160" y="995724"/>
                </a:lnTo>
                <a:lnTo>
                  <a:pt x="2971160" y="957624"/>
                </a:lnTo>
                <a:lnTo>
                  <a:pt x="3009261" y="957624"/>
                </a:lnTo>
                <a:lnTo>
                  <a:pt x="3009261" y="995724"/>
                </a:lnTo>
                <a:close/>
              </a:path>
              <a:path w="3009265" h="1362075">
                <a:moveTo>
                  <a:pt x="3009261" y="1071924"/>
                </a:moveTo>
                <a:lnTo>
                  <a:pt x="2971160" y="1071924"/>
                </a:lnTo>
                <a:lnTo>
                  <a:pt x="2971160" y="1033824"/>
                </a:lnTo>
                <a:lnTo>
                  <a:pt x="3009261" y="1033824"/>
                </a:lnTo>
                <a:lnTo>
                  <a:pt x="3009261" y="1071924"/>
                </a:lnTo>
                <a:close/>
              </a:path>
              <a:path w="3009265" h="1362075">
                <a:moveTo>
                  <a:pt x="3009261" y="1148124"/>
                </a:moveTo>
                <a:lnTo>
                  <a:pt x="2971160" y="1148124"/>
                </a:lnTo>
                <a:lnTo>
                  <a:pt x="2971160" y="1110024"/>
                </a:lnTo>
                <a:lnTo>
                  <a:pt x="3009261" y="1110024"/>
                </a:lnTo>
                <a:lnTo>
                  <a:pt x="3009261" y="1148124"/>
                </a:lnTo>
                <a:close/>
              </a:path>
              <a:path w="3009265" h="1362075">
                <a:moveTo>
                  <a:pt x="3006886" y="1224456"/>
                </a:moveTo>
                <a:lnTo>
                  <a:pt x="2969783" y="1218875"/>
                </a:lnTo>
                <a:lnTo>
                  <a:pt x="2970701" y="1212772"/>
                </a:lnTo>
                <a:lnTo>
                  <a:pt x="2971160" y="1206633"/>
                </a:lnTo>
                <a:lnTo>
                  <a:pt x="2971160" y="1186224"/>
                </a:lnTo>
                <a:lnTo>
                  <a:pt x="3009261" y="1186224"/>
                </a:lnTo>
                <a:lnTo>
                  <a:pt x="3009261" y="1200457"/>
                </a:lnTo>
                <a:lnTo>
                  <a:pt x="3006886" y="1224456"/>
                </a:lnTo>
                <a:close/>
              </a:path>
              <a:path w="3009265" h="1362075">
                <a:moveTo>
                  <a:pt x="2978669" y="1294420"/>
                </a:moveTo>
                <a:lnTo>
                  <a:pt x="2948040" y="1272504"/>
                </a:lnTo>
                <a:lnTo>
                  <a:pt x="2952118" y="1266436"/>
                </a:lnTo>
                <a:lnTo>
                  <a:pt x="2955818" y="1260160"/>
                </a:lnTo>
                <a:lnTo>
                  <a:pt x="2959141" y="1253676"/>
                </a:lnTo>
                <a:lnTo>
                  <a:pt x="2962086" y="1246983"/>
                </a:lnTo>
                <a:lnTo>
                  <a:pt x="2997289" y="1261258"/>
                </a:lnTo>
                <a:lnTo>
                  <a:pt x="2996936" y="1262419"/>
                </a:lnTo>
                <a:lnTo>
                  <a:pt x="2982057" y="1290288"/>
                </a:lnTo>
                <a:lnTo>
                  <a:pt x="2978669" y="1294420"/>
                </a:lnTo>
                <a:close/>
              </a:path>
              <a:path w="3009265" h="1362075">
                <a:moveTo>
                  <a:pt x="2920999" y="1343805"/>
                </a:moveTo>
                <a:lnTo>
                  <a:pt x="2903931" y="1310585"/>
                </a:lnTo>
                <a:lnTo>
                  <a:pt x="2910355" y="1307042"/>
                </a:lnTo>
                <a:lnTo>
                  <a:pt x="2916536" y="1303139"/>
                </a:lnTo>
                <a:lnTo>
                  <a:pt x="2922474" y="1298876"/>
                </a:lnTo>
                <a:lnTo>
                  <a:pt x="2928169" y="1294253"/>
                </a:lnTo>
                <a:lnTo>
                  <a:pt x="2952560" y="1322555"/>
                </a:lnTo>
                <a:lnTo>
                  <a:pt x="2937176" y="1335169"/>
                </a:lnTo>
                <a:lnTo>
                  <a:pt x="2920999" y="1343805"/>
                </a:lnTo>
                <a:close/>
              </a:path>
              <a:path w="3009265" h="1362075">
                <a:moveTo>
                  <a:pt x="2850355" y="1362074"/>
                </a:moveTo>
                <a:lnTo>
                  <a:pt x="2847587" y="1362074"/>
                </a:lnTo>
                <a:lnTo>
                  <a:pt x="2847530" y="1324272"/>
                </a:lnTo>
                <a:lnTo>
                  <a:pt x="2854895" y="1324043"/>
                </a:lnTo>
                <a:lnTo>
                  <a:pt x="2862207" y="1323380"/>
                </a:lnTo>
                <a:lnTo>
                  <a:pt x="2869465" y="1322282"/>
                </a:lnTo>
                <a:lnTo>
                  <a:pt x="2876670" y="1320749"/>
                </a:lnTo>
                <a:lnTo>
                  <a:pt x="2885571" y="1357260"/>
                </a:lnTo>
                <a:lnTo>
                  <a:pt x="2879080" y="1359232"/>
                </a:lnTo>
                <a:lnTo>
                  <a:pt x="2850355" y="1362074"/>
                </a:lnTo>
                <a:close/>
              </a:path>
              <a:path w="3009265" h="1362075">
                <a:moveTo>
                  <a:pt x="2809482" y="1362074"/>
                </a:moveTo>
                <a:lnTo>
                  <a:pt x="2771382" y="1362074"/>
                </a:lnTo>
                <a:lnTo>
                  <a:pt x="2771382" y="1324272"/>
                </a:lnTo>
                <a:lnTo>
                  <a:pt x="2809482" y="1324272"/>
                </a:lnTo>
                <a:lnTo>
                  <a:pt x="2809482" y="1362074"/>
                </a:lnTo>
                <a:close/>
              </a:path>
              <a:path w="3009265" h="1362075">
                <a:moveTo>
                  <a:pt x="2733282" y="1362074"/>
                </a:moveTo>
                <a:lnTo>
                  <a:pt x="2695182" y="1362074"/>
                </a:lnTo>
                <a:lnTo>
                  <a:pt x="2695182" y="1324272"/>
                </a:lnTo>
                <a:lnTo>
                  <a:pt x="2733282" y="1324272"/>
                </a:lnTo>
                <a:lnTo>
                  <a:pt x="2733282" y="1362074"/>
                </a:lnTo>
                <a:close/>
              </a:path>
              <a:path w="3009265" h="1362075">
                <a:moveTo>
                  <a:pt x="2657082" y="1362074"/>
                </a:moveTo>
                <a:lnTo>
                  <a:pt x="2618982" y="1362074"/>
                </a:lnTo>
                <a:lnTo>
                  <a:pt x="2618982" y="1324272"/>
                </a:lnTo>
                <a:lnTo>
                  <a:pt x="2657082" y="1324272"/>
                </a:lnTo>
                <a:lnTo>
                  <a:pt x="2657082" y="1362074"/>
                </a:lnTo>
                <a:close/>
              </a:path>
              <a:path w="3009265" h="1362075">
                <a:moveTo>
                  <a:pt x="2580882" y="1362074"/>
                </a:moveTo>
                <a:lnTo>
                  <a:pt x="2542782" y="1362074"/>
                </a:lnTo>
                <a:lnTo>
                  <a:pt x="2542782" y="1324272"/>
                </a:lnTo>
                <a:lnTo>
                  <a:pt x="2580882" y="1324272"/>
                </a:lnTo>
                <a:lnTo>
                  <a:pt x="2580882" y="1362074"/>
                </a:lnTo>
                <a:close/>
              </a:path>
              <a:path w="3009265" h="1362075">
                <a:moveTo>
                  <a:pt x="2504682" y="1362074"/>
                </a:moveTo>
                <a:lnTo>
                  <a:pt x="2466582" y="1362074"/>
                </a:lnTo>
                <a:lnTo>
                  <a:pt x="2466582" y="1324272"/>
                </a:lnTo>
                <a:lnTo>
                  <a:pt x="2504682" y="1324272"/>
                </a:lnTo>
                <a:lnTo>
                  <a:pt x="2504682" y="1362074"/>
                </a:lnTo>
                <a:close/>
              </a:path>
              <a:path w="3009265" h="1362075">
                <a:moveTo>
                  <a:pt x="2428482" y="1362074"/>
                </a:moveTo>
                <a:lnTo>
                  <a:pt x="2390382" y="1362074"/>
                </a:lnTo>
                <a:lnTo>
                  <a:pt x="2390382" y="1324272"/>
                </a:lnTo>
                <a:lnTo>
                  <a:pt x="2428482" y="1324272"/>
                </a:lnTo>
                <a:lnTo>
                  <a:pt x="2428482" y="1362074"/>
                </a:lnTo>
                <a:close/>
              </a:path>
              <a:path w="3009265" h="1362075">
                <a:moveTo>
                  <a:pt x="2352282" y="1362074"/>
                </a:moveTo>
                <a:lnTo>
                  <a:pt x="2314182" y="1362074"/>
                </a:lnTo>
                <a:lnTo>
                  <a:pt x="2314182" y="1324272"/>
                </a:lnTo>
                <a:lnTo>
                  <a:pt x="2352282" y="1324272"/>
                </a:lnTo>
                <a:lnTo>
                  <a:pt x="2352282" y="1362074"/>
                </a:lnTo>
                <a:close/>
              </a:path>
              <a:path w="3009265" h="1362075">
                <a:moveTo>
                  <a:pt x="2276082" y="1362074"/>
                </a:moveTo>
                <a:lnTo>
                  <a:pt x="2237982" y="1362074"/>
                </a:lnTo>
                <a:lnTo>
                  <a:pt x="2237982" y="1324272"/>
                </a:lnTo>
                <a:lnTo>
                  <a:pt x="2276082" y="1324272"/>
                </a:lnTo>
                <a:lnTo>
                  <a:pt x="2276082" y="1362074"/>
                </a:lnTo>
                <a:close/>
              </a:path>
              <a:path w="3009265" h="1362075">
                <a:moveTo>
                  <a:pt x="2199882" y="1362074"/>
                </a:moveTo>
                <a:lnTo>
                  <a:pt x="2161782" y="1362074"/>
                </a:lnTo>
                <a:lnTo>
                  <a:pt x="2161782" y="1324272"/>
                </a:lnTo>
                <a:lnTo>
                  <a:pt x="2199882" y="1324272"/>
                </a:lnTo>
                <a:lnTo>
                  <a:pt x="2199882" y="1362074"/>
                </a:lnTo>
                <a:close/>
              </a:path>
              <a:path w="3009265" h="1362075">
                <a:moveTo>
                  <a:pt x="2123682" y="1362074"/>
                </a:moveTo>
                <a:lnTo>
                  <a:pt x="2085582" y="1362074"/>
                </a:lnTo>
                <a:lnTo>
                  <a:pt x="2085582" y="1324272"/>
                </a:lnTo>
                <a:lnTo>
                  <a:pt x="2123682" y="1324272"/>
                </a:lnTo>
                <a:lnTo>
                  <a:pt x="2123682" y="1362074"/>
                </a:lnTo>
                <a:close/>
              </a:path>
              <a:path w="3009265" h="1362075">
                <a:moveTo>
                  <a:pt x="2047482" y="1362074"/>
                </a:moveTo>
                <a:lnTo>
                  <a:pt x="2009382" y="1362074"/>
                </a:lnTo>
                <a:lnTo>
                  <a:pt x="2009382" y="1324272"/>
                </a:lnTo>
                <a:lnTo>
                  <a:pt x="2047482" y="1324272"/>
                </a:lnTo>
                <a:lnTo>
                  <a:pt x="2047482" y="1362074"/>
                </a:lnTo>
                <a:close/>
              </a:path>
              <a:path w="3009265" h="1362075">
                <a:moveTo>
                  <a:pt x="1971282" y="1362074"/>
                </a:moveTo>
                <a:lnTo>
                  <a:pt x="1933182" y="1362074"/>
                </a:lnTo>
                <a:lnTo>
                  <a:pt x="1933182" y="1324272"/>
                </a:lnTo>
                <a:lnTo>
                  <a:pt x="1971282" y="1324272"/>
                </a:lnTo>
                <a:lnTo>
                  <a:pt x="1971282" y="1362074"/>
                </a:lnTo>
                <a:close/>
              </a:path>
              <a:path w="3009265" h="1362075">
                <a:moveTo>
                  <a:pt x="1895082" y="1362074"/>
                </a:moveTo>
                <a:lnTo>
                  <a:pt x="1856982" y="1362074"/>
                </a:lnTo>
                <a:lnTo>
                  <a:pt x="1856982" y="1324272"/>
                </a:lnTo>
                <a:lnTo>
                  <a:pt x="1895082" y="1324272"/>
                </a:lnTo>
                <a:lnTo>
                  <a:pt x="1895082" y="1362074"/>
                </a:lnTo>
                <a:close/>
              </a:path>
              <a:path w="3009265" h="1362075">
                <a:moveTo>
                  <a:pt x="1818882" y="1362074"/>
                </a:moveTo>
                <a:lnTo>
                  <a:pt x="1780783" y="1362074"/>
                </a:lnTo>
                <a:lnTo>
                  <a:pt x="1780783" y="1324272"/>
                </a:lnTo>
                <a:lnTo>
                  <a:pt x="1818882" y="1324272"/>
                </a:lnTo>
                <a:lnTo>
                  <a:pt x="1818882" y="1362074"/>
                </a:lnTo>
                <a:close/>
              </a:path>
              <a:path w="3009265" h="1362075">
                <a:moveTo>
                  <a:pt x="1742683" y="1362074"/>
                </a:moveTo>
                <a:lnTo>
                  <a:pt x="1704583" y="1362074"/>
                </a:lnTo>
                <a:lnTo>
                  <a:pt x="1704583" y="1324272"/>
                </a:lnTo>
                <a:lnTo>
                  <a:pt x="1742683" y="1324272"/>
                </a:lnTo>
                <a:lnTo>
                  <a:pt x="1742683" y="1362074"/>
                </a:lnTo>
                <a:close/>
              </a:path>
              <a:path w="3009265" h="1362075">
                <a:moveTo>
                  <a:pt x="1666483" y="1362074"/>
                </a:moveTo>
                <a:lnTo>
                  <a:pt x="1628383" y="1362074"/>
                </a:lnTo>
                <a:lnTo>
                  <a:pt x="1628383" y="1324272"/>
                </a:lnTo>
                <a:lnTo>
                  <a:pt x="1666483" y="1324272"/>
                </a:lnTo>
                <a:lnTo>
                  <a:pt x="1666483" y="1362074"/>
                </a:lnTo>
                <a:close/>
              </a:path>
              <a:path w="3009265" h="1362075">
                <a:moveTo>
                  <a:pt x="1590283" y="1362074"/>
                </a:moveTo>
                <a:lnTo>
                  <a:pt x="1552183" y="1362074"/>
                </a:lnTo>
                <a:lnTo>
                  <a:pt x="1552183" y="1324272"/>
                </a:lnTo>
                <a:lnTo>
                  <a:pt x="1590283" y="1324272"/>
                </a:lnTo>
                <a:lnTo>
                  <a:pt x="1590283" y="1362074"/>
                </a:lnTo>
                <a:close/>
              </a:path>
              <a:path w="3009265" h="1362075">
                <a:moveTo>
                  <a:pt x="1514083" y="1362074"/>
                </a:moveTo>
                <a:lnTo>
                  <a:pt x="1475983" y="1362074"/>
                </a:lnTo>
                <a:lnTo>
                  <a:pt x="1475983" y="1324272"/>
                </a:lnTo>
                <a:lnTo>
                  <a:pt x="1514083" y="1324272"/>
                </a:lnTo>
                <a:lnTo>
                  <a:pt x="1514083" y="1362074"/>
                </a:lnTo>
                <a:close/>
              </a:path>
              <a:path w="3009265" h="1362075">
                <a:moveTo>
                  <a:pt x="1437883" y="1362074"/>
                </a:moveTo>
                <a:lnTo>
                  <a:pt x="1399783" y="1362074"/>
                </a:lnTo>
                <a:lnTo>
                  <a:pt x="1399783" y="1324272"/>
                </a:lnTo>
                <a:lnTo>
                  <a:pt x="1437883" y="1324272"/>
                </a:lnTo>
                <a:lnTo>
                  <a:pt x="1437883" y="1362074"/>
                </a:lnTo>
                <a:close/>
              </a:path>
              <a:path w="3009265" h="1362075">
                <a:moveTo>
                  <a:pt x="1361683" y="1362074"/>
                </a:moveTo>
                <a:lnTo>
                  <a:pt x="1323583" y="1362074"/>
                </a:lnTo>
                <a:lnTo>
                  <a:pt x="1323583" y="1324272"/>
                </a:lnTo>
                <a:lnTo>
                  <a:pt x="1361683" y="1324272"/>
                </a:lnTo>
                <a:lnTo>
                  <a:pt x="1361683" y="1362074"/>
                </a:lnTo>
                <a:close/>
              </a:path>
              <a:path w="3009265" h="1362075">
                <a:moveTo>
                  <a:pt x="1285483" y="1362074"/>
                </a:moveTo>
                <a:lnTo>
                  <a:pt x="1247383" y="1362074"/>
                </a:lnTo>
                <a:lnTo>
                  <a:pt x="1247383" y="1324272"/>
                </a:lnTo>
                <a:lnTo>
                  <a:pt x="1285483" y="1324272"/>
                </a:lnTo>
                <a:lnTo>
                  <a:pt x="1285483" y="1362074"/>
                </a:lnTo>
                <a:close/>
              </a:path>
              <a:path w="3009265" h="1362075">
                <a:moveTo>
                  <a:pt x="1209283" y="1362074"/>
                </a:moveTo>
                <a:lnTo>
                  <a:pt x="1171183" y="1362074"/>
                </a:lnTo>
                <a:lnTo>
                  <a:pt x="1171183" y="1324272"/>
                </a:lnTo>
                <a:lnTo>
                  <a:pt x="1209283" y="1324272"/>
                </a:lnTo>
                <a:lnTo>
                  <a:pt x="1209283" y="1362074"/>
                </a:lnTo>
                <a:close/>
              </a:path>
              <a:path w="3009265" h="1362075">
                <a:moveTo>
                  <a:pt x="1133083" y="1362074"/>
                </a:moveTo>
                <a:lnTo>
                  <a:pt x="1094983" y="1362074"/>
                </a:lnTo>
                <a:lnTo>
                  <a:pt x="1094983" y="1324272"/>
                </a:lnTo>
                <a:lnTo>
                  <a:pt x="1133083" y="1324272"/>
                </a:lnTo>
                <a:lnTo>
                  <a:pt x="1133083" y="1362074"/>
                </a:lnTo>
                <a:close/>
              </a:path>
              <a:path w="3009265" h="1362075">
                <a:moveTo>
                  <a:pt x="1056883" y="1362074"/>
                </a:moveTo>
                <a:lnTo>
                  <a:pt x="1018783" y="1362074"/>
                </a:lnTo>
                <a:lnTo>
                  <a:pt x="1018783" y="1324272"/>
                </a:lnTo>
                <a:lnTo>
                  <a:pt x="1056883" y="1324272"/>
                </a:lnTo>
                <a:lnTo>
                  <a:pt x="1056883" y="1362074"/>
                </a:lnTo>
                <a:close/>
              </a:path>
              <a:path w="3009265" h="1362075">
                <a:moveTo>
                  <a:pt x="980683" y="1362074"/>
                </a:moveTo>
                <a:lnTo>
                  <a:pt x="942583" y="1362074"/>
                </a:lnTo>
                <a:lnTo>
                  <a:pt x="942583" y="1324272"/>
                </a:lnTo>
                <a:lnTo>
                  <a:pt x="980683" y="1324272"/>
                </a:lnTo>
                <a:lnTo>
                  <a:pt x="980683" y="1362074"/>
                </a:lnTo>
                <a:close/>
              </a:path>
              <a:path w="3009265" h="1362075">
                <a:moveTo>
                  <a:pt x="904483" y="1362074"/>
                </a:moveTo>
                <a:lnTo>
                  <a:pt x="866383" y="1362074"/>
                </a:lnTo>
                <a:lnTo>
                  <a:pt x="866383" y="1324272"/>
                </a:lnTo>
                <a:lnTo>
                  <a:pt x="904483" y="1324272"/>
                </a:lnTo>
                <a:lnTo>
                  <a:pt x="904483" y="1362074"/>
                </a:lnTo>
                <a:close/>
              </a:path>
              <a:path w="3009265" h="1362075">
                <a:moveTo>
                  <a:pt x="828283" y="1362074"/>
                </a:moveTo>
                <a:lnTo>
                  <a:pt x="790183" y="1362074"/>
                </a:lnTo>
                <a:lnTo>
                  <a:pt x="790183" y="1324272"/>
                </a:lnTo>
                <a:lnTo>
                  <a:pt x="828283" y="1324272"/>
                </a:lnTo>
                <a:lnTo>
                  <a:pt x="828283" y="1362074"/>
                </a:lnTo>
                <a:close/>
              </a:path>
              <a:path w="3009265" h="1362075">
                <a:moveTo>
                  <a:pt x="752083" y="1362074"/>
                </a:moveTo>
                <a:lnTo>
                  <a:pt x="713983" y="1362074"/>
                </a:lnTo>
                <a:lnTo>
                  <a:pt x="713983" y="1324272"/>
                </a:lnTo>
                <a:lnTo>
                  <a:pt x="752083" y="1324272"/>
                </a:lnTo>
                <a:lnTo>
                  <a:pt x="752083" y="1362074"/>
                </a:lnTo>
                <a:close/>
              </a:path>
              <a:path w="3009265" h="1362075">
                <a:moveTo>
                  <a:pt x="675883" y="1362074"/>
                </a:moveTo>
                <a:lnTo>
                  <a:pt x="637783" y="1362074"/>
                </a:lnTo>
                <a:lnTo>
                  <a:pt x="637783" y="1324272"/>
                </a:lnTo>
                <a:lnTo>
                  <a:pt x="675883" y="1324272"/>
                </a:lnTo>
                <a:lnTo>
                  <a:pt x="675883" y="1362074"/>
                </a:lnTo>
                <a:close/>
              </a:path>
              <a:path w="3009265" h="1362075">
                <a:moveTo>
                  <a:pt x="599683" y="1362074"/>
                </a:moveTo>
                <a:lnTo>
                  <a:pt x="561583" y="1362074"/>
                </a:lnTo>
                <a:lnTo>
                  <a:pt x="561583" y="1324272"/>
                </a:lnTo>
                <a:lnTo>
                  <a:pt x="599683" y="1324272"/>
                </a:lnTo>
                <a:lnTo>
                  <a:pt x="599683" y="1362074"/>
                </a:lnTo>
                <a:close/>
              </a:path>
              <a:path w="3009265" h="1362075">
                <a:moveTo>
                  <a:pt x="523483" y="1362074"/>
                </a:moveTo>
                <a:lnTo>
                  <a:pt x="485383" y="1362074"/>
                </a:lnTo>
                <a:lnTo>
                  <a:pt x="485383" y="1324272"/>
                </a:lnTo>
                <a:lnTo>
                  <a:pt x="523483" y="1324272"/>
                </a:lnTo>
                <a:lnTo>
                  <a:pt x="523483" y="1362074"/>
                </a:lnTo>
                <a:close/>
              </a:path>
              <a:path w="3009265" h="1362075">
                <a:moveTo>
                  <a:pt x="447283" y="1362074"/>
                </a:moveTo>
                <a:lnTo>
                  <a:pt x="409183" y="1362074"/>
                </a:lnTo>
                <a:lnTo>
                  <a:pt x="409183" y="1324272"/>
                </a:lnTo>
                <a:lnTo>
                  <a:pt x="447283" y="1324272"/>
                </a:lnTo>
                <a:lnTo>
                  <a:pt x="447283" y="1362074"/>
                </a:lnTo>
                <a:close/>
              </a:path>
              <a:path w="3009265" h="1362075">
                <a:moveTo>
                  <a:pt x="371083" y="1362074"/>
                </a:moveTo>
                <a:lnTo>
                  <a:pt x="332983" y="1362074"/>
                </a:lnTo>
                <a:lnTo>
                  <a:pt x="332983" y="1324272"/>
                </a:lnTo>
                <a:lnTo>
                  <a:pt x="371083" y="1324272"/>
                </a:lnTo>
                <a:lnTo>
                  <a:pt x="371083" y="1362074"/>
                </a:lnTo>
                <a:close/>
              </a:path>
              <a:path w="3009265" h="1362075">
                <a:moveTo>
                  <a:pt x="294883" y="1362074"/>
                </a:moveTo>
                <a:lnTo>
                  <a:pt x="256783" y="1362074"/>
                </a:lnTo>
                <a:lnTo>
                  <a:pt x="256783" y="1324272"/>
                </a:lnTo>
                <a:lnTo>
                  <a:pt x="294883" y="1324272"/>
                </a:lnTo>
                <a:lnTo>
                  <a:pt x="294883" y="1362074"/>
                </a:lnTo>
                <a:close/>
              </a:path>
              <a:path w="3009265" h="1362075">
                <a:moveTo>
                  <a:pt x="218683" y="1362074"/>
                </a:moveTo>
                <a:lnTo>
                  <a:pt x="180583" y="1362074"/>
                </a:lnTo>
                <a:lnTo>
                  <a:pt x="180583" y="1324272"/>
                </a:lnTo>
                <a:lnTo>
                  <a:pt x="218683" y="1324272"/>
                </a:lnTo>
                <a:lnTo>
                  <a:pt x="218683" y="1362074"/>
                </a:lnTo>
                <a:close/>
              </a:path>
              <a:path w="3009265" h="1362075">
                <a:moveTo>
                  <a:pt x="142350" y="1360432"/>
                </a:moveTo>
                <a:lnTo>
                  <a:pt x="130224" y="1359232"/>
                </a:lnTo>
                <a:lnTo>
                  <a:pt x="105366" y="1351679"/>
                </a:lnTo>
                <a:lnTo>
                  <a:pt x="118562" y="1316418"/>
                </a:lnTo>
                <a:lnTo>
                  <a:pt x="125492" y="1318782"/>
                </a:lnTo>
                <a:lnTo>
                  <a:pt x="132524" y="1320726"/>
                </a:lnTo>
                <a:lnTo>
                  <a:pt x="139658" y="1322249"/>
                </a:lnTo>
                <a:lnTo>
                  <a:pt x="146894" y="1323353"/>
                </a:lnTo>
                <a:lnTo>
                  <a:pt x="142350" y="1360432"/>
                </a:lnTo>
                <a:close/>
              </a:path>
              <a:path w="3009265" h="1362075">
                <a:moveTo>
                  <a:pt x="71417" y="1334585"/>
                </a:moveTo>
                <a:lnTo>
                  <a:pt x="47468" y="1314948"/>
                </a:lnTo>
                <a:lnTo>
                  <a:pt x="42675" y="1309102"/>
                </a:lnTo>
                <a:lnTo>
                  <a:pt x="70421" y="1283829"/>
                </a:lnTo>
                <a:lnTo>
                  <a:pt x="71716" y="1285252"/>
                </a:lnTo>
                <a:lnTo>
                  <a:pt x="73045" y="1286644"/>
                </a:lnTo>
                <a:lnTo>
                  <a:pt x="80019" y="1293618"/>
                </a:lnTo>
                <a:lnTo>
                  <a:pt x="86111" y="1298642"/>
                </a:lnTo>
                <a:lnTo>
                  <a:pt x="92684" y="1303079"/>
                </a:lnTo>
                <a:lnTo>
                  <a:pt x="71417" y="1334585"/>
                </a:lnTo>
                <a:close/>
              </a:path>
              <a:path w="3009265" h="1362075">
                <a:moveTo>
                  <a:pt x="20672" y="1277972"/>
                </a:moveTo>
                <a:lnTo>
                  <a:pt x="12369" y="1262419"/>
                </a:lnTo>
                <a:lnTo>
                  <a:pt x="6433" y="1242883"/>
                </a:lnTo>
                <a:lnTo>
                  <a:pt x="42508" y="1233041"/>
                </a:lnTo>
                <a:lnTo>
                  <a:pt x="44635" y="1240026"/>
                </a:lnTo>
                <a:lnTo>
                  <a:pt x="47160" y="1246849"/>
                </a:lnTo>
                <a:lnTo>
                  <a:pt x="50085" y="1253512"/>
                </a:lnTo>
                <a:lnTo>
                  <a:pt x="53408" y="1260013"/>
                </a:lnTo>
                <a:lnTo>
                  <a:pt x="20672" y="1277972"/>
                </a:lnTo>
                <a:close/>
              </a:path>
              <a:path w="3009265" h="1362075">
                <a:moveTo>
                  <a:pt x="471" y="1205159"/>
                </a:moveTo>
                <a:lnTo>
                  <a:pt x="0" y="1200457"/>
                </a:lnTo>
                <a:lnTo>
                  <a:pt x="0" y="1166986"/>
                </a:lnTo>
                <a:lnTo>
                  <a:pt x="38144" y="1166986"/>
                </a:lnTo>
                <a:lnTo>
                  <a:pt x="38196" y="1204062"/>
                </a:lnTo>
                <a:lnTo>
                  <a:pt x="471" y="1205159"/>
                </a:lnTo>
                <a:close/>
              </a:path>
              <a:path w="3009265" h="1362075">
                <a:moveTo>
                  <a:pt x="38144" y="1128886"/>
                </a:moveTo>
                <a:lnTo>
                  <a:pt x="0" y="1128886"/>
                </a:lnTo>
                <a:lnTo>
                  <a:pt x="0" y="1090786"/>
                </a:lnTo>
                <a:lnTo>
                  <a:pt x="38144" y="1090786"/>
                </a:lnTo>
                <a:lnTo>
                  <a:pt x="38144" y="1128886"/>
                </a:lnTo>
                <a:close/>
              </a:path>
              <a:path w="3009265" h="1362075">
                <a:moveTo>
                  <a:pt x="38144" y="1052686"/>
                </a:moveTo>
                <a:lnTo>
                  <a:pt x="0" y="1052686"/>
                </a:lnTo>
                <a:lnTo>
                  <a:pt x="0" y="1014586"/>
                </a:lnTo>
                <a:lnTo>
                  <a:pt x="38144" y="1014586"/>
                </a:lnTo>
                <a:lnTo>
                  <a:pt x="38144" y="1052686"/>
                </a:lnTo>
                <a:close/>
              </a:path>
              <a:path w="3009265" h="1362075">
                <a:moveTo>
                  <a:pt x="38144" y="976486"/>
                </a:moveTo>
                <a:lnTo>
                  <a:pt x="0" y="976486"/>
                </a:lnTo>
                <a:lnTo>
                  <a:pt x="0" y="938386"/>
                </a:lnTo>
                <a:lnTo>
                  <a:pt x="38144" y="938386"/>
                </a:lnTo>
                <a:lnTo>
                  <a:pt x="38144" y="976486"/>
                </a:lnTo>
                <a:close/>
              </a:path>
              <a:path w="3009265" h="1362075">
                <a:moveTo>
                  <a:pt x="38144" y="900286"/>
                </a:moveTo>
                <a:lnTo>
                  <a:pt x="0" y="900286"/>
                </a:lnTo>
                <a:lnTo>
                  <a:pt x="0" y="862186"/>
                </a:lnTo>
                <a:lnTo>
                  <a:pt x="38144" y="862186"/>
                </a:lnTo>
                <a:lnTo>
                  <a:pt x="38144" y="900286"/>
                </a:lnTo>
                <a:close/>
              </a:path>
              <a:path w="3009265" h="1362075">
                <a:moveTo>
                  <a:pt x="38144" y="824086"/>
                </a:moveTo>
                <a:lnTo>
                  <a:pt x="0" y="824086"/>
                </a:lnTo>
                <a:lnTo>
                  <a:pt x="0" y="785986"/>
                </a:lnTo>
                <a:lnTo>
                  <a:pt x="38144" y="785986"/>
                </a:lnTo>
                <a:lnTo>
                  <a:pt x="38144" y="824086"/>
                </a:lnTo>
                <a:close/>
              </a:path>
              <a:path w="3009265" h="1362075">
                <a:moveTo>
                  <a:pt x="38144" y="747886"/>
                </a:moveTo>
                <a:lnTo>
                  <a:pt x="0" y="747886"/>
                </a:lnTo>
                <a:lnTo>
                  <a:pt x="0" y="709786"/>
                </a:lnTo>
                <a:lnTo>
                  <a:pt x="38144" y="709786"/>
                </a:lnTo>
                <a:lnTo>
                  <a:pt x="38144" y="747886"/>
                </a:lnTo>
                <a:close/>
              </a:path>
              <a:path w="3009265" h="1362075">
                <a:moveTo>
                  <a:pt x="38144" y="671686"/>
                </a:moveTo>
                <a:lnTo>
                  <a:pt x="0" y="671686"/>
                </a:lnTo>
                <a:lnTo>
                  <a:pt x="0" y="633586"/>
                </a:lnTo>
                <a:lnTo>
                  <a:pt x="38144" y="633586"/>
                </a:lnTo>
                <a:lnTo>
                  <a:pt x="38144" y="671686"/>
                </a:lnTo>
                <a:close/>
              </a:path>
              <a:path w="3009265" h="1362075">
                <a:moveTo>
                  <a:pt x="38144" y="595486"/>
                </a:moveTo>
                <a:lnTo>
                  <a:pt x="0" y="595486"/>
                </a:lnTo>
                <a:lnTo>
                  <a:pt x="0" y="557386"/>
                </a:lnTo>
                <a:lnTo>
                  <a:pt x="38144" y="557386"/>
                </a:lnTo>
                <a:lnTo>
                  <a:pt x="38144" y="595486"/>
                </a:lnTo>
                <a:close/>
              </a:path>
              <a:path w="3009265" h="1362075">
                <a:moveTo>
                  <a:pt x="38144" y="519286"/>
                </a:moveTo>
                <a:lnTo>
                  <a:pt x="0" y="519286"/>
                </a:lnTo>
                <a:lnTo>
                  <a:pt x="0" y="481186"/>
                </a:lnTo>
                <a:lnTo>
                  <a:pt x="38144" y="481186"/>
                </a:lnTo>
                <a:lnTo>
                  <a:pt x="38144" y="519286"/>
                </a:lnTo>
                <a:close/>
              </a:path>
              <a:path w="3009265" h="1362075">
                <a:moveTo>
                  <a:pt x="38144" y="443086"/>
                </a:moveTo>
                <a:lnTo>
                  <a:pt x="0" y="443086"/>
                </a:lnTo>
                <a:lnTo>
                  <a:pt x="0" y="404986"/>
                </a:lnTo>
                <a:lnTo>
                  <a:pt x="38144" y="404986"/>
                </a:lnTo>
                <a:lnTo>
                  <a:pt x="38144" y="443086"/>
                </a:lnTo>
                <a:close/>
              </a:path>
              <a:path w="3009265" h="1362075">
                <a:moveTo>
                  <a:pt x="38144" y="366886"/>
                </a:moveTo>
                <a:lnTo>
                  <a:pt x="0" y="366886"/>
                </a:lnTo>
                <a:lnTo>
                  <a:pt x="0" y="328786"/>
                </a:lnTo>
                <a:lnTo>
                  <a:pt x="38144" y="328786"/>
                </a:lnTo>
                <a:lnTo>
                  <a:pt x="38144" y="366886"/>
                </a:lnTo>
                <a:close/>
              </a:path>
              <a:path w="3009265" h="1362075">
                <a:moveTo>
                  <a:pt x="38144" y="290686"/>
                </a:moveTo>
                <a:lnTo>
                  <a:pt x="0" y="290686"/>
                </a:lnTo>
                <a:lnTo>
                  <a:pt x="0" y="252586"/>
                </a:lnTo>
                <a:lnTo>
                  <a:pt x="38144" y="252586"/>
                </a:lnTo>
                <a:lnTo>
                  <a:pt x="38144" y="290686"/>
                </a:lnTo>
                <a:close/>
              </a:path>
              <a:path w="3009265" h="1362075">
                <a:moveTo>
                  <a:pt x="38144" y="214486"/>
                </a:moveTo>
                <a:lnTo>
                  <a:pt x="0" y="214486"/>
                </a:lnTo>
                <a:lnTo>
                  <a:pt x="0" y="176386"/>
                </a:lnTo>
                <a:lnTo>
                  <a:pt x="38144" y="176386"/>
                </a:lnTo>
                <a:lnTo>
                  <a:pt x="38144" y="214486"/>
                </a:lnTo>
                <a:close/>
              </a:path>
              <a:path w="3009265" h="1362075">
                <a:moveTo>
                  <a:pt x="39493" y="143678"/>
                </a:moveTo>
                <a:lnTo>
                  <a:pt x="2384" y="138152"/>
                </a:lnTo>
                <a:lnTo>
                  <a:pt x="3184" y="130179"/>
                </a:lnTo>
                <a:lnTo>
                  <a:pt x="11946" y="101343"/>
                </a:lnTo>
                <a:lnTo>
                  <a:pt x="47149" y="115557"/>
                </a:lnTo>
                <a:lnTo>
                  <a:pt x="44610" y="122419"/>
                </a:lnTo>
                <a:lnTo>
                  <a:pt x="42488" y="129392"/>
                </a:lnTo>
                <a:lnTo>
                  <a:pt x="40782" y="136479"/>
                </a:lnTo>
                <a:lnTo>
                  <a:pt x="39493" y="143678"/>
                </a:lnTo>
                <a:close/>
              </a:path>
              <a:path w="3009265" h="1362075">
                <a:moveTo>
                  <a:pt x="61157" y="90016"/>
                </a:moveTo>
                <a:lnTo>
                  <a:pt x="30483" y="68138"/>
                </a:lnTo>
                <a:lnTo>
                  <a:pt x="47468" y="47424"/>
                </a:lnTo>
                <a:lnTo>
                  <a:pt x="56558" y="39970"/>
                </a:lnTo>
                <a:lnTo>
                  <a:pt x="80907" y="68138"/>
                </a:lnTo>
                <a:lnTo>
                  <a:pt x="81112" y="68138"/>
                </a:lnTo>
                <a:lnTo>
                  <a:pt x="78726" y="70201"/>
                </a:lnTo>
                <a:lnTo>
                  <a:pt x="76530" y="72242"/>
                </a:lnTo>
                <a:lnTo>
                  <a:pt x="69556" y="79217"/>
                </a:lnTo>
                <a:lnTo>
                  <a:pt x="65139" y="84434"/>
                </a:lnTo>
                <a:lnTo>
                  <a:pt x="61157" y="90016"/>
                </a:lnTo>
                <a:close/>
              </a:path>
              <a:path w="3009265" h="1362075">
                <a:moveTo>
                  <a:pt x="105210" y="51870"/>
                </a:moveTo>
                <a:lnTo>
                  <a:pt x="88095" y="18679"/>
                </a:lnTo>
                <a:lnTo>
                  <a:pt x="99997" y="12325"/>
                </a:lnTo>
                <a:lnTo>
                  <a:pt x="123504" y="5182"/>
                </a:lnTo>
                <a:lnTo>
                  <a:pt x="132456" y="41665"/>
                </a:lnTo>
                <a:lnTo>
                  <a:pt x="125419" y="43612"/>
                </a:lnTo>
                <a:lnTo>
                  <a:pt x="118532" y="45962"/>
                </a:lnTo>
                <a:lnTo>
                  <a:pt x="111795" y="48715"/>
                </a:lnTo>
                <a:lnTo>
                  <a:pt x="105210" y="51870"/>
                </a:lnTo>
                <a:close/>
              </a:path>
              <a:path w="3009265" h="1362075">
                <a:moveTo>
                  <a:pt x="200059" y="38099"/>
                </a:moveTo>
                <a:lnTo>
                  <a:pt x="161596" y="38099"/>
                </a:lnTo>
                <a:lnTo>
                  <a:pt x="161478" y="0"/>
                </a:lnTo>
                <a:lnTo>
                  <a:pt x="200059" y="0"/>
                </a:lnTo>
                <a:lnTo>
                  <a:pt x="200059" y="38099"/>
                </a:lnTo>
                <a:close/>
              </a:path>
            </a:pathLst>
          </a:custGeom>
          <a:solidFill>
            <a:srgbClr val="3185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320822" y="7169119"/>
            <a:ext cx="1303655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 spc="-10" b="1">
                <a:latin typeface="Cambria"/>
                <a:cs typeface="Cambria"/>
              </a:rPr>
              <a:t>Frontend</a:t>
            </a:r>
            <a:endParaRPr sz="2350">
              <a:latin typeface="Cambria"/>
              <a:cs typeface="Cambria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454723" y="7112227"/>
            <a:ext cx="3514725" cy="2024380"/>
            <a:chOff x="454723" y="7112227"/>
            <a:chExt cx="3514725" cy="2024380"/>
          </a:xfrm>
        </p:grpSpPr>
        <p:sp>
          <p:nvSpPr>
            <p:cNvPr id="35" name="object 35" descr=""/>
            <p:cNvSpPr/>
            <p:nvPr/>
          </p:nvSpPr>
          <p:spPr>
            <a:xfrm>
              <a:off x="454723" y="7112227"/>
              <a:ext cx="3514725" cy="2024380"/>
            </a:xfrm>
            <a:custGeom>
              <a:avLst/>
              <a:gdLst/>
              <a:ahLst/>
              <a:cxnLst/>
              <a:rect l="l" t="t" r="r" b="b"/>
              <a:pathLst>
                <a:path w="3514725" h="2024379">
                  <a:moveTo>
                    <a:pt x="276257" y="38099"/>
                  </a:moveTo>
                  <a:lnTo>
                    <a:pt x="238157" y="38099"/>
                  </a:lnTo>
                  <a:lnTo>
                    <a:pt x="238157" y="0"/>
                  </a:lnTo>
                  <a:lnTo>
                    <a:pt x="276257" y="0"/>
                  </a:lnTo>
                  <a:lnTo>
                    <a:pt x="276257" y="38099"/>
                  </a:lnTo>
                  <a:close/>
                </a:path>
                <a:path w="3514725" h="2024379">
                  <a:moveTo>
                    <a:pt x="352457" y="38099"/>
                  </a:moveTo>
                  <a:lnTo>
                    <a:pt x="314357" y="38099"/>
                  </a:lnTo>
                  <a:lnTo>
                    <a:pt x="314357" y="0"/>
                  </a:lnTo>
                  <a:lnTo>
                    <a:pt x="352457" y="0"/>
                  </a:lnTo>
                  <a:lnTo>
                    <a:pt x="352457" y="38099"/>
                  </a:lnTo>
                  <a:close/>
                </a:path>
                <a:path w="3514725" h="2024379">
                  <a:moveTo>
                    <a:pt x="428657" y="38099"/>
                  </a:moveTo>
                  <a:lnTo>
                    <a:pt x="390557" y="38099"/>
                  </a:lnTo>
                  <a:lnTo>
                    <a:pt x="390557" y="0"/>
                  </a:lnTo>
                  <a:lnTo>
                    <a:pt x="428657" y="0"/>
                  </a:lnTo>
                  <a:lnTo>
                    <a:pt x="428657" y="38099"/>
                  </a:lnTo>
                  <a:close/>
                </a:path>
                <a:path w="3514725" h="2024379">
                  <a:moveTo>
                    <a:pt x="504857" y="38099"/>
                  </a:moveTo>
                  <a:lnTo>
                    <a:pt x="466757" y="38099"/>
                  </a:lnTo>
                  <a:lnTo>
                    <a:pt x="466757" y="0"/>
                  </a:lnTo>
                  <a:lnTo>
                    <a:pt x="504857" y="0"/>
                  </a:lnTo>
                  <a:lnTo>
                    <a:pt x="504857" y="38099"/>
                  </a:lnTo>
                  <a:close/>
                </a:path>
                <a:path w="3514725" h="2024379">
                  <a:moveTo>
                    <a:pt x="581057" y="38099"/>
                  </a:moveTo>
                  <a:lnTo>
                    <a:pt x="542957" y="38099"/>
                  </a:lnTo>
                  <a:lnTo>
                    <a:pt x="542957" y="0"/>
                  </a:lnTo>
                  <a:lnTo>
                    <a:pt x="581057" y="0"/>
                  </a:lnTo>
                  <a:lnTo>
                    <a:pt x="581057" y="38099"/>
                  </a:lnTo>
                  <a:close/>
                </a:path>
                <a:path w="3514725" h="2024379">
                  <a:moveTo>
                    <a:pt x="657257" y="38099"/>
                  </a:moveTo>
                  <a:lnTo>
                    <a:pt x="619157" y="38099"/>
                  </a:lnTo>
                  <a:lnTo>
                    <a:pt x="619157" y="0"/>
                  </a:lnTo>
                  <a:lnTo>
                    <a:pt x="657257" y="0"/>
                  </a:lnTo>
                  <a:lnTo>
                    <a:pt x="657257" y="38099"/>
                  </a:lnTo>
                  <a:close/>
                </a:path>
                <a:path w="3514725" h="2024379">
                  <a:moveTo>
                    <a:pt x="733457" y="38099"/>
                  </a:moveTo>
                  <a:lnTo>
                    <a:pt x="695357" y="38099"/>
                  </a:lnTo>
                  <a:lnTo>
                    <a:pt x="695357" y="0"/>
                  </a:lnTo>
                  <a:lnTo>
                    <a:pt x="733457" y="0"/>
                  </a:lnTo>
                  <a:lnTo>
                    <a:pt x="733457" y="38099"/>
                  </a:lnTo>
                  <a:close/>
                </a:path>
                <a:path w="3514725" h="2024379">
                  <a:moveTo>
                    <a:pt x="809657" y="38099"/>
                  </a:moveTo>
                  <a:lnTo>
                    <a:pt x="771557" y="38099"/>
                  </a:lnTo>
                  <a:lnTo>
                    <a:pt x="771557" y="0"/>
                  </a:lnTo>
                  <a:lnTo>
                    <a:pt x="809657" y="0"/>
                  </a:lnTo>
                  <a:lnTo>
                    <a:pt x="809657" y="38099"/>
                  </a:lnTo>
                  <a:close/>
                </a:path>
                <a:path w="3514725" h="2024379">
                  <a:moveTo>
                    <a:pt x="885857" y="38099"/>
                  </a:moveTo>
                  <a:lnTo>
                    <a:pt x="847757" y="38099"/>
                  </a:lnTo>
                  <a:lnTo>
                    <a:pt x="847757" y="0"/>
                  </a:lnTo>
                  <a:lnTo>
                    <a:pt x="885857" y="0"/>
                  </a:lnTo>
                  <a:lnTo>
                    <a:pt x="885857" y="38099"/>
                  </a:lnTo>
                  <a:close/>
                </a:path>
                <a:path w="3514725" h="2024379">
                  <a:moveTo>
                    <a:pt x="962057" y="38099"/>
                  </a:moveTo>
                  <a:lnTo>
                    <a:pt x="923957" y="38099"/>
                  </a:lnTo>
                  <a:lnTo>
                    <a:pt x="923957" y="0"/>
                  </a:lnTo>
                  <a:lnTo>
                    <a:pt x="962057" y="0"/>
                  </a:lnTo>
                  <a:lnTo>
                    <a:pt x="962057" y="38099"/>
                  </a:lnTo>
                  <a:close/>
                </a:path>
                <a:path w="3514725" h="2024379">
                  <a:moveTo>
                    <a:pt x="1038257" y="38099"/>
                  </a:moveTo>
                  <a:lnTo>
                    <a:pt x="1000157" y="38099"/>
                  </a:lnTo>
                  <a:lnTo>
                    <a:pt x="1000157" y="0"/>
                  </a:lnTo>
                  <a:lnTo>
                    <a:pt x="1038257" y="0"/>
                  </a:lnTo>
                  <a:lnTo>
                    <a:pt x="1038257" y="38099"/>
                  </a:lnTo>
                  <a:close/>
                </a:path>
                <a:path w="3514725" h="2024379">
                  <a:moveTo>
                    <a:pt x="1114457" y="38099"/>
                  </a:moveTo>
                  <a:lnTo>
                    <a:pt x="1076357" y="38099"/>
                  </a:lnTo>
                  <a:lnTo>
                    <a:pt x="1076357" y="0"/>
                  </a:lnTo>
                  <a:lnTo>
                    <a:pt x="1114457" y="0"/>
                  </a:lnTo>
                  <a:lnTo>
                    <a:pt x="1114457" y="38099"/>
                  </a:lnTo>
                  <a:close/>
                </a:path>
                <a:path w="3514725" h="2024379">
                  <a:moveTo>
                    <a:pt x="1190657" y="38099"/>
                  </a:moveTo>
                  <a:lnTo>
                    <a:pt x="1152557" y="38099"/>
                  </a:lnTo>
                  <a:lnTo>
                    <a:pt x="1152557" y="0"/>
                  </a:lnTo>
                  <a:lnTo>
                    <a:pt x="1190657" y="0"/>
                  </a:lnTo>
                  <a:lnTo>
                    <a:pt x="1190657" y="38099"/>
                  </a:lnTo>
                  <a:close/>
                </a:path>
                <a:path w="3514725" h="2024379">
                  <a:moveTo>
                    <a:pt x="1266857" y="38099"/>
                  </a:moveTo>
                  <a:lnTo>
                    <a:pt x="1228756" y="38099"/>
                  </a:lnTo>
                  <a:lnTo>
                    <a:pt x="1228756" y="0"/>
                  </a:lnTo>
                  <a:lnTo>
                    <a:pt x="1266857" y="0"/>
                  </a:lnTo>
                  <a:lnTo>
                    <a:pt x="1266857" y="38099"/>
                  </a:lnTo>
                  <a:close/>
                </a:path>
                <a:path w="3514725" h="2024379">
                  <a:moveTo>
                    <a:pt x="1343057" y="38099"/>
                  </a:moveTo>
                  <a:lnTo>
                    <a:pt x="1304957" y="38099"/>
                  </a:lnTo>
                  <a:lnTo>
                    <a:pt x="1304957" y="0"/>
                  </a:lnTo>
                  <a:lnTo>
                    <a:pt x="1343057" y="0"/>
                  </a:lnTo>
                  <a:lnTo>
                    <a:pt x="1343057" y="38099"/>
                  </a:lnTo>
                  <a:close/>
                </a:path>
                <a:path w="3514725" h="2024379">
                  <a:moveTo>
                    <a:pt x="1419257" y="38099"/>
                  </a:moveTo>
                  <a:lnTo>
                    <a:pt x="1381157" y="38099"/>
                  </a:lnTo>
                  <a:lnTo>
                    <a:pt x="1381157" y="0"/>
                  </a:lnTo>
                  <a:lnTo>
                    <a:pt x="1419257" y="0"/>
                  </a:lnTo>
                  <a:lnTo>
                    <a:pt x="1419257" y="38099"/>
                  </a:lnTo>
                  <a:close/>
                </a:path>
                <a:path w="3514725" h="2024379">
                  <a:moveTo>
                    <a:pt x="1495457" y="38099"/>
                  </a:moveTo>
                  <a:lnTo>
                    <a:pt x="1457357" y="38099"/>
                  </a:lnTo>
                  <a:lnTo>
                    <a:pt x="1457357" y="0"/>
                  </a:lnTo>
                  <a:lnTo>
                    <a:pt x="1495457" y="0"/>
                  </a:lnTo>
                  <a:lnTo>
                    <a:pt x="1495457" y="38099"/>
                  </a:lnTo>
                  <a:close/>
                </a:path>
                <a:path w="3514725" h="2024379">
                  <a:moveTo>
                    <a:pt x="1571657" y="38099"/>
                  </a:moveTo>
                  <a:lnTo>
                    <a:pt x="1533557" y="38099"/>
                  </a:lnTo>
                  <a:lnTo>
                    <a:pt x="1533557" y="0"/>
                  </a:lnTo>
                  <a:lnTo>
                    <a:pt x="1571657" y="0"/>
                  </a:lnTo>
                  <a:lnTo>
                    <a:pt x="1571657" y="38099"/>
                  </a:lnTo>
                  <a:close/>
                </a:path>
                <a:path w="3514725" h="2024379">
                  <a:moveTo>
                    <a:pt x="1647857" y="38099"/>
                  </a:moveTo>
                  <a:lnTo>
                    <a:pt x="1609757" y="38099"/>
                  </a:lnTo>
                  <a:lnTo>
                    <a:pt x="1609757" y="0"/>
                  </a:lnTo>
                  <a:lnTo>
                    <a:pt x="1647857" y="0"/>
                  </a:lnTo>
                  <a:lnTo>
                    <a:pt x="1647857" y="38099"/>
                  </a:lnTo>
                  <a:close/>
                </a:path>
                <a:path w="3514725" h="2024379">
                  <a:moveTo>
                    <a:pt x="1724057" y="38099"/>
                  </a:moveTo>
                  <a:lnTo>
                    <a:pt x="1685957" y="38099"/>
                  </a:lnTo>
                  <a:lnTo>
                    <a:pt x="1685957" y="0"/>
                  </a:lnTo>
                  <a:lnTo>
                    <a:pt x="1724057" y="0"/>
                  </a:lnTo>
                  <a:lnTo>
                    <a:pt x="1724057" y="38099"/>
                  </a:lnTo>
                  <a:close/>
                </a:path>
                <a:path w="3514725" h="2024379">
                  <a:moveTo>
                    <a:pt x="1800256" y="38099"/>
                  </a:moveTo>
                  <a:lnTo>
                    <a:pt x="1762157" y="38099"/>
                  </a:lnTo>
                  <a:lnTo>
                    <a:pt x="1762157" y="0"/>
                  </a:lnTo>
                  <a:lnTo>
                    <a:pt x="1800256" y="0"/>
                  </a:lnTo>
                  <a:lnTo>
                    <a:pt x="1800256" y="38099"/>
                  </a:lnTo>
                  <a:close/>
                </a:path>
                <a:path w="3514725" h="2024379">
                  <a:moveTo>
                    <a:pt x="1876457" y="38099"/>
                  </a:moveTo>
                  <a:lnTo>
                    <a:pt x="1838356" y="38099"/>
                  </a:lnTo>
                  <a:lnTo>
                    <a:pt x="1838356" y="0"/>
                  </a:lnTo>
                  <a:lnTo>
                    <a:pt x="1876457" y="0"/>
                  </a:lnTo>
                  <a:lnTo>
                    <a:pt x="1876457" y="38099"/>
                  </a:lnTo>
                  <a:close/>
                </a:path>
                <a:path w="3514725" h="2024379">
                  <a:moveTo>
                    <a:pt x="1952657" y="38099"/>
                  </a:moveTo>
                  <a:lnTo>
                    <a:pt x="1914557" y="38099"/>
                  </a:lnTo>
                  <a:lnTo>
                    <a:pt x="1914557" y="0"/>
                  </a:lnTo>
                  <a:lnTo>
                    <a:pt x="1952657" y="0"/>
                  </a:lnTo>
                  <a:lnTo>
                    <a:pt x="1952657" y="38099"/>
                  </a:lnTo>
                  <a:close/>
                </a:path>
                <a:path w="3514725" h="2024379">
                  <a:moveTo>
                    <a:pt x="2028857" y="38099"/>
                  </a:moveTo>
                  <a:lnTo>
                    <a:pt x="1990757" y="38099"/>
                  </a:lnTo>
                  <a:lnTo>
                    <a:pt x="1990757" y="0"/>
                  </a:lnTo>
                  <a:lnTo>
                    <a:pt x="2028857" y="0"/>
                  </a:lnTo>
                  <a:lnTo>
                    <a:pt x="2028857" y="38099"/>
                  </a:lnTo>
                  <a:close/>
                </a:path>
                <a:path w="3514725" h="2024379">
                  <a:moveTo>
                    <a:pt x="2105057" y="38099"/>
                  </a:moveTo>
                  <a:lnTo>
                    <a:pt x="2066957" y="38099"/>
                  </a:lnTo>
                  <a:lnTo>
                    <a:pt x="2066957" y="0"/>
                  </a:lnTo>
                  <a:lnTo>
                    <a:pt x="2105057" y="0"/>
                  </a:lnTo>
                  <a:lnTo>
                    <a:pt x="2105057" y="38099"/>
                  </a:lnTo>
                  <a:close/>
                </a:path>
                <a:path w="3514725" h="2024379">
                  <a:moveTo>
                    <a:pt x="2181257" y="38099"/>
                  </a:moveTo>
                  <a:lnTo>
                    <a:pt x="2143157" y="38099"/>
                  </a:lnTo>
                  <a:lnTo>
                    <a:pt x="2143157" y="0"/>
                  </a:lnTo>
                  <a:lnTo>
                    <a:pt x="2181257" y="0"/>
                  </a:lnTo>
                  <a:lnTo>
                    <a:pt x="2181257" y="38099"/>
                  </a:lnTo>
                  <a:close/>
                </a:path>
                <a:path w="3514725" h="2024379">
                  <a:moveTo>
                    <a:pt x="2257457" y="38099"/>
                  </a:moveTo>
                  <a:lnTo>
                    <a:pt x="2219357" y="38099"/>
                  </a:lnTo>
                  <a:lnTo>
                    <a:pt x="2219357" y="0"/>
                  </a:lnTo>
                  <a:lnTo>
                    <a:pt x="2257457" y="0"/>
                  </a:lnTo>
                  <a:lnTo>
                    <a:pt x="2257457" y="38099"/>
                  </a:lnTo>
                  <a:close/>
                </a:path>
                <a:path w="3514725" h="2024379">
                  <a:moveTo>
                    <a:pt x="2333657" y="38099"/>
                  </a:moveTo>
                  <a:lnTo>
                    <a:pt x="2295556" y="38099"/>
                  </a:lnTo>
                  <a:lnTo>
                    <a:pt x="2295556" y="0"/>
                  </a:lnTo>
                  <a:lnTo>
                    <a:pt x="2333657" y="0"/>
                  </a:lnTo>
                  <a:lnTo>
                    <a:pt x="2333657" y="38099"/>
                  </a:lnTo>
                  <a:close/>
                </a:path>
                <a:path w="3514725" h="2024379">
                  <a:moveTo>
                    <a:pt x="2409856" y="38099"/>
                  </a:moveTo>
                  <a:lnTo>
                    <a:pt x="2371757" y="38099"/>
                  </a:lnTo>
                  <a:lnTo>
                    <a:pt x="2371757" y="0"/>
                  </a:lnTo>
                  <a:lnTo>
                    <a:pt x="2409856" y="0"/>
                  </a:lnTo>
                  <a:lnTo>
                    <a:pt x="2409856" y="38099"/>
                  </a:lnTo>
                  <a:close/>
                </a:path>
                <a:path w="3514725" h="2024379">
                  <a:moveTo>
                    <a:pt x="2486056" y="38099"/>
                  </a:moveTo>
                  <a:lnTo>
                    <a:pt x="2447956" y="38099"/>
                  </a:lnTo>
                  <a:lnTo>
                    <a:pt x="2447956" y="0"/>
                  </a:lnTo>
                  <a:lnTo>
                    <a:pt x="2486056" y="0"/>
                  </a:lnTo>
                  <a:lnTo>
                    <a:pt x="2486056" y="38099"/>
                  </a:lnTo>
                  <a:close/>
                </a:path>
                <a:path w="3514725" h="2024379">
                  <a:moveTo>
                    <a:pt x="2562256" y="38099"/>
                  </a:moveTo>
                  <a:lnTo>
                    <a:pt x="2524156" y="38099"/>
                  </a:lnTo>
                  <a:lnTo>
                    <a:pt x="2524156" y="0"/>
                  </a:lnTo>
                  <a:lnTo>
                    <a:pt x="2562256" y="0"/>
                  </a:lnTo>
                  <a:lnTo>
                    <a:pt x="2562256" y="38099"/>
                  </a:lnTo>
                  <a:close/>
                </a:path>
                <a:path w="3514725" h="2024379">
                  <a:moveTo>
                    <a:pt x="2638456" y="38099"/>
                  </a:moveTo>
                  <a:lnTo>
                    <a:pt x="2600356" y="38099"/>
                  </a:lnTo>
                  <a:lnTo>
                    <a:pt x="2600356" y="0"/>
                  </a:lnTo>
                  <a:lnTo>
                    <a:pt x="2638456" y="0"/>
                  </a:lnTo>
                  <a:lnTo>
                    <a:pt x="2638456" y="38099"/>
                  </a:lnTo>
                  <a:close/>
                </a:path>
                <a:path w="3514725" h="2024379">
                  <a:moveTo>
                    <a:pt x="2714656" y="38099"/>
                  </a:moveTo>
                  <a:lnTo>
                    <a:pt x="2676556" y="38099"/>
                  </a:lnTo>
                  <a:lnTo>
                    <a:pt x="2676556" y="0"/>
                  </a:lnTo>
                  <a:lnTo>
                    <a:pt x="2714656" y="0"/>
                  </a:lnTo>
                  <a:lnTo>
                    <a:pt x="2714656" y="38099"/>
                  </a:lnTo>
                  <a:close/>
                </a:path>
                <a:path w="3514725" h="2024379">
                  <a:moveTo>
                    <a:pt x="2790856" y="38099"/>
                  </a:moveTo>
                  <a:lnTo>
                    <a:pt x="2752756" y="38099"/>
                  </a:lnTo>
                  <a:lnTo>
                    <a:pt x="2752756" y="0"/>
                  </a:lnTo>
                  <a:lnTo>
                    <a:pt x="2790856" y="0"/>
                  </a:lnTo>
                  <a:lnTo>
                    <a:pt x="2790856" y="38099"/>
                  </a:lnTo>
                  <a:close/>
                </a:path>
                <a:path w="3514725" h="2024379">
                  <a:moveTo>
                    <a:pt x="2867056" y="38099"/>
                  </a:moveTo>
                  <a:lnTo>
                    <a:pt x="2828956" y="38099"/>
                  </a:lnTo>
                  <a:lnTo>
                    <a:pt x="2828956" y="0"/>
                  </a:lnTo>
                  <a:lnTo>
                    <a:pt x="2867056" y="0"/>
                  </a:lnTo>
                  <a:lnTo>
                    <a:pt x="2867056" y="38099"/>
                  </a:lnTo>
                  <a:close/>
                </a:path>
                <a:path w="3514725" h="2024379">
                  <a:moveTo>
                    <a:pt x="2943256" y="38099"/>
                  </a:moveTo>
                  <a:lnTo>
                    <a:pt x="2905156" y="38099"/>
                  </a:lnTo>
                  <a:lnTo>
                    <a:pt x="2905156" y="0"/>
                  </a:lnTo>
                  <a:lnTo>
                    <a:pt x="2943256" y="0"/>
                  </a:lnTo>
                  <a:lnTo>
                    <a:pt x="2943256" y="38099"/>
                  </a:lnTo>
                  <a:close/>
                </a:path>
                <a:path w="3514725" h="2024379">
                  <a:moveTo>
                    <a:pt x="3019456" y="38099"/>
                  </a:moveTo>
                  <a:lnTo>
                    <a:pt x="2981356" y="38099"/>
                  </a:lnTo>
                  <a:lnTo>
                    <a:pt x="2981356" y="0"/>
                  </a:lnTo>
                  <a:lnTo>
                    <a:pt x="3019456" y="0"/>
                  </a:lnTo>
                  <a:lnTo>
                    <a:pt x="3019456" y="38099"/>
                  </a:lnTo>
                  <a:close/>
                </a:path>
                <a:path w="3514725" h="2024379">
                  <a:moveTo>
                    <a:pt x="3095656" y="38099"/>
                  </a:moveTo>
                  <a:lnTo>
                    <a:pt x="3057556" y="38099"/>
                  </a:lnTo>
                  <a:lnTo>
                    <a:pt x="3057556" y="0"/>
                  </a:lnTo>
                  <a:lnTo>
                    <a:pt x="3095656" y="0"/>
                  </a:lnTo>
                  <a:lnTo>
                    <a:pt x="3095656" y="38099"/>
                  </a:lnTo>
                  <a:close/>
                </a:path>
                <a:path w="3514725" h="2024379">
                  <a:moveTo>
                    <a:pt x="3171856" y="38099"/>
                  </a:moveTo>
                  <a:lnTo>
                    <a:pt x="3133756" y="38099"/>
                  </a:lnTo>
                  <a:lnTo>
                    <a:pt x="3133756" y="0"/>
                  </a:lnTo>
                  <a:lnTo>
                    <a:pt x="3171856" y="0"/>
                  </a:lnTo>
                  <a:lnTo>
                    <a:pt x="3171856" y="38099"/>
                  </a:lnTo>
                  <a:close/>
                </a:path>
                <a:path w="3514725" h="2024379">
                  <a:moveTo>
                    <a:pt x="3248056" y="38099"/>
                  </a:moveTo>
                  <a:lnTo>
                    <a:pt x="3209956" y="38099"/>
                  </a:lnTo>
                  <a:lnTo>
                    <a:pt x="3209956" y="0"/>
                  </a:lnTo>
                  <a:lnTo>
                    <a:pt x="3248056" y="0"/>
                  </a:lnTo>
                  <a:lnTo>
                    <a:pt x="3248056" y="38099"/>
                  </a:lnTo>
                  <a:close/>
                </a:path>
                <a:path w="3514725" h="2024379">
                  <a:moveTo>
                    <a:pt x="3324256" y="38099"/>
                  </a:moveTo>
                  <a:lnTo>
                    <a:pt x="3286156" y="38099"/>
                  </a:lnTo>
                  <a:lnTo>
                    <a:pt x="3286156" y="0"/>
                  </a:lnTo>
                  <a:lnTo>
                    <a:pt x="3324256" y="0"/>
                  </a:lnTo>
                  <a:lnTo>
                    <a:pt x="3324256" y="38099"/>
                  </a:lnTo>
                  <a:close/>
                </a:path>
                <a:path w="3514725" h="2024379">
                  <a:moveTo>
                    <a:pt x="3389396" y="43193"/>
                  </a:moveTo>
                  <a:lnTo>
                    <a:pt x="3382295" y="41316"/>
                  </a:lnTo>
                  <a:lnTo>
                    <a:pt x="3375121" y="39868"/>
                  </a:lnTo>
                  <a:lnTo>
                    <a:pt x="3367873" y="38849"/>
                  </a:lnTo>
                  <a:lnTo>
                    <a:pt x="3360553" y="38260"/>
                  </a:lnTo>
                  <a:lnTo>
                    <a:pt x="3362342" y="3139"/>
                  </a:lnTo>
                  <a:lnTo>
                    <a:pt x="3362460" y="812"/>
                  </a:lnTo>
                  <a:lnTo>
                    <a:pt x="3385984" y="3139"/>
                  </a:lnTo>
                  <a:lnTo>
                    <a:pt x="3399994" y="7397"/>
                  </a:lnTo>
                  <a:lnTo>
                    <a:pt x="3389396" y="43193"/>
                  </a:lnTo>
                  <a:close/>
                </a:path>
                <a:path w="3514725" h="2024379">
                  <a:moveTo>
                    <a:pt x="3439599" y="72218"/>
                  </a:moveTo>
                  <a:lnTo>
                    <a:pt x="3434123" y="67307"/>
                  </a:lnTo>
                  <a:lnTo>
                    <a:pt x="3428386" y="62745"/>
                  </a:lnTo>
                  <a:lnTo>
                    <a:pt x="3422387" y="58533"/>
                  </a:lnTo>
                  <a:lnTo>
                    <a:pt x="3416127" y="54671"/>
                  </a:lnTo>
                  <a:lnTo>
                    <a:pt x="3434825" y="22263"/>
                  </a:lnTo>
                  <a:lnTo>
                    <a:pt x="3444079" y="27203"/>
                  </a:lnTo>
                  <a:lnTo>
                    <a:pt x="3465625" y="44870"/>
                  </a:lnTo>
                  <a:lnTo>
                    <a:pt x="3439599" y="72218"/>
                  </a:lnTo>
                  <a:close/>
                </a:path>
                <a:path w="3514725" h="2024379">
                  <a:moveTo>
                    <a:pt x="3471115" y="121021"/>
                  </a:moveTo>
                  <a:lnTo>
                    <a:pt x="3468501" y="114199"/>
                  </a:lnTo>
                  <a:lnTo>
                    <a:pt x="3465501" y="107567"/>
                  </a:lnTo>
                  <a:lnTo>
                    <a:pt x="3462115" y="101124"/>
                  </a:lnTo>
                  <a:lnTo>
                    <a:pt x="3458341" y="94871"/>
                  </a:lnTo>
                  <a:lnTo>
                    <a:pt x="3490178" y="74367"/>
                  </a:lnTo>
                  <a:lnTo>
                    <a:pt x="3503838" y="99952"/>
                  </a:lnTo>
                  <a:lnTo>
                    <a:pt x="3506480" y="108645"/>
                  </a:lnTo>
                  <a:lnTo>
                    <a:pt x="3471115" y="121021"/>
                  </a:lnTo>
                  <a:close/>
                </a:path>
                <a:path w="3514725" h="2024379">
                  <a:moveTo>
                    <a:pt x="3514721" y="184018"/>
                  </a:moveTo>
                  <a:lnTo>
                    <a:pt x="3478063" y="184018"/>
                  </a:lnTo>
                  <a:lnTo>
                    <a:pt x="3478063" y="157771"/>
                  </a:lnTo>
                  <a:lnTo>
                    <a:pt x="3477856" y="153640"/>
                  </a:lnTo>
                  <a:lnTo>
                    <a:pt x="3477442" y="149520"/>
                  </a:lnTo>
                  <a:lnTo>
                    <a:pt x="3514568" y="145786"/>
                  </a:lnTo>
                  <a:lnTo>
                    <a:pt x="3514721" y="147333"/>
                  </a:lnTo>
                  <a:lnTo>
                    <a:pt x="3514721" y="184018"/>
                  </a:lnTo>
                  <a:close/>
                </a:path>
                <a:path w="3514725" h="2024379">
                  <a:moveTo>
                    <a:pt x="3514721" y="260218"/>
                  </a:moveTo>
                  <a:lnTo>
                    <a:pt x="3478063" y="260218"/>
                  </a:lnTo>
                  <a:lnTo>
                    <a:pt x="3478063" y="222118"/>
                  </a:lnTo>
                  <a:lnTo>
                    <a:pt x="3514721" y="222118"/>
                  </a:lnTo>
                  <a:lnTo>
                    <a:pt x="3514721" y="260218"/>
                  </a:lnTo>
                  <a:close/>
                </a:path>
                <a:path w="3514725" h="2024379">
                  <a:moveTo>
                    <a:pt x="3514721" y="336418"/>
                  </a:moveTo>
                  <a:lnTo>
                    <a:pt x="3478063" y="336418"/>
                  </a:lnTo>
                  <a:lnTo>
                    <a:pt x="3478063" y="298318"/>
                  </a:lnTo>
                  <a:lnTo>
                    <a:pt x="3514721" y="298318"/>
                  </a:lnTo>
                  <a:lnTo>
                    <a:pt x="3514721" y="336418"/>
                  </a:lnTo>
                  <a:close/>
                </a:path>
                <a:path w="3514725" h="2024379">
                  <a:moveTo>
                    <a:pt x="3514721" y="412618"/>
                  </a:moveTo>
                  <a:lnTo>
                    <a:pt x="3478063" y="412618"/>
                  </a:lnTo>
                  <a:lnTo>
                    <a:pt x="3478063" y="374518"/>
                  </a:lnTo>
                  <a:lnTo>
                    <a:pt x="3514721" y="374518"/>
                  </a:lnTo>
                  <a:lnTo>
                    <a:pt x="3514721" y="412618"/>
                  </a:lnTo>
                  <a:close/>
                </a:path>
                <a:path w="3514725" h="2024379">
                  <a:moveTo>
                    <a:pt x="3514721" y="488818"/>
                  </a:moveTo>
                  <a:lnTo>
                    <a:pt x="3478063" y="488818"/>
                  </a:lnTo>
                  <a:lnTo>
                    <a:pt x="3478063" y="450718"/>
                  </a:lnTo>
                  <a:lnTo>
                    <a:pt x="3514721" y="450718"/>
                  </a:lnTo>
                  <a:lnTo>
                    <a:pt x="3514721" y="488818"/>
                  </a:lnTo>
                  <a:close/>
                </a:path>
                <a:path w="3514725" h="2024379">
                  <a:moveTo>
                    <a:pt x="3514721" y="565018"/>
                  </a:moveTo>
                  <a:lnTo>
                    <a:pt x="3478063" y="565018"/>
                  </a:lnTo>
                  <a:lnTo>
                    <a:pt x="3478063" y="526918"/>
                  </a:lnTo>
                  <a:lnTo>
                    <a:pt x="3514721" y="526918"/>
                  </a:lnTo>
                  <a:lnTo>
                    <a:pt x="3514721" y="565018"/>
                  </a:lnTo>
                  <a:close/>
                </a:path>
                <a:path w="3514725" h="2024379">
                  <a:moveTo>
                    <a:pt x="3514721" y="641218"/>
                  </a:moveTo>
                  <a:lnTo>
                    <a:pt x="3478063" y="641218"/>
                  </a:lnTo>
                  <a:lnTo>
                    <a:pt x="3478063" y="603118"/>
                  </a:lnTo>
                  <a:lnTo>
                    <a:pt x="3514721" y="603118"/>
                  </a:lnTo>
                  <a:lnTo>
                    <a:pt x="3514721" y="641218"/>
                  </a:lnTo>
                  <a:close/>
                </a:path>
                <a:path w="3514725" h="2024379">
                  <a:moveTo>
                    <a:pt x="3514721" y="717418"/>
                  </a:moveTo>
                  <a:lnTo>
                    <a:pt x="3478063" y="717418"/>
                  </a:lnTo>
                  <a:lnTo>
                    <a:pt x="3478063" y="679318"/>
                  </a:lnTo>
                  <a:lnTo>
                    <a:pt x="3514721" y="679318"/>
                  </a:lnTo>
                  <a:lnTo>
                    <a:pt x="3514721" y="717418"/>
                  </a:lnTo>
                  <a:close/>
                </a:path>
                <a:path w="3514725" h="2024379">
                  <a:moveTo>
                    <a:pt x="3514721" y="793618"/>
                  </a:moveTo>
                  <a:lnTo>
                    <a:pt x="3478063" y="793618"/>
                  </a:lnTo>
                  <a:lnTo>
                    <a:pt x="3478063" y="755518"/>
                  </a:lnTo>
                  <a:lnTo>
                    <a:pt x="3514721" y="755518"/>
                  </a:lnTo>
                  <a:lnTo>
                    <a:pt x="3514721" y="793618"/>
                  </a:lnTo>
                  <a:close/>
                </a:path>
                <a:path w="3514725" h="2024379">
                  <a:moveTo>
                    <a:pt x="3514721" y="869818"/>
                  </a:moveTo>
                  <a:lnTo>
                    <a:pt x="3478063" y="869818"/>
                  </a:lnTo>
                  <a:lnTo>
                    <a:pt x="3478063" y="831718"/>
                  </a:lnTo>
                  <a:lnTo>
                    <a:pt x="3514721" y="831718"/>
                  </a:lnTo>
                  <a:lnTo>
                    <a:pt x="3514721" y="869818"/>
                  </a:lnTo>
                  <a:close/>
                </a:path>
                <a:path w="3514725" h="2024379">
                  <a:moveTo>
                    <a:pt x="3514721" y="946018"/>
                  </a:moveTo>
                  <a:lnTo>
                    <a:pt x="3478063" y="946018"/>
                  </a:lnTo>
                  <a:lnTo>
                    <a:pt x="3478063" y="907918"/>
                  </a:lnTo>
                  <a:lnTo>
                    <a:pt x="3514721" y="907918"/>
                  </a:lnTo>
                  <a:lnTo>
                    <a:pt x="3514721" y="946018"/>
                  </a:lnTo>
                  <a:close/>
                </a:path>
                <a:path w="3514725" h="2024379">
                  <a:moveTo>
                    <a:pt x="3514721" y="1022218"/>
                  </a:moveTo>
                  <a:lnTo>
                    <a:pt x="3478063" y="1022218"/>
                  </a:lnTo>
                  <a:lnTo>
                    <a:pt x="3478063" y="984118"/>
                  </a:lnTo>
                  <a:lnTo>
                    <a:pt x="3514721" y="984118"/>
                  </a:lnTo>
                  <a:lnTo>
                    <a:pt x="3514721" y="1022218"/>
                  </a:lnTo>
                  <a:close/>
                </a:path>
                <a:path w="3514725" h="2024379">
                  <a:moveTo>
                    <a:pt x="3514721" y="1098418"/>
                  </a:moveTo>
                  <a:lnTo>
                    <a:pt x="3478063" y="1098418"/>
                  </a:lnTo>
                  <a:lnTo>
                    <a:pt x="3478063" y="1060318"/>
                  </a:lnTo>
                  <a:lnTo>
                    <a:pt x="3514721" y="1060318"/>
                  </a:lnTo>
                  <a:lnTo>
                    <a:pt x="3514721" y="1098418"/>
                  </a:lnTo>
                  <a:close/>
                </a:path>
                <a:path w="3514725" h="2024379">
                  <a:moveTo>
                    <a:pt x="3514721" y="1174618"/>
                  </a:moveTo>
                  <a:lnTo>
                    <a:pt x="3478063" y="1174618"/>
                  </a:lnTo>
                  <a:lnTo>
                    <a:pt x="3478063" y="1136518"/>
                  </a:lnTo>
                  <a:lnTo>
                    <a:pt x="3514721" y="1136518"/>
                  </a:lnTo>
                  <a:lnTo>
                    <a:pt x="3514721" y="1174618"/>
                  </a:lnTo>
                  <a:close/>
                </a:path>
                <a:path w="3514725" h="2024379">
                  <a:moveTo>
                    <a:pt x="3514721" y="1250818"/>
                  </a:moveTo>
                  <a:lnTo>
                    <a:pt x="3478063" y="1250818"/>
                  </a:lnTo>
                  <a:lnTo>
                    <a:pt x="3478063" y="1212718"/>
                  </a:lnTo>
                  <a:lnTo>
                    <a:pt x="3514721" y="1212718"/>
                  </a:lnTo>
                  <a:lnTo>
                    <a:pt x="3514721" y="1250818"/>
                  </a:lnTo>
                  <a:close/>
                </a:path>
                <a:path w="3514725" h="2024379">
                  <a:moveTo>
                    <a:pt x="3514721" y="1327018"/>
                  </a:moveTo>
                  <a:lnTo>
                    <a:pt x="3478063" y="1327018"/>
                  </a:lnTo>
                  <a:lnTo>
                    <a:pt x="3478063" y="1288918"/>
                  </a:lnTo>
                  <a:lnTo>
                    <a:pt x="3514721" y="1288918"/>
                  </a:lnTo>
                  <a:lnTo>
                    <a:pt x="3514721" y="1327018"/>
                  </a:lnTo>
                  <a:close/>
                </a:path>
                <a:path w="3514725" h="2024379">
                  <a:moveTo>
                    <a:pt x="3514721" y="1403218"/>
                  </a:moveTo>
                  <a:lnTo>
                    <a:pt x="3478063" y="1403218"/>
                  </a:lnTo>
                  <a:lnTo>
                    <a:pt x="3478063" y="1365118"/>
                  </a:lnTo>
                  <a:lnTo>
                    <a:pt x="3514721" y="1365118"/>
                  </a:lnTo>
                  <a:lnTo>
                    <a:pt x="3514721" y="1403218"/>
                  </a:lnTo>
                  <a:close/>
                </a:path>
                <a:path w="3514725" h="2024379">
                  <a:moveTo>
                    <a:pt x="3514721" y="1479418"/>
                  </a:moveTo>
                  <a:lnTo>
                    <a:pt x="3478063" y="1479418"/>
                  </a:lnTo>
                  <a:lnTo>
                    <a:pt x="3478063" y="1441318"/>
                  </a:lnTo>
                  <a:lnTo>
                    <a:pt x="3514721" y="1441318"/>
                  </a:lnTo>
                  <a:lnTo>
                    <a:pt x="3514721" y="1479418"/>
                  </a:lnTo>
                  <a:close/>
                </a:path>
                <a:path w="3514725" h="2024379">
                  <a:moveTo>
                    <a:pt x="3514721" y="1555618"/>
                  </a:moveTo>
                  <a:lnTo>
                    <a:pt x="3478063" y="1555618"/>
                  </a:lnTo>
                  <a:lnTo>
                    <a:pt x="3478063" y="1517518"/>
                  </a:lnTo>
                  <a:lnTo>
                    <a:pt x="3514721" y="1517518"/>
                  </a:lnTo>
                  <a:lnTo>
                    <a:pt x="3514721" y="1555618"/>
                  </a:lnTo>
                  <a:close/>
                </a:path>
                <a:path w="3514725" h="2024379">
                  <a:moveTo>
                    <a:pt x="3514721" y="1631818"/>
                  </a:moveTo>
                  <a:lnTo>
                    <a:pt x="3478063" y="1631818"/>
                  </a:lnTo>
                  <a:lnTo>
                    <a:pt x="3478063" y="1593718"/>
                  </a:lnTo>
                  <a:lnTo>
                    <a:pt x="3514721" y="1593718"/>
                  </a:lnTo>
                  <a:lnTo>
                    <a:pt x="3514721" y="1631818"/>
                  </a:lnTo>
                  <a:close/>
                </a:path>
                <a:path w="3514725" h="2024379">
                  <a:moveTo>
                    <a:pt x="3514721" y="1708018"/>
                  </a:moveTo>
                  <a:lnTo>
                    <a:pt x="3478063" y="1708018"/>
                  </a:lnTo>
                  <a:lnTo>
                    <a:pt x="3478063" y="1669918"/>
                  </a:lnTo>
                  <a:lnTo>
                    <a:pt x="3514721" y="1669918"/>
                  </a:lnTo>
                  <a:lnTo>
                    <a:pt x="3514721" y="1708018"/>
                  </a:lnTo>
                  <a:close/>
                </a:path>
                <a:path w="3514725" h="2024379">
                  <a:moveTo>
                    <a:pt x="3514721" y="1784218"/>
                  </a:moveTo>
                  <a:lnTo>
                    <a:pt x="3478063" y="1784218"/>
                  </a:lnTo>
                  <a:lnTo>
                    <a:pt x="3478063" y="1746118"/>
                  </a:lnTo>
                  <a:lnTo>
                    <a:pt x="3514721" y="1746118"/>
                  </a:lnTo>
                  <a:lnTo>
                    <a:pt x="3514721" y="1784218"/>
                  </a:lnTo>
                  <a:close/>
                </a:path>
                <a:path w="3514725" h="2024379">
                  <a:moveTo>
                    <a:pt x="3514721" y="1860418"/>
                  </a:moveTo>
                  <a:lnTo>
                    <a:pt x="3478063" y="1860418"/>
                  </a:lnTo>
                  <a:lnTo>
                    <a:pt x="3478063" y="1822318"/>
                  </a:lnTo>
                  <a:lnTo>
                    <a:pt x="3514721" y="1822318"/>
                  </a:lnTo>
                  <a:lnTo>
                    <a:pt x="3514721" y="1860418"/>
                  </a:lnTo>
                  <a:close/>
                </a:path>
                <a:path w="3514725" h="2024379">
                  <a:moveTo>
                    <a:pt x="3498659" y="1934108"/>
                  </a:moveTo>
                  <a:lnTo>
                    <a:pt x="3465157" y="1917484"/>
                  </a:lnTo>
                  <a:lnTo>
                    <a:pt x="3468211" y="1910849"/>
                  </a:lnTo>
                  <a:lnTo>
                    <a:pt x="3470860" y="1904070"/>
                  </a:lnTo>
                  <a:lnTo>
                    <a:pt x="3473103" y="1897146"/>
                  </a:lnTo>
                  <a:lnTo>
                    <a:pt x="3474941" y="1890079"/>
                  </a:lnTo>
                  <a:lnTo>
                    <a:pt x="3511711" y="1898499"/>
                  </a:lnTo>
                  <a:lnTo>
                    <a:pt x="3503838" y="1924407"/>
                  </a:lnTo>
                  <a:lnTo>
                    <a:pt x="3498659" y="1934108"/>
                  </a:lnTo>
                  <a:close/>
                </a:path>
                <a:path w="3514725" h="2024379">
                  <a:moveTo>
                    <a:pt x="3449971" y="1992325"/>
                  </a:moveTo>
                  <a:lnTo>
                    <a:pt x="3427706" y="1962115"/>
                  </a:lnTo>
                  <a:lnTo>
                    <a:pt x="3432705" y="1958431"/>
                  </a:lnTo>
                  <a:lnTo>
                    <a:pt x="3437402" y="1954391"/>
                  </a:lnTo>
                  <a:lnTo>
                    <a:pt x="3444379" y="1947414"/>
                  </a:lnTo>
                  <a:lnTo>
                    <a:pt x="3446838" y="1944727"/>
                  </a:lnTo>
                  <a:lnTo>
                    <a:pt x="3449178" y="1941934"/>
                  </a:lnTo>
                  <a:lnTo>
                    <a:pt x="3477792" y="1965895"/>
                  </a:lnTo>
                  <a:lnTo>
                    <a:pt x="3468739" y="1976936"/>
                  </a:lnTo>
                  <a:lnTo>
                    <a:pt x="3449971" y="1992325"/>
                  </a:lnTo>
                  <a:close/>
                </a:path>
                <a:path w="3514725" h="2024379">
                  <a:moveTo>
                    <a:pt x="3380512" y="2021761"/>
                  </a:moveTo>
                  <a:lnTo>
                    <a:pt x="3374388" y="1984611"/>
                  </a:lnTo>
                  <a:lnTo>
                    <a:pt x="3381563" y="1983211"/>
                  </a:lnTo>
                  <a:lnTo>
                    <a:pt x="3388619" y="1981396"/>
                  </a:lnTo>
                  <a:lnTo>
                    <a:pt x="3395556" y="1979167"/>
                  </a:lnTo>
                  <a:lnTo>
                    <a:pt x="3402375" y="1976523"/>
                  </a:lnTo>
                  <a:lnTo>
                    <a:pt x="3417145" y="2011535"/>
                  </a:lnTo>
                  <a:lnTo>
                    <a:pt x="3416210" y="2012035"/>
                  </a:lnTo>
                  <a:lnTo>
                    <a:pt x="3385984" y="2021220"/>
                  </a:lnTo>
                  <a:lnTo>
                    <a:pt x="3380512" y="2021761"/>
                  </a:lnTo>
                  <a:close/>
                </a:path>
                <a:path w="3514725" h="2024379">
                  <a:moveTo>
                    <a:pt x="3342279" y="2024360"/>
                  </a:moveTo>
                  <a:lnTo>
                    <a:pt x="3304179" y="2024360"/>
                  </a:lnTo>
                  <a:lnTo>
                    <a:pt x="3304179" y="1986259"/>
                  </a:lnTo>
                  <a:lnTo>
                    <a:pt x="3342279" y="1986259"/>
                  </a:lnTo>
                  <a:lnTo>
                    <a:pt x="3342279" y="2024360"/>
                  </a:lnTo>
                  <a:close/>
                </a:path>
                <a:path w="3514725" h="2024379">
                  <a:moveTo>
                    <a:pt x="3266079" y="2024360"/>
                  </a:moveTo>
                  <a:lnTo>
                    <a:pt x="3227979" y="2024360"/>
                  </a:lnTo>
                  <a:lnTo>
                    <a:pt x="3227979" y="1986259"/>
                  </a:lnTo>
                  <a:lnTo>
                    <a:pt x="3266079" y="1986259"/>
                  </a:lnTo>
                  <a:lnTo>
                    <a:pt x="3266079" y="2024360"/>
                  </a:lnTo>
                  <a:close/>
                </a:path>
                <a:path w="3514725" h="2024379">
                  <a:moveTo>
                    <a:pt x="3189879" y="2024360"/>
                  </a:moveTo>
                  <a:lnTo>
                    <a:pt x="3151779" y="2024360"/>
                  </a:lnTo>
                  <a:lnTo>
                    <a:pt x="3151779" y="1986259"/>
                  </a:lnTo>
                  <a:lnTo>
                    <a:pt x="3189879" y="1986259"/>
                  </a:lnTo>
                  <a:lnTo>
                    <a:pt x="3189879" y="2024360"/>
                  </a:lnTo>
                  <a:close/>
                </a:path>
                <a:path w="3514725" h="2024379">
                  <a:moveTo>
                    <a:pt x="3113679" y="2024360"/>
                  </a:moveTo>
                  <a:lnTo>
                    <a:pt x="3075579" y="2024360"/>
                  </a:lnTo>
                  <a:lnTo>
                    <a:pt x="3075579" y="1986259"/>
                  </a:lnTo>
                  <a:lnTo>
                    <a:pt x="3113679" y="1986259"/>
                  </a:lnTo>
                  <a:lnTo>
                    <a:pt x="3113679" y="2024360"/>
                  </a:lnTo>
                  <a:close/>
                </a:path>
                <a:path w="3514725" h="2024379">
                  <a:moveTo>
                    <a:pt x="3037479" y="2024360"/>
                  </a:moveTo>
                  <a:lnTo>
                    <a:pt x="2999379" y="2024360"/>
                  </a:lnTo>
                  <a:lnTo>
                    <a:pt x="2999379" y="1986259"/>
                  </a:lnTo>
                  <a:lnTo>
                    <a:pt x="3037479" y="1986259"/>
                  </a:lnTo>
                  <a:lnTo>
                    <a:pt x="3037479" y="2024360"/>
                  </a:lnTo>
                  <a:close/>
                </a:path>
                <a:path w="3514725" h="2024379">
                  <a:moveTo>
                    <a:pt x="2961279" y="2024360"/>
                  </a:moveTo>
                  <a:lnTo>
                    <a:pt x="2923179" y="2024360"/>
                  </a:lnTo>
                  <a:lnTo>
                    <a:pt x="2923179" y="1986259"/>
                  </a:lnTo>
                  <a:lnTo>
                    <a:pt x="2961279" y="1986259"/>
                  </a:lnTo>
                  <a:lnTo>
                    <a:pt x="2961279" y="2024360"/>
                  </a:lnTo>
                  <a:close/>
                </a:path>
                <a:path w="3514725" h="2024379">
                  <a:moveTo>
                    <a:pt x="2885079" y="2024360"/>
                  </a:moveTo>
                  <a:lnTo>
                    <a:pt x="2846979" y="2024360"/>
                  </a:lnTo>
                  <a:lnTo>
                    <a:pt x="2846979" y="1986259"/>
                  </a:lnTo>
                  <a:lnTo>
                    <a:pt x="2885079" y="1986259"/>
                  </a:lnTo>
                  <a:lnTo>
                    <a:pt x="2885079" y="2024360"/>
                  </a:lnTo>
                  <a:close/>
                </a:path>
                <a:path w="3514725" h="2024379">
                  <a:moveTo>
                    <a:pt x="2808879" y="2024360"/>
                  </a:moveTo>
                  <a:lnTo>
                    <a:pt x="2770779" y="2024360"/>
                  </a:lnTo>
                  <a:lnTo>
                    <a:pt x="2770779" y="1986259"/>
                  </a:lnTo>
                  <a:lnTo>
                    <a:pt x="2808879" y="1986259"/>
                  </a:lnTo>
                  <a:lnTo>
                    <a:pt x="2808879" y="2024360"/>
                  </a:lnTo>
                  <a:close/>
                </a:path>
                <a:path w="3514725" h="2024379">
                  <a:moveTo>
                    <a:pt x="2732679" y="2024360"/>
                  </a:moveTo>
                  <a:lnTo>
                    <a:pt x="2694579" y="2024360"/>
                  </a:lnTo>
                  <a:lnTo>
                    <a:pt x="2694579" y="1986259"/>
                  </a:lnTo>
                  <a:lnTo>
                    <a:pt x="2732679" y="1986259"/>
                  </a:lnTo>
                  <a:lnTo>
                    <a:pt x="2732679" y="2024360"/>
                  </a:lnTo>
                  <a:close/>
                </a:path>
                <a:path w="3514725" h="2024379">
                  <a:moveTo>
                    <a:pt x="2656479" y="2024360"/>
                  </a:moveTo>
                  <a:lnTo>
                    <a:pt x="2618379" y="2024360"/>
                  </a:lnTo>
                  <a:lnTo>
                    <a:pt x="2618379" y="1986259"/>
                  </a:lnTo>
                  <a:lnTo>
                    <a:pt x="2656479" y="1986259"/>
                  </a:lnTo>
                  <a:lnTo>
                    <a:pt x="2656479" y="2024360"/>
                  </a:lnTo>
                  <a:close/>
                </a:path>
                <a:path w="3514725" h="2024379">
                  <a:moveTo>
                    <a:pt x="2580279" y="2024360"/>
                  </a:moveTo>
                  <a:lnTo>
                    <a:pt x="2542180" y="2024360"/>
                  </a:lnTo>
                  <a:lnTo>
                    <a:pt x="2542180" y="1986259"/>
                  </a:lnTo>
                  <a:lnTo>
                    <a:pt x="2580279" y="1986259"/>
                  </a:lnTo>
                  <a:lnTo>
                    <a:pt x="2580279" y="2024360"/>
                  </a:lnTo>
                  <a:close/>
                </a:path>
                <a:path w="3514725" h="2024379">
                  <a:moveTo>
                    <a:pt x="2504080" y="2024360"/>
                  </a:moveTo>
                  <a:lnTo>
                    <a:pt x="2465980" y="2024360"/>
                  </a:lnTo>
                  <a:lnTo>
                    <a:pt x="2465980" y="1986259"/>
                  </a:lnTo>
                  <a:lnTo>
                    <a:pt x="2504080" y="1986259"/>
                  </a:lnTo>
                  <a:lnTo>
                    <a:pt x="2504080" y="2024360"/>
                  </a:lnTo>
                  <a:close/>
                </a:path>
                <a:path w="3514725" h="2024379">
                  <a:moveTo>
                    <a:pt x="2427880" y="2024360"/>
                  </a:moveTo>
                  <a:lnTo>
                    <a:pt x="2389780" y="2024360"/>
                  </a:lnTo>
                  <a:lnTo>
                    <a:pt x="2389780" y="1986259"/>
                  </a:lnTo>
                  <a:lnTo>
                    <a:pt x="2427880" y="1986259"/>
                  </a:lnTo>
                  <a:lnTo>
                    <a:pt x="2427880" y="2024360"/>
                  </a:lnTo>
                  <a:close/>
                </a:path>
                <a:path w="3514725" h="2024379">
                  <a:moveTo>
                    <a:pt x="2351680" y="2024360"/>
                  </a:moveTo>
                  <a:lnTo>
                    <a:pt x="2313580" y="2024360"/>
                  </a:lnTo>
                  <a:lnTo>
                    <a:pt x="2313580" y="1986259"/>
                  </a:lnTo>
                  <a:lnTo>
                    <a:pt x="2351680" y="1986259"/>
                  </a:lnTo>
                  <a:lnTo>
                    <a:pt x="2351680" y="2024360"/>
                  </a:lnTo>
                  <a:close/>
                </a:path>
                <a:path w="3514725" h="2024379">
                  <a:moveTo>
                    <a:pt x="2275480" y="2024360"/>
                  </a:moveTo>
                  <a:lnTo>
                    <a:pt x="2237380" y="2024360"/>
                  </a:lnTo>
                  <a:lnTo>
                    <a:pt x="2237380" y="1986259"/>
                  </a:lnTo>
                  <a:lnTo>
                    <a:pt x="2275480" y="1986259"/>
                  </a:lnTo>
                  <a:lnTo>
                    <a:pt x="2275480" y="2024360"/>
                  </a:lnTo>
                  <a:close/>
                </a:path>
                <a:path w="3514725" h="2024379">
                  <a:moveTo>
                    <a:pt x="2199280" y="2024360"/>
                  </a:moveTo>
                  <a:lnTo>
                    <a:pt x="2161180" y="2024360"/>
                  </a:lnTo>
                  <a:lnTo>
                    <a:pt x="2161180" y="1986259"/>
                  </a:lnTo>
                  <a:lnTo>
                    <a:pt x="2199280" y="1986259"/>
                  </a:lnTo>
                  <a:lnTo>
                    <a:pt x="2199280" y="2024360"/>
                  </a:lnTo>
                  <a:close/>
                </a:path>
                <a:path w="3514725" h="2024379">
                  <a:moveTo>
                    <a:pt x="2123080" y="2024360"/>
                  </a:moveTo>
                  <a:lnTo>
                    <a:pt x="2084980" y="2024360"/>
                  </a:lnTo>
                  <a:lnTo>
                    <a:pt x="2084980" y="1986259"/>
                  </a:lnTo>
                  <a:lnTo>
                    <a:pt x="2123080" y="1986259"/>
                  </a:lnTo>
                  <a:lnTo>
                    <a:pt x="2123080" y="2024360"/>
                  </a:lnTo>
                  <a:close/>
                </a:path>
                <a:path w="3514725" h="2024379">
                  <a:moveTo>
                    <a:pt x="2046880" y="2024360"/>
                  </a:moveTo>
                  <a:lnTo>
                    <a:pt x="2008780" y="2024360"/>
                  </a:lnTo>
                  <a:lnTo>
                    <a:pt x="2008780" y="1986259"/>
                  </a:lnTo>
                  <a:lnTo>
                    <a:pt x="2046880" y="1986259"/>
                  </a:lnTo>
                  <a:lnTo>
                    <a:pt x="2046880" y="2024360"/>
                  </a:lnTo>
                  <a:close/>
                </a:path>
                <a:path w="3514725" h="2024379">
                  <a:moveTo>
                    <a:pt x="1970680" y="2024360"/>
                  </a:moveTo>
                  <a:lnTo>
                    <a:pt x="1932580" y="2024360"/>
                  </a:lnTo>
                  <a:lnTo>
                    <a:pt x="1932580" y="1986259"/>
                  </a:lnTo>
                  <a:lnTo>
                    <a:pt x="1970680" y="1986259"/>
                  </a:lnTo>
                  <a:lnTo>
                    <a:pt x="1970680" y="2024360"/>
                  </a:lnTo>
                  <a:close/>
                </a:path>
                <a:path w="3514725" h="2024379">
                  <a:moveTo>
                    <a:pt x="1894480" y="2024360"/>
                  </a:moveTo>
                  <a:lnTo>
                    <a:pt x="1856380" y="2024360"/>
                  </a:lnTo>
                  <a:lnTo>
                    <a:pt x="1856380" y="1986259"/>
                  </a:lnTo>
                  <a:lnTo>
                    <a:pt x="1894480" y="1986259"/>
                  </a:lnTo>
                  <a:lnTo>
                    <a:pt x="1894480" y="2024360"/>
                  </a:lnTo>
                  <a:close/>
                </a:path>
                <a:path w="3514725" h="2024379">
                  <a:moveTo>
                    <a:pt x="1818280" y="2024360"/>
                  </a:moveTo>
                  <a:lnTo>
                    <a:pt x="1780180" y="2024360"/>
                  </a:lnTo>
                  <a:lnTo>
                    <a:pt x="1780180" y="1986259"/>
                  </a:lnTo>
                  <a:lnTo>
                    <a:pt x="1818280" y="1986259"/>
                  </a:lnTo>
                  <a:lnTo>
                    <a:pt x="1818280" y="2024360"/>
                  </a:lnTo>
                  <a:close/>
                </a:path>
                <a:path w="3514725" h="2024379">
                  <a:moveTo>
                    <a:pt x="1742080" y="2024360"/>
                  </a:moveTo>
                  <a:lnTo>
                    <a:pt x="1703980" y="2024360"/>
                  </a:lnTo>
                  <a:lnTo>
                    <a:pt x="1703980" y="1986259"/>
                  </a:lnTo>
                  <a:lnTo>
                    <a:pt x="1742080" y="1986259"/>
                  </a:lnTo>
                  <a:lnTo>
                    <a:pt x="1742080" y="2024360"/>
                  </a:lnTo>
                  <a:close/>
                </a:path>
                <a:path w="3514725" h="2024379">
                  <a:moveTo>
                    <a:pt x="1665880" y="2024360"/>
                  </a:moveTo>
                  <a:lnTo>
                    <a:pt x="1627780" y="2024360"/>
                  </a:lnTo>
                  <a:lnTo>
                    <a:pt x="1627780" y="1986259"/>
                  </a:lnTo>
                  <a:lnTo>
                    <a:pt x="1665880" y="1986259"/>
                  </a:lnTo>
                  <a:lnTo>
                    <a:pt x="1665880" y="2024360"/>
                  </a:lnTo>
                  <a:close/>
                </a:path>
                <a:path w="3514725" h="2024379">
                  <a:moveTo>
                    <a:pt x="1589680" y="2024360"/>
                  </a:moveTo>
                  <a:lnTo>
                    <a:pt x="1551580" y="2024360"/>
                  </a:lnTo>
                  <a:lnTo>
                    <a:pt x="1551580" y="1986259"/>
                  </a:lnTo>
                  <a:lnTo>
                    <a:pt x="1589680" y="1986259"/>
                  </a:lnTo>
                  <a:lnTo>
                    <a:pt x="1589680" y="2024360"/>
                  </a:lnTo>
                  <a:close/>
                </a:path>
                <a:path w="3514725" h="2024379">
                  <a:moveTo>
                    <a:pt x="1513480" y="2024360"/>
                  </a:moveTo>
                  <a:lnTo>
                    <a:pt x="1475380" y="2024360"/>
                  </a:lnTo>
                  <a:lnTo>
                    <a:pt x="1475380" y="1986259"/>
                  </a:lnTo>
                  <a:lnTo>
                    <a:pt x="1513480" y="1986259"/>
                  </a:lnTo>
                  <a:lnTo>
                    <a:pt x="1513480" y="2024360"/>
                  </a:lnTo>
                  <a:close/>
                </a:path>
                <a:path w="3514725" h="2024379">
                  <a:moveTo>
                    <a:pt x="1437280" y="2024360"/>
                  </a:moveTo>
                  <a:lnTo>
                    <a:pt x="1399180" y="2024360"/>
                  </a:lnTo>
                  <a:lnTo>
                    <a:pt x="1399180" y="1986259"/>
                  </a:lnTo>
                  <a:lnTo>
                    <a:pt x="1437280" y="1986259"/>
                  </a:lnTo>
                  <a:lnTo>
                    <a:pt x="1437280" y="2024360"/>
                  </a:lnTo>
                  <a:close/>
                </a:path>
                <a:path w="3514725" h="2024379">
                  <a:moveTo>
                    <a:pt x="1361080" y="2024360"/>
                  </a:moveTo>
                  <a:lnTo>
                    <a:pt x="1322980" y="2024360"/>
                  </a:lnTo>
                  <a:lnTo>
                    <a:pt x="1322980" y="1986259"/>
                  </a:lnTo>
                  <a:lnTo>
                    <a:pt x="1361080" y="1986259"/>
                  </a:lnTo>
                  <a:lnTo>
                    <a:pt x="1361080" y="2024360"/>
                  </a:lnTo>
                  <a:close/>
                </a:path>
                <a:path w="3514725" h="2024379">
                  <a:moveTo>
                    <a:pt x="1284880" y="2024360"/>
                  </a:moveTo>
                  <a:lnTo>
                    <a:pt x="1246780" y="2024360"/>
                  </a:lnTo>
                  <a:lnTo>
                    <a:pt x="1246780" y="1986259"/>
                  </a:lnTo>
                  <a:lnTo>
                    <a:pt x="1284880" y="1986259"/>
                  </a:lnTo>
                  <a:lnTo>
                    <a:pt x="1284880" y="2024360"/>
                  </a:lnTo>
                  <a:close/>
                </a:path>
                <a:path w="3514725" h="2024379">
                  <a:moveTo>
                    <a:pt x="1208680" y="2024360"/>
                  </a:moveTo>
                  <a:lnTo>
                    <a:pt x="1170580" y="2024360"/>
                  </a:lnTo>
                  <a:lnTo>
                    <a:pt x="1170580" y="1986259"/>
                  </a:lnTo>
                  <a:lnTo>
                    <a:pt x="1208680" y="1986259"/>
                  </a:lnTo>
                  <a:lnTo>
                    <a:pt x="1208680" y="2024360"/>
                  </a:lnTo>
                  <a:close/>
                </a:path>
                <a:path w="3514725" h="2024379">
                  <a:moveTo>
                    <a:pt x="1132480" y="2024360"/>
                  </a:moveTo>
                  <a:lnTo>
                    <a:pt x="1094380" y="2024360"/>
                  </a:lnTo>
                  <a:lnTo>
                    <a:pt x="1094380" y="1986259"/>
                  </a:lnTo>
                  <a:lnTo>
                    <a:pt x="1132480" y="1986259"/>
                  </a:lnTo>
                  <a:lnTo>
                    <a:pt x="1132480" y="2024360"/>
                  </a:lnTo>
                  <a:close/>
                </a:path>
                <a:path w="3514725" h="2024379">
                  <a:moveTo>
                    <a:pt x="1056280" y="2024360"/>
                  </a:moveTo>
                  <a:lnTo>
                    <a:pt x="1018180" y="2024360"/>
                  </a:lnTo>
                  <a:lnTo>
                    <a:pt x="1018180" y="1986259"/>
                  </a:lnTo>
                  <a:lnTo>
                    <a:pt x="1056280" y="1986259"/>
                  </a:lnTo>
                  <a:lnTo>
                    <a:pt x="1056280" y="2024360"/>
                  </a:lnTo>
                  <a:close/>
                </a:path>
                <a:path w="3514725" h="2024379">
                  <a:moveTo>
                    <a:pt x="980080" y="2024360"/>
                  </a:moveTo>
                  <a:lnTo>
                    <a:pt x="941980" y="2024360"/>
                  </a:lnTo>
                  <a:lnTo>
                    <a:pt x="941980" y="1986259"/>
                  </a:lnTo>
                  <a:lnTo>
                    <a:pt x="980080" y="1986259"/>
                  </a:lnTo>
                  <a:lnTo>
                    <a:pt x="980080" y="2024360"/>
                  </a:lnTo>
                  <a:close/>
                </a:path>
                <a:path w="3514725" h="2024379">
                  <a:moveTo>
                    <a:pt x="903880" y="2024360"/>
                  </a:moveTo>
                  <a:lnTo>
                    <a:pt x="865780" y="2024360"/>
                  </a:lnTo>
                  <a:lnTo>
                    <a:pt x="865780" y="1986259"/>
                  </a:lnTo>
                  <a:lnTo>
                    <a:pt x="903880" y="1986259"/>
                  </a:lnTo>
                  <a:lnTo>
                    <a:pt x="903880" y="2024360"/>
                  </a:lnTo>
                  <a:close/>
                </a:path>
                <a:path w="3514725" h="2024379">
                  <a:moveTo>
                    <a:pt x="827680" y="2024360"/>
                  </a:moveTo>
                  <a:lnTo>
                    <a:pt x="789580" y="2024360"/>
                  </a:lnTo>
                  <a:lnTo>
                    <a:pt x="789580" y="1986259"/>
                  </a:lnTo>
                  <a:lnTo>
                    <a:pt x="827680" y="1986259"/>
                  </a:lnTo>
                  <a:lnTo>
                    <a:pt x="827680" y="2024360"/>
                  </a:lnTo>
                  <a:close/>
                </a:path>
                <a:path w="3514725" h="2024379">
                  <a:moveTo>
                    <a:pt x="751480" y="2024360"/>
                  </a:moveTo>
                  <a:lnTo>
                    <a:pt x="713380" y="2024360"/>
                  </a:lnTo>
                  <a:lnTo>
                    <a:pt x="713380" y="1986259"/>
                  </a:lnTo>
                  <a:lnTo>
                    <a:pt x="751480" y="1986259"/>
                  </a:lnTo>
                  <a:lnTo>
                    <a:pt x="751480" y="2024360"/>
                  </a:lnTo>
                  <a:close/>
                </a:path>
                <a:path w="3514725" h="2024379">
                  <a:moveTo>
                    <a:pt x="675280" y="2024360"/>
                  </a:moveTo>
                  <a:lnTo>
                    <a:pt x="637180" y="2024360"/>
                  </a:lnTo>
                  <a:lnTo>
                    <a:pt x="637180" y="1986259"/>
                  </a:lnTo>
                  <a:lnTo>
                    <a:pt x="675280" y="1986259"/>
                  </a:lnTo>
                  <a:lnTo>
                    <a:pt x="675280" y="2024360"/>
                  </a:lnTo>
                  <a:close/>
                </a:path>
                <a:path w="3514725" h="2024379">
                  <a:moveTo>
                    <a:pt x="599080" y="2024360"/>
                  </a:moveTo>
                  <a:lnTo>
                    <a:pt x="560980" y="2024360"/>
                  </a:lnTo>
                  <a:lnTo>
                    <a:pt x="560980" y="1986259"/>
                  </a:lnTo>
                  <a:lnTo>
                    <a:pt x="599080" y="1986259"/>
                  </a:lnTo>
                  <a:lnTo>
                    <a:pt x="599080" y="2024360"/>
                  </a:lnTo>
                  <a:close/>
                </a:path>
                <a:path w="3514725" h="2024379">
                  <a:moveTo>
                    <a:pt x="522880" y="2024360"/>
                  </a:moveTo>
                  <a:lnTo>
                    <a:pt x="484780" y="2024360"/>
                  </a:lnTo>
                  <a:lnTo>
                    <a:pt x="484780" y="1986259"/>
                  </a:lnTo>
                  <a:lnTo>
                    <a:pt x="522880" y="1986259"/>
                  </a:lnTo>
                  <a:lnTo>
                    <a:pt x="522880" y="2024360"/>
                  </a:lnTo>
                  <a:close/>
                </a:path>
                <a:path w="3514725" h="2024379">
                  <a:moveTo>
                    <a:pt x="446680" y="2024360"/>
                  </a:moveTo>
                  <a:lnTo>
                    <a:pt x="408580" y="2024360"/>
                  </a:lnTo>
                  <a:lnTo>
                    <a:pt x="408580" y="1986259"/>
                  </a:lnTo>
                  <a:lnTo>
                    <a:pt x="446680" y="1986259"/>
                  </a:lnTo>
                  <a:lnTo>
                    <a:pt x="446680" y="2024360"/>
                  </a:lnTo>
                  <a:close/>
                </a:path>
                <a:path w="3514725" h="2024379">
                  <a:moveTo>
                    <a:pt x="370480" y="2024360"/>
                  </a:moveTo>
                  <a:lnTo>
                    <a:pt x="332380" y="2024360"/>
                  </a:lnTo>
                  <a:lnTo>
                    <a:pt x="332380" y="1986259"/>
                  </a:lnTo>
                  <a:lnTo>
                    <a:pt x="370480" y="1986259"/>
                  </a:lnTo>
                  <a:lnTo>
                    <a:pt x="370480" y="2024360"/>
                  </a:lnTo>
                  <a:close/>
                </a:path>
                <a:path w="3514725" h="2024379">
                  <a:moveTo>
                    <a:pt x="294280" y="2024360"/>
                  </a:moveTo>
                  <a:lnTo>
                    <a:pt x="256180" y="2024360"/>
                  </a:lnTo>
                  <a:lnTo>
                    <a:pt x="256180" y="1986259"/>
                  </a:lnTo>
                  <a:lnTo>
                    <a:pt x="294280" y="1986259"/>
                  </a:lnTo>
                  <a:lnTo>
                    <a:pt x="294280" y="2024360"/>
                  </a:lnTo>
                  <a:close/>
                </a:path>
                <a:path w="3514725" h="2024379">
                  <a:moveTo>
                    <a:pt x="218080" y="2024360"/>
                  </a:moveTo>
                  <a:lnTo>
                    <a:pt x="179980" y="2024360"/>
                  </a:lnTo>
                  <a:lnTo>
                    <a:pt x="179980" y="1986259"/>
                  </a:lnTo>
                  <a:lnTo>
                    <a:pt x="218080" y="1986259"/>
                  </a:lnTo>
                  <a:lnTo>
                    <a:pt x="218080" y="2024360"/>
                  </a:lnTo>
                  <a:close/>
                </a:path>
                <a:path w="3514725" h="2024379">
                  <a:moveTo>
                    <a:pt x="141747" y="2022360"/>
                  </a:moveTo>
                  <a:lnTo>
                    <a:pt x="130221" y="2021220"/>
                  </a:lnTo>
                  <a:lnTo>
                    <a:pt x="104789" y="2013492"/>
                  </a:lnTo>
                  <a:lnTo>
                    <a:pt x="118130" y="1978243"/>
                  </a:lnTo>
                  <a:lnTo>
                    <a:pt x="125050" y="1980633"/>
                  </a:lnTo>
                  <a:lnTo>
                    <a:pt x="132074" y="1982603"/>
                  </a:lnTo>
                  <a:lnTo>
                    <a:pt x="139201" y="1984153"/>
                  </a:lnTo>
                  <a:lnTo>
                    <a:pt x="146432" y="1985283"/>
                  </a:lnTo>
                  <a:lnTo>
                    <a:pt x="141747" y="2022360"/>
                  </a:lnTo>
                  <a:close/>
                </a:path>
                <a:path w="3514725" h="2024379">
                  <a:moveTo>
                    <a:pt x="70946" y="1996189"/>
                  </a:moveTo>
                  <a:lnTo>
                    <a:pt x="47465" y="1976936"/>
                  </a:lnTo>
                  <a:lnTo>
                    <a:pt x="42287" y="1970620"/>
                  </a:lnTo>
                  <a:lnTo>
                    <a:pt x="70105" y="1945472"/>
                  </a:lnTo>
                  <a:lnTo>
                    <a:pt x="71501" y="1947015"/>
                  </a:lnTo>
                  <a:lnTo>
                    <a:pt x="72934" y="1948523"/>
                  </a:lnTo>
                  <a:lnTo>
                    <a:pt x="79907" y="1955496"/>
                  </a:lnTo>
                  <a:lnTo>
                    <a:pt x="85872" y="1960434"/>
                  </a:lnTo>
                  <a:lnTo>
                    <a:pt x="92300" y="1964808"/>
                  </a:lnTo>
                  <a:lnTo>
                    <a:pt x="70946" y="1996189"/>
                  </a:lnTo>
                  <a:close/>
                </a:path>
                <a:path w="3514725" h="2024379">
                  <a:moveTo>
                    <a:pt x="20388" y="1939431"/>
                  </a:moveTo>
                  <a:lnTo>
                    <a:pt x="12366" y="1924407"/>
                  </a:lnTo>
                  <a:lnTo>
                    <a:pt x="6256" y="1904297"/>
                  </a:lnTo>
                  <a:lnTo>
                    <a:pt x="42385" y="1894584"/>
                  </a:lnTo>
                  <a:lnTo>
                    <a:pt x="44486" y="1901577"/>
                  </a:lnTo>
                  <a:lnTo>
                    <a:pt x="46986" y="1908410"/>
                  </a:lnTo>
                  <a:lnTo>
                    <a:pt x="49886" y="1915083"/>
                  </a:lnTo>
                  <a:lnTo>
                    <a:pt x="53185" y="1921597"/>
                  </a:lnTo>
                  <a:lnTo>
                    <a:pt x="20388" y="1939431"/>
                  </a:lnTo>
                  <a:close/>
                </a:path>
                <a:path w="3514725" h="2024379">
                  <a:moveTo>
                    <a:pt x="410" y="1866538"/>
                  </a:moveTo>
                  <a:lnTo>
                    <a:pt x="0" y="1862444"/>
                  </a:lnTo>
                  <a:lnTo>
                    <a:pt x="0" y="1828373"/>
                  </a:lnTo>
                  <a:lnTo>
                    <a:pt x="38141" y="1828373"/>
                  </a:lnTo>
                  <a:lnTo>
                    <a:pt x="38181" y="1865582"/>
                  </a:lnTo>
                  <a:lnTo>
                    <a:pt x="410" y="1866538"/>
                  </a:lnTo>
                  <a:close/>
                </a:path>
                <a:path w="3514725" h="2024379">
                  <a:moveTo>
                    <a:pt x="38141" y="1790273"/>
                  </a:moveTo>
                  <a:lnTo>
                    <a:pt x="1" y="1790273"/>
                  </a:lnTo>
                  <a:lnTo>
                    <a:pt x="2" y="1752173"/>
                  </a:lnTo>
                  <a:lnTo>
                    <a:pt x="38141" y="1752173"/>
                  </a:lnTo>
                  <a:lnTo>
                    <a:pt x="38141" y="1790273"/>
                  </a:lnTo>
                  <a:close/>
                </a:path>
                <a:path w="3514725" h="2024379">
                  <a:moveTo>
                    <a:pt x="38141" y="1714073"/>
                  </a:moveTo>
                  <a:lnTo>
                    <a:pt x="3" y="1714073"/>
                  </a:lnTo>
                  <a:lnTo>
                    <a:pt x="4" y="1675973"/>
                  </a:lnTo>
                  <a:lnTo>
                    <a:pt x="38141" y="1675973"/>
                  </a:lnTo>
                  <a:lnTo>
                    <a:pt x="38141" y="1714073"/>
                  </a:lnTo>
                  <a:close/>
                </a:path>
                <a:path w="3514725" h="2024379">
                  <a:moveTo>
                    <a:pt x="38141" y="1637873"/>
                  </a:moveTo>
                  <a:lnTo>
                    <a:pt x="5" y="1637873"/>
                  </a:lnTo>
                  <a:lnTo>
                    <a:pt x="5" y="1599773"/>
                  </a:lnTo>
                  <a:lnTo>
                    <a:pt x="38141" y="1599773"/>
                  </a:lnTo>
                  <a:lnTo>
                    <a:pt x="38141" y="1637873"/>
                  </a:lnTo>
                  <a:close/>
                </a:path>
                <a:path w="3514725" h="2024379">
                  <a:moveTo>
                    <a:pt x="38141" y="1561673"/>
                  </a:moveTo>
                  <a:lnTo>
                    <a:pt x="6" y="1561673"/>
                  </a:lnTo>
                  <a:lnTo>
                    <a:pt x="7" y="1523573"/>
                  </a:lnTo>
                  <a:lnTo>
                    <a:pt x="38141" y="1523573"/>
                  </a:lnTo>
                  <a:lnTo>
                    <a:pt x="38141" y="1561673"/>
                  </a:lnTo>
                  <a:close/>
                </a:path>
                <a:path w="3514725" h="2024379">
                  <a:moveTo>
                    <a:pt x="38141" y="1485473"/>
                  </a:moveTo>
                  <a:lnTo>
                    <a:pt x="8" y="1485473"/>
                  </a:lnTo>
                  <a:lnTo>
                    <a:pt x="9" y="1447373"/>
                  </a:lnTo>
                  <a:lnTo>
                    <a:pt x="38141" y="1447373"/>
                  </a:lnTo>
                  <a:lnTo>
                    <a:pt x="38141" y="1485473"/>
                  </a:lnTo>
                  <a:close/>
                </a:path>
                <a:path w="3514725" h="2024379">
                  <a:moveTo>
                    <a:pt x="38141" y="1409273"/>
                  </a:moveTo>
                  <a:lnTo>
                    <a:pt x="10" y="1409273"/>
                  </a:lnTo>
                  <a:lnTo>
                    <a:pt x="11" y="1371173"/>
                  </a:lnTo>
                  <a:lnTo>
                    <a:pt x="38141" y="1371173"/>
                  </a:lnTo>
                  <a:lnTo>
                    <a:pt x="38141" y="1409273"/>
                  </a:lnTo>
                  <a:close/>
                </a:path>
                <a:path w="3514725" h="2024379">
                  <a:moveTo>
                    <a:pt x="38141" y="1333073"/>
                  </a:moveTo>
                  <a:lnTo>
                    <a:pt x="11" y="1333073"/>
                  </a:lnTo>
                  <a:lnTo>
                    <a:pt x="12" y="1294973"/>
                  </a:lnTo>
                  <a:lnTo>
                    <a:pt x="38141" y="1294973"/>
                  </a:lnTo>
                  <a:lnTo>
                    <a:pt x="38141" y="1333073"/>
                  </a:lnTo>
                  <a:close/>
                </a:path>
                <a:path w="3514725" h="2024379">
                  <a:moveTo>
                    <a:pt x="38141" y="1256873"/>
                  </a:moveTo>
                  <a:lnTo>
                    <a:pt x="13" y="1256873"/>
                  </a:lnTo>
                  <a:lnTo>
                    <a:pt x="14" y="1218773"/>
                  </a:lnTo>
                  <a:lnTo>
                    <a:pt x="38141" y="1218773"/>
                  </a:lnTo>
                  <a:lnTo>
                    <a:pt x="38141" y="1256873"/>
                  </a:lnTo>
                  <a:close/>
                </a:path>
                <a:path w="3514725" h="2024379">
                  <a:moveTo>
                    <a:pt x="38141" y="1180673"/>
                  </a:moveTo>
                  <a:lnTo>
                    <a:pt x="15" y="1180673"/>
                  </a:lnTo>
                  <a:lnTo>
                    <a:pt x="16" y="1142573"/>
                  </a:lnTo>
                  <a:lnTo>
                    <a:pt x="38141" y="1142573"/>
                  </a:lnTo>
                  <a:lnTo>
                    <a:pt x="38141" y="1180673"/>
                  </a:lnTo>
                  <a:close/>
                </a:path>
                <a:path w="3514725" h="2024379">
                  <a:moveTo>
                    <a:pt x="38141" y="1104473"/>
                  </a:moveTo>
                  <a:lnTo>
                    <a:pt x="17" y="1104473"/>
                  </a:lnTo>
                  <a:lnTo>
                    <a:pt x="17" y="1066373"/>
                  </a:lnTo>
                  <a:lnTo>
                    <a:pt x="38141" y="1066373"/>
                  </a:lnTo>
                  <a:lnTo>
                    <a:pt x="38141" y="1104473"/>
                  </a:lnTo>
                  <a:close/>
                </a:path>
                <a:path w="3514725" h="2024379">
                  <a:moveTo>
                    <a:pt x="38141" y="1028273"/>
                  </a:moveTo>
                  <a:lnTo>
                    <a:pt x="18" y="1028273"/>
                  </a:lnTo>
                  <a:lnTo>
                    <a:pt x="19" y="990173"/>
                  </a:lnTo>
                  <a:lnTo>
                    <a:pt x="38141" y="990173"/>
                  </a:lnTo>
                  <a:lnTo>
                    <a:pt x="38141" y="1028273"/>
                  </a:lnTo>
                  <a:close/>
                </a:path>
                <a:path w="3514725" h="2024379">
                  <a:moveTo>
                    <a:pt x="38141" y="952073"/>
                  </a:moveTo>
                  <a:lnTo>
                    <a:pt x="20" y="952073"/>
                  </a:lnTo>
                  <a:lnTo>
                    <a:pt x="21" y="913973"/>
                  </a:lnTo>
                  <a:lnTo>
                    <a:pt x="38141" y="913973"/>
                  </a:lnTo>
                  <a:lnTo>
                    <a:pt x="38141" y="952073"/>
                  </a:lnTo>
                  <a:close/>
                </a:path>
                <a:path w="3514725" h="2024379">
                  <a:moveTo>
                    <a:pt x="38141" y="875873"/>
                  </a:moveTo>
                  <a:lnTo>
                    <a:pt x="22" y="875873"/>
                  </a:lnTo>
                  <a:lnTo>
                    <a:pt x="23" y="837773"/>
                  </a:lnTo>
                  <a:lnTo>
                    <a:pt x="38141" y="837773"/>
                  </a:lnTo>
                  <a:lnTo>
                    <a:pt x="38141" y="875873"/>
                  </a:lnTo>
                  <a:close/>
                </a:path>
                <a:path w="3514725" h="2024379">
                  <a:moveTo>
                    <a:pt x="38141" y="799673"/>
                  </a:moveTo>
                  <a:lnTo>
                    <a:pt x="23" y="799673"/>
                  </a:lnTo>
                  <a:lnTo>
                    <a:pt x="24" y="761573"/>
                  </a:lnTo>
                  <a:lnTo>
                    <a:pt x="38141" y="761573"/>
                  </a:lnTo>
                  <a:lnTo>
                    <a:pt x="38141" y="799673"/>
                  </a:lnTo>
                  <a:close/>
                </a:path>
                <a:path w="3514725" h="2024379">
                  <a:moveTo>
                    <a:pt x="38141" y="723473"/>
                  </a:moveTo>
                  <a:lnTo>
                    <a:pt x="25" y="723473"/>
                  </a:lnTo>
                  <a:lnTo>
                    <a:pt x="26" y="685373"/>
                  </a:lnTo>
                  <a:lnTo>
                    <a:pt x="38141" y="685373"/>
                  </a:lnTo>
                  <a:lnTo>
                    <a:pt x="38141" y="723473"/>
                  </a:lnTo>
                  <a:close/>
                </a:path>
                <a:path w="3514725" h="2024379">
                  <a:moveTo>
                    <a:pt x="38141" y="647273"/>
                  </a:moveTo>
                  <a:lnTo>
                    <a:pt x="27" y="647273"/>
                  </a:lnTo>
                  <a:lnTo>
                    <a:pt x="28" y="609173"/>
                  </a:lnTo>
                  <a:lnTo>
                    <a:pt x="38141" y="609173"/>
                  </a:lnTo>
                  <a:lnTo>
                    <a:pt x="38141" y="647273"/>
                  </a:lnTo>
                  <a:close/>
                </a:path>
                <a:path w="3514725" h="2024379">
                  <a:moveTo>
                    <a:pt x="38141" y="571073"/>
                  </a:moveTo>
                  <a:lnTo>
                    <a:pt x="29" y="571073"/>
                  </a:lnTo>
                  <a:lnTo>
                    <a:pt x="29" y="532973"/>
                  </a:lnTo>
                  <a:lnTo>
                    <a:pt x="38141" y="532973"/>
                  </a:lnTo>
                  <a:lnTo>
                    <a:pt x="38141" y="571073"/>
                  </a:lnTo>
                  <a:close/>
                </a:path>
                <a:path w="3514725" h="2024379">
                  <a:moveTo>
                    <a:pt x="38141" y="494873"/>
                  </a:moveTo>
                  <a:lnTo>
                    <a:pt x="30" y="494873"/>
                  </a:lnTo>
                  <a:lnTo>
                    <a:pt x="31" y="456773"/>
                  </a:lnTo>
                  <a:lnTo>
                    <a:pt x="38141" y="456773"/>
                  </a:lnTo>
                  <a:lnTo>
                    <a:pt x="38141" y="494873"/>
                  </a:lnTo>
                  <a:close/>
                </a:path>
                <a:path w="3514725" h="2024379">
                  <a:moveTo>
                    <a:pt x="38141" y="418673"/>
                  </a:moveTo>
                  <a:lnTo>
                    <a:pt x="32" y="418673"/>
                  </a:lnTo>
                  <a:lnTo>
                    <a:pt x="33" y="380573"/>
                  </a:lnTo>
                  <a:lnTo>
                    <a:pt x="38141" y="380573"/>
                  </a:lnTo>
                  <a:lnTo>
                    <a:pt x="38141" y="418673"/>
                  </a:lnTo>
                  <a:close/>
                </a:path>
                <a:path w="3514725" h="2024379">
                  <a:moveTo>
                    <a:pt x="38141" y="342473"/>
                  </a:moveTo>
                  <a:lnTo>
                    <a:pt x="34" y="342473"/>
                  </a:lnTo>
                  <a:lnTo>
                    <a:pt x="35" y="304373"/>
                  </a:lnTo>
                  <a:lnTo>
                    <a:pt x="38141" y="304373"/>
                  </a:lnTo>
                  <a:lnTo>
                    <a:pt x="38141" y="342473"/>
                  </a:lnTo>
                  <a:close/>
                </a:path>
                <a:path w="3514725" h="2024379">
                  <a:moveTo>
                    <a:pt x="38141" y="266273"/>
                  </a:moveTo>
                  <a:lnTo>
                    <a:pt x="35" y="266273"/>
                  </a:lnTo>
                  <a:lnTo>
                    <a:pt x="36" y="228173"/>
                  </a:lnTo>
                  <a:lnTo>
                    <a:pt x="38141" y="228173"/>
                  </a:lnTo>
                  <a:lnTo>
                    <a:pt x="38141" y="266273"/>
                  </a:lnTo>
                  <a:close/>
                </a:path>
                <a:path w="3514725" h="2024379">
                  <a:moveTo>
                    <a:pt x="38141" y="190073"/>
                  </a:moveTo>
                  <a:lnTo>
                    <a:pt x="37" y="190073"/>
                  </a:lnTo>
                  <a:lnTo>
                    <a:pt x="38" y="161915"/>
                  </a:lnTo>
                  <a:lnTo>
                    <a:pt x="1034" y="151858"/>
                  </a:lnTo>
                  <a:lnTo>
                    <a:pt x="38382" y="154191"/>
                  </a:lnTo>
                  <a:lnTo>
                    <a:pt x="38222" y="156762"/>
                  </a:lnTo>
                  <a:lnTo>
                    <a:pt x="38141" y="190073"/>
                  </a:lnTo>
                  <a:close/>
                </a:path>
                <a:path w="3514725" h="2024379">
                  <a:moveTo>
                    <a:pt x="43641" y="125423"/>
                  </a:moveTo>
                  <a:lnTo>
                    <a:pt x="7970" y="114420"/>
                  </a:lnTo>
                  <a:lnTo>
                    <a:pt x="12366" y="99952"/>
                  </a:lnTo>
                  <a:lnTo>
                    <a:pt x="23167" y="79722"/>
                  </a:lnTo>
                  <a:lnTo>
                    <a:pt x="55422" y="98823"/>
                  </a:lnTo>
                  <a:lnTo>
                    <a:pt x="51887" y="105211"/>
                  </a:lnTo>
                  <a:lnTo>
                    <a:pt x="48745" y="111774"/>
                  </a:lnTo>
                  <a:lnTo>
                    <a:pt x="45996" y="118512"/>
                  </a:lnTo>
                  <a:lnTo>
                    <a:pt x="43641" y="125423"/>
                  </a:lnTo>
                  <a:close/>
                </a:path>
                <a:path w="3514725" h="2024379">
                  <a:moveTo>
                    <a:pt x="73073" y="75716"/>
                  </a:moveTo>
                  <a:lnTo>
                    <a:pt x="46096" y="49094"/>
                  </a:lnTo>
                  <a:lnTo>
                    <a:pt x="47465" y="47424"/>
                  </a:lnTo>
                  <a:lnTo>
                    <a:pt x="72126" y="27203"/>
                  </a:lnTo>
                  <a:lnTo>
                    <a:pt x="76033" y="25117"/>
                  </a:lnTo>
                  <a:lnTo>
                    <a:pt x="96099" y="57066"/>
                  </a:lnTo>
                  <a:lnTo>
                    <a:pt x="90323" y="60920"/>
                  </a:lnTo>
                  <a:lnTo>
                    <a:pt x="84811" y="65057"/>
                  </a:lnTo>
                  <a:lnTo>
                    <a:pt x="79565" y="69479"/>
                  </a:lnTo>
                  <a:lnTo>
                    <a:pt x="74584" y="74185"/>
                  </a:lnTo>
                  <a:lnTo>
                    <a:pt x="73073" y="75716"/>
                  </a:lnTo>
                  <a:close/>
                </a:path>
                <a:path w="3514725" h="2024379">
                  <a:moveTo>
                    <a:pt x="122389" y="44592"/>
                  </a:moveTo>
                  <a:lnTo>
                    <a:pt x="110436" y="9152"/>
                  </a:lnTo>
                  <a:lnTo>
                    <a:pt x="130221" y="3139"/>
                  </a:lnTo>
                  <a:lnTo>
                    <a:pt x="147663" y="1414"/>
                  </a:lnTo>
                  <a:lnTo>
                    <a:pt x="150972" y="38587"/>
                  </a:lnTo>
                  <a:lnTo>
                    <a:pt x="143694" y="39451"/>
                  </a:lnTo>
                  <a:lnTo>
                    <a:pt x="136504" y="40740"/>
                  </a:lnTo>
                  <a:lnTo>
                    <a:pt x="129402" y="42454"/>
                  </a:lnTo>
                  <a:lnTo>
                    <a:pt x="122389" y="44592"/>
                  </a:lnTo>
                  <a:close/>
                </a:path>
                <a:path w="3514725" h="2024379">
                  <a:moveTo>
                    <a:pt x="200057" y="38099"/>
                  </a:moveTo>
                  <a:lnTo>
                    <a:pt x="161957" y="38099"/>
                  </a:lnTo>
                  <a:lnTo>
                    <a:pt x="161957" y="0"/>
                  </a:lnTo>
                  <a:lnTo>
                    <a:pt x="200057" y="0"/>
                  </a:lnTo>
                  <a:lnTo>
                    <a:pt x="200057" y="38099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796562" y="7628909"/>
              <a:ext cx="657224" cy="657224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1518504" y="1277283"/>
            <a:ext cx="14544675" cy="4977765"/>
            <a:chOff x="1518504" y="1277283"/>
            <a:chExt cx="14544675" cy="4977765"/>
          </a:xfrm>
        </p:grpSpPr>
        <p:pic>
          <p:nvPicPr>
            <p:cNvPr id="38" name="object 3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722603" y="1277283"/>
              <a:ext cx="6600824" cy="819149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18504" y="2092247"/>
              <a:ext cx="14544674" cy="4162425"/>
            </a:xfrm>
            <a:prstGeom prst="rect">
              <a:avLst/>
            </a:prstGeom>
          </p:spPr>
        </p:pic>
      </p:grpSp>
      <p:sp>
        <p:nvSpPr>
          <p:cNvPr id="40" name="object 40" descr=""/>
          <p:cNvSpPr txBox="1"/>
          <p:nvPr/>
        </p:nvSpPr>
        <p:spPr>
          <a:xfrm>
            <a:off x="14739506" y="8662635"/>
            <a:ext cx="3070225" cy="65976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480"/>
              </a:lnSpc>
              <a:spcBef>
                <a:spcPts val="215"/>
              </a:spcBef>
            </a:pPr>
            <a:r>
              <a:rPr dirty="0" sz="2100">
                <a:latin typeface="Calibri"/>
                <a:cs typeface="Calibri"/>
              </a:rPr>
              <a:t>*Some</a:t>
            </a:r>
            <a:r>
              <a:rPr dirty="0" sz="2100" spc="-3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of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these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may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change </a:t>
            </a:r>
            <a:r>
              <a:rPr dirty="0" sz="2100">
                <a:latin typeface="Calibri"/>
                <a:cs typeface="Calibri"/>
              </a:rPr>
              <a:t>during </a:t>
            </a:r>
            <a:r>
              <a:rPr dirty="0" sz="2100" spc="-10">
                <a:latin typeface="Calibri"/>
                <a:cs typeface="Calibri"/>
              </a:rPr>
              <a:t>development.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50353" y="0"/>
              <a:ext cx="2511647" cy="232481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58605" y="304561"/>
              <a:ext cx="1791674" cy="152885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33514" y="4379061"/>
              <a:ext cx="7590155" cy="4984115"/>
            </a:xfrm>
            <a:custGeom>
              <a:avLst/>
              <a:gdLst/>
              <a:ahLst/>
              <a:cxnLst/>
              <a:rect l="l" t="t" r="r" b="b"/>
              <a:pathLst>
                <a:path w="7590155" h="4984115">
                  <a:moveTo>
                    <a:pt x="28575" y="4767821"/>
                  </a:moveTo>
                  <a:lnTo>
                    <a:pt x="0" y="4767821"/>
                  </a:lnTo>
                  <a:lnTo>
                    <a:pt x="0" y="4796396"/>
                  </a:lnTo>
                  <a:lnTo>
                    <a:pt x="28575" y="4796396"/>
                  </a:lnTo>
                  <a:lnTo>
                    <a:pt x="28575" y="4767821"/>
                  </a:lnTo>
                  <a:close/>
                </a:path>
                <a:path w="7590155" h="4984115">
                  <a:moveTo>
                    <a:pt x="28575" y="4710671"/>
                  </a:moveTo>
                  <a:lnTo>
                    <a:pt x="0" y="4710671"/>
                  </a:lnTo>
                  <a:lnTo>
                    <a:pt x="0" y="4739246"/>
                  </a:lnTo>
                  <a:lnTo>
                    <a:pt x="28575" y="4739246"/>
                  </a:lnTo>
                  <a:lnTo>
                    <a:pt x="28575" y="4710671"/>
                  </a:lnTo>
                  <a:close/>
                </a:path>
                <a:path w="7590155" h="4984115">
                  <a:moveTo>
                    <a:pt x="28575" y="4653521"/>
                  </a:moveTo>
                  <a:lnTo>
                    <a:pt x="0" y="4653521"/>
                  </a:lnTo>
                  <a:lnTo>
                    <a:pt x="0" y="4682096"/>
                  </a:lnTo>
                  <a:lnTo>
                    <a:pt x="28575" y="4682096"/>
                  </a:lnTo>
                  <a:lnTo>
                    <a:pt x="28575" y="4653521"/>
                  </a:lnTo>
                  <a:close/>
                </a:path>
                <a:path w="7590155" h="4984115">
                  <a:moveTo>
                    <a:pt x="28575" y="4596371"/>
                  </a:moveTo>
                  <a:lnTo>
                    <a:pt x="0" y="4596371"/>
                  </a:lnTo>
                  <a:lnTo>
                    <a:pt x="0" y="4624946"/>
                  </a:lnTo>
                  <a:lnTo>
                    <a:pt x="28575" y="4624946"/>
                  </a:lnTo>
                  <a:lnTo>
                    <a:pt x="28575" y="4596371"/>
                  </a:lnTo>
                  <a:close/>
                </a:path>
                <a:path w="7590155" h="4984115">
                  <a:moveTo>
                    <a:pt x="28575" y="4539221"/>
                  </a:moveTo>
                  <a:lnTo>
                    <a:pt x="0" y="4539221"/>
                  </a:lnTo>
                  <a:lnTo>
                    <a:pt x="0" y="4567796"/>
                  </a:lnTo>
                  <a:lnTo>
                    <a:pt x="28575" y="4567796"/>
                  </a:lnTo>
                  <a:lnTo>
                    <a:pt x="28575" y="4539221"/>
                  </a:lnTo>
                  <a:close/>
                </a:path>
                <a:path w="7590155" h="4984115">
                  <a:moveTo>
                    <a:pt x="28575" y="4482071"/>
                  </a:moveTo>
                  <a:lnTo>
                    <a:pt x="0" y="4482071"/>
                  </a:lnTo>
                  <a:lnTo>
                    <a:pt x="0" y="4510646"/>
                  </a:lnTo>
                  <a:lnTo>
                    <a:pt x="28575" y="4510646"/>
                  </a:lnTo>
                  <a:lnTo>
                    <a:pt x="28575" y="4482071"/>
                  </a:lnTo>
                  <a:close/>
                </a:path>
                <a:path w="7590155" h="4984115">
                  <a:moveTo>
                    <a:pt x="28575" y="4424921"/>
                  </a:moveTo>
                  <a:lnTo>
                    <a:pt x="0" y="4424921"/>
                  </a:lnTo>
                  <a:lnTo>
                    <a:pt x="0" y="4453496"/>
                  </a:lnTo>
                  <a:lnTo>
                    <a:pt x="28575" y="4453496"/>
                  </a:lnTo>
                  <a:lnTo>
                    <a:pt x="28575" y="4424921"/>
                  </a:lnTo>
                  <a:close/>
                </a:path>
                <a:path w="7590155" h="4984115">
                  <a:moveTo>
                    <a:pt x="28575" y="4367771"/>
                  </a:moveTo>
                  <a:lnTo>
                    <a:pt x="0" y="4367771"/>
                  </a:lnTo>
                  <a:lnTo>
                    <a:pt x="0" y="4396346"/>
                  </a:lnTo>
                  <a:lnTo>
                    <a:pt x="28575" y="4396346"/>
                  </a:lnTo>
                  <a:lnTo>
                    <a:pt x="28575" y="4367771"/>
                  </a:lnTo>
                  <a:close/>
                </a:path>
                <a:path w="7590155" h="4984115">
                  <a:moveTo>
                    <a:pt x="28575" y="4310621"/>
                  </a:moveTo>
                  <a:lnTo>
                    <a:pt x="0" y="4310621"/>
                  </a:lnTo>
                  <a:lnTo>
                    <a:pt x="0" y="4339196"/>
                  </a:lnTo>
                  <a:lnTo>
                    <a:pt x="28575" y="4339196"/>
                  </a:lnTo>
                  <a:lnTo>
                    <a:pt x="28575" y="4310621"/>
                  </a:lnTo>
                  <a:close/>
                </a:path>
                <a:path w="7590155" h="4984115">
                  <a:moveTo>
                    <a:pt x="28575" y="4253471"/>
                  </a:moveTo>
                  <a:lnTo>
                    <a:pt x="0" y="4253471"/>
                  </a:lnTo>
                  <a:lnTo>
                    <a:pt x="0" y="4282046"/>
                  </a:lnTo>
                  <a:lnTo>
                    <a:pt x="28575" y="4282046"/>
                  </a:lnTo>
                  <a:lnTo>
                    <a:pt x="28575" y="4253471"/>
                  </a:lnTo>
                  <a:close/>
                </a:path>
                <a:path w="7590155" h="4984115">
                  <a:moveTo>
                    <a:pt x="28575" y="4196321"/>
                  </a:moveTo>
                  <a:lnTo>
                    <a:pt x="0" y="4196321"/>
                  </a:lnTo>
                  <a:lnTo>
                    <a:pt x="0" y="4224896"/>
                  </a:lnTo>
                  <a:lnTo>
                    <a:pt x="28575" y="4224896"/>
                  </a:lnTo>
                  <a:lnTo>
                    <a:pt x="28575" y="4196321"/>
                  </a:lnTo>
                  <a:close/>
                </a:path>
                <a:path w="7590155" h="4984115">
                  <a:moveTo>
                    <a:pt x="28575" y="4139171"/>
                  </a:moveTo>
                  <a:lnTo>
                    <a:pt x="0" y="4139171"/>
                  </a:lnTo>
                  <a:lnTo>
                    <a:pt x="0" y="4167746"/>
                  </a:lnTo>
                  <a:lnTo>
                    <a:pt x="28575" y="4167746"/>
                  </a:lnTo>
                  <a:lnTo>
                    <a:pt x="28575" y="4139171"/>
                  </a:lnTo>
                  <a:close/>
                </a:path>
                <a:path w="7590155" h="4984115">
                  <a:moveTo>
                    <a:pt x="28575" y="4082021"/>
                  </a:moveTo>
                  <a:lnTo>
                    <a:pt x="0" y="4082021"/>
                  </a:lnTo>
                  <a:lnTo>
                    <a:pt x="0" y="4110596"/>
                  </a:lnTo>
                  <a:lnTo>
                    <a:pt x="28575" y="4110596"/>
                  </a:lnTo>
                  <a:lnTo>
                    <a:pt x="28575" y="4082021"/>
                  </a:lnTo>
                  <a:close/>
                </a:path>
                <a:path w="7590155" h="4984115">
                  <a:moveTo>
                    <a:pt x="28575" y="4024871"/>
                  </a:moveTo>
                  <a:lnTo>
                    <a:pt x="0" y="4024871"/>
                  </a:lnTo>
                  <a:lnTo>
                    <a:pt x="0" y="4053446"/>
                  </a:lnTo>
                  <a:lnTo>
                    <a:pt x="28575" y="4053446"/>
                  </a:lnTo>
                  <a:lnTo>
                    <a:pt x="28575" y="4024871"/>
                  </a:lnTo>
                  <a:close/>
                </a:path>
                <a:path w="7590155" h="4984115">
                  <a:moveTo>
                    <a:pt x="28575" y="3967721"/>
                  </a:moveTo>
                  <a:lnTo>
                    <a:pt x="0" y="3967721"/>
                  </a:lnTo>
                  <a:lnTo>
                    <a:pt x="0" y="3996296"/>
                  </a:lnTo>
                  <a:lnTo>
                    <a:pt x="28575" y="3996296"/>
                  </a:lnTo>
                  <a:lnTo>
                    <a:pt x="28575" y="3967721"/>
                  </a:lnTo>
                  <a:close/>
                </a:path>
                <a:path w="7590155" h="4984115">
                  <a:moveTo>
                    <a:pt x="28575" y="3910571"/>
                  </a:moveTo>
                  <a:lnTo>
                    <a:pt x="0" y="3910571"/>
                  </a:lnTo>
                  <a:lnTo>
                    <a:pt x="0" y="3939146"/>
                  </a:lnTo>
                  <a:lnTo>
                    <a:pt x="28575" y="3939146"/>
                  </a:lnTo>
                  <a:lnTo>
                    <a:pt x="28575" y="3910571"/>
                  </a:lnTo>
                  <a:close/>
                </a:path>
                <a:path w="7590155" h="4984115">
                  <a:moveTo>
                    <a:pt x="28575" y="3853421"/>
                  </a:moveTo>
                  <a:lnTo>
                    <a:pt x="0" y="3853421"/>
                  </a:lnTo>
                  <a:lnTo>
                    <a:pt x="0" y="3881996"/>
                  </a:lnTo>
                  <a:lnTo>
                    <a:pt x="28575" y="3881996"/>
                  </a:lnTo>
                  <a:lnTo>
                    <a:pt x="28575" y="3853421"/>
                  </a:lnTo>
                  <a:close/>
                </a:path>
                <a:path w="7590155" h="4984115">
                  <a:moveTo>
                    <a:pt x="28575" y="3796271"/>
                  </a:moveTo>
                  <a:lnTo>
                    <a:pt x="0" y="3796271"/>
                  </a:lnTo>
                  <a:lnTo>
                    <a:pt x="0" y="3824846"/>
                  </a:lnTo>
                  <a:lnTo>
                    <a:pt x="28575" y="3824846"/>
                  </a:lnTo>
                  <a:lnTo>
                    <a:pt x="28575" y="3796271"/>
                  </a:lnTo>
                  <a:close/>
                </a:path>
                <a:path w="7590155" h="4984115">
                  <a:moveTo>
                    <a:pt x="28575" y="3739121"/>
                  </a:moveTo>
                  <a:lnTo>
                    <a:pt x="0" y="3739121"/>
                  </a:lnTo>
                  <a:lnTo>
                    <a:pt x="0" y="3767696"/>
                  </a:lnTo>
                  <a:lnTo>
                    <a:pt x="28575" y="3767696"/>
                  </a:lnTo>
                  <a:lnTo>
                    <a:pt x="28575" y="3739121"/>
                  </a:lnTo>
                  <a:close/>
                </a:path>
                <a:path w="7590155" h="4984115">
                  <a:moveTo>
                    <a:pt x="28575" y="3681971"/>
                  </a:moveTo>
                  <a:lnTo>
                    <a:pt x="0" y="3681971"/>
                  </a:lnTo>
                  <a:lnTo>
                    <a:pt x="0" y="3710546"/>
                  </a:lnTo>
                  <a:lnTo>
                    <a:pt x="28575" y="3710546"/>
                  </a:lnTo>
                  <a:lnTo>
                    <a:pt x="28575" y="3681971"/>
                  </a:lnTo>
                  <a:close/>
                </a:path>
                <a:path w="7590155" h="4984115">
                  <a:moveTo>
                    <a:pt x="28575" y="3624821"/>
                  </a:moveTo>
                  <a:lnTo>
                    <a:pt x="0" y="3624821"/>
                  </a:lnTo>
                  <a:lnTo>
                    <a:pt x="0" y="3653396"/>
                  </a:lnTo>
                  <a:lnTo>
                    <a:pt x="28575" y="3653396"/>
                  </a:lnTo>
                  <a:lnTo>
                    <a:pt x="28575" y="3624821"/>
                  </a:lnTo>
                  <a:close/>
                </a:path>
                <a:path w="7590155" h="4984115">
                  <a:moveTo>
                    <a:pt x="28575" y="3567671"/>
                  </a:moveTo>
                  <a:lnTo>
                    <a:pt x="0" y="3567671"/>
                  </a:lnTo>
                  <a:lnTo>
                    <a:pt x="0" y="3596246"/>
                  </a:lnTo>
                  <a:lnTo>
                    <a:pt x="28575" y="3596246"/>
                  </a:lnTo>
                  <a:lnTo>
                    <a:pt x="28575" y="3567671"/>
                  </a:lnTo>
                  <a:close/>
                </a:path>
                <a:path w="7590155" h="4984115">
                  <a:moveTo>
                    <a:pt x="28575" y="3510521"/>
                  </a:moveTo>
                  <a:lnTo>
                    <a:pt x="0" y="3510521"/>
                  </a:lnTo>
                  <a:lnTo>
                    <a:pt x="0" y="3539096"/>
                  </a:lnTo>
                  <a:lnTo>
                    <a:pt x="28575" y="3539096"/>
                  </a:lnTo>
                  <a:lnTo>
                    <a:pt x="28575" y="3510521"/>
                  </a:lnTo>
                  <a:close/>
                </a:path>
                <a:path w="7590155" h="4984115">
                  <a:moveTo>
                    <a:pt x="28575" y="3453371"/>
                  </a:moveTo>
                  <a:lnTo>
                    <a:pt x="0" y="3453371"/>
                  </a:lnTo>
                  <a:lnTo>
                    <a:pt x="0" y="3481946"/>
                  </a:lnTo>
                  <a:lnTo>
                    <a:pt x="28575" y="3481946"/>
                  </a:lnTo>
                  <a:lnTo>
                    <a:pt x="28575" y="3453371"/>
                  </a:lnTo>
                  <a:close/>
                </a:path>
                <a:path w="7590155" h="4984115">
                  <a:moveTo>
                    <a:pt x="28575" y="3396221"/>
                  </a:moveTo>
                  <a:lnTo>
                    <a:pt x="0" y="3396221"/>
                  </a:lnTo>
                  <a:lnTo>
                    <a:pt x="0" y="3424796"/>
                  </a:lnTo>
                  <a:lnTo>
                    <a:pt x="28575" y="3424796"/>
                  </a:lnTo>
                  <a:lnTo>
                    <a:pt x="28575" y="3396221"/>
                  </a:lnTo>
                  <a:close/>
                </a:path>
                <a:path w="7590155" h="4984115">
                  <a:moveTo>
                    <a:pt x="28575" y="3339071"/>
                  </a:moveTo>
                  <a:lnTo>
                    <a:pt x="0" y="3339071"/>
                  </a:lnTo>
                  <a:lnTo>
                    <a:pt x="0" y="3367646"/>
                  </a:lnTo>
                  <a:lnTo>
                    <a:pt x="28575" y="3367646"/>
                  </a:lnTo>
                  <a:lnTo>
                    <a:pt x="28575" y="3339071"/>
                  </a:lnTo>
                  <a:close/>
                </a:path>
                <a:path w="7590155" h="4984115">
                  <a:moveTo>
                    <a:pt x="28575" y="3281921"/>
                  </a:moveTo>
                  <a:lnTo>
                    <a:pt x="0" y="3281921"/>
                  </a:lnTo>
                  <a:lnTo>
                    <a:pt x="0" y="3310496"/>
                  </a:lnTo>
                  <a:lnTo>
                    <a:pt x="28575" y="3310496"/>
                  </a:lnTo>
                  <a:lnTo>
                    <a:pt x="28575" y="3281921"/>
                  </a:lnTo>
                  <a:close/>
                </a:path>
                <a:path w="7590155" h="4984115">
                  <a:moveTo>
                    <a:pt x="28575" y="3224771"/>
                  </a:moveTo>
                  <a:lnTo>
                    <a:pt x="0" y="3224771"/>
                  </a:lnTo>
                  <a:lnTo>
                    <a:pt x="0" y="3253346"/>
                  </a:lnTo>
                  <a:lnTo>
                    <a:pt x="28575" y="3253346"/>
                  </a:lnTo>
                  <a:lnTo>
                    <a:pt x="28575" y="3224771"/>
                  </a:lnTo>
                  <a:close/>
                </a:path>
                <a:path w="7590155" h="4984115">
                  <a:moveTo>
                    <a:pt x="28575" y="3167621"/>
                  </a:moveTo>
                  <a:lnTo>
                    <a:pt x="0" y="3167621"/>
                  </a:lnTo>
                  <a:lnTo>
                    <a:pt x="0" y="3196196"/>
                  </a:lnTo>
                  <a:lnTo>
                    <a:pt x="28575" y="3196196"/>
                  </a:lnTo>
                  <a:lnTo>
                    <a:pt x="28575" y="3167621"/>
                  </a:lnTo>
                  <a:close/>
                </a:path>
                <a:path w="7590155" h="4984115">
                  <a:moveTo>
                    <a:pt x="28575" y="3110471"/>
                  </a:moveTo>
                  <a:lnTo>
                    <a:pt x="0" y="3110471"/>
                  </a:lnTo>
                  <a:lnTo>
                    <a:pt x="0" y="3139046"/>
                  </a:lnTo>
                  <a:lnTo>
                    <a:pt x="28575" y="3139046"/>
                  </a:lnTo>
                  <a:lnTo>
                    <a:pt x="28575" y="3110471"/>
                  </a:lnTo>
                  <a:close/>
                </a:path>
                <a:path w="7590155" h="4984115">
                  <a:moveTo>
                    <a:pt x="28575" y="3053321"/>
                  </a:moveTo>
                  <a:lnTo>
                    <a:pt x="0" y="3053321"/>
                  </a:lnTo>
                  <a:lnTo>
                    <a:pt x="0" y="3081896"/>
                  </a:lnTo>
                  <a:lnTo>
                    <a:pt x="28575" y="3081896"/>
                  </a:lnTo>
                  <a:lnTo>
                    <a:pt x="28575" y="3053321"/>
                  </a:lnTo>
                  <a:close/>
                </a:path>
                <a:path w="7590155" h="4984115">
                  <a:moveTo>
                    <a:pt x="28575" y="2996171"/>
                  </a:moveTo>
                  <a:lnTo>
                    <a:pt x="0" y="2996171"/>
                  </a:lnTo>
                  <a:lnTo>
                    <a:pt x="0" y="3024746"/>
                  </a:lnTo>
                  <a:lnTo>
                    <a:pt x="28575" y="3024746"/>
                  </a:lnTo>
                  <a:lnTo>
                    <a:pt x="28575" y="2996171"/>
                  </a:lnTo>
                  <a:close/>
                </a:path>
                <a:path w="7590155" h="4984115">
                  <a:moveTo>
                    <a:pt x="28575" y="2939021"/>
                  </a:moveTo>
                  <a:lnTo>
                    <a:pt x="0" y="2939021"/>
                  </a:lnTo>
                  <a:lnTo>
                    <a:pt x="0" y="2967596"/>
                  </a:lnTo>
                  <a:lnTo>
                    <a:pt x="28575" y="2967596"/>
                  </a:lnTo>
                  <a:lnTo>
                    <a:pt x="28575" y="2939021"/>
                  </a:lnTo>
                  <a:close/>
                </a:path>
                <a:path w="7590155" h="4984115">
                  <a:moveTo>
                    <a:pt x="28575" y="2881871"/>
                  </a:moveTo>
                  <a:lnTo>
                    <a:pt x="0" y="2881871"/>
                  </a:lnTo>
                  <a:lnTo>
                    <a:pt x="0" y="2910446"/>
                  </a:lnTo>
                  <a:lnTo>
                    <a:pt x="28575" y="2910446"/>
                  </a:lnTo>
                  <a:lnTo>
                    <a:pt x="28575" y="2881871"/>
                  </a:lnTo>
                  <a:close/>
                </a:path>
                <a:path w="7590155" h="4984115">
                  <a:moveTo>
                    <a:pt x="28575" y="2824721"/>
                  </a:moveTo>
                  <a:lnTo>
                    <a:pt x="0" y="2824721"/>
                  </a:lnTo>
                  <a:lnTo>
                    <a:pt x="0" y="2853296"/>
                  </a:lnTo>
                  <a:lnTo>
                    <a:pt x="28575" y="2853296"/>
                  </a:lnTo>
                  <a:lnTo>
                    <a:pt x="28575" y="2824721"/>
                  </a:lnTo>
                  <a:close/>
                </a:path>
                <a:path w="7590155" h="4984115">
                  <a:moveTo>
                    <a:pt x="28575" y="2767571"/>
                  </a:moveTo>
                  <a:lnTo>
                    <a:pt x="0" y="2767571"/>
                  </a:lnTo>
                  <a:lnTo>
                    <a:pt x="0" y="2796146"/>
                  </a:lnTo>
                  <a:lnTo>
                    <a:pt x="28575" y="2796146"/>
                  </a:lnTo>
                  <a:lnTo>
                    <a:pt x="28575" y="2767571"/>
                  </a:lnTo>
                  <a:close/>
                </a:path>
                <a:path w="7590155" h="4984115">
                  <a:moveTo>
                    <a:pt x="28575" y="2710421"/>
                  </a:moveTo>
                  <a:lnTo>
                    <a:pt x="0" y="2710421"/>
                  </a:lnTo>
                  <a:lnTo>
                    <a:pt x="0" y="2738996"/>
                  </a:lnTo>
                  <a:lnTo>
                    <a:pt x="28575" y="2738996"/>
                  </a:lnTo>
                  <a:lnTo>
                    <a:pt x="28575" y="2710421"/>
                  </a:lnTo>
                  <a:close/>
                </a:path>
                <a:path w="7590155" h="4984115">
                  <a:moveTo>
                    <a:pt x="28575" y="2222246"/>
                  </a:moveTo>
                  <a:lnTo>
                    <a:pt x="0" y="2222246"/>
                  </a:lnTo>
                  <a:lnTo>
                    <a:pt x="0" y="2250821"/>
                  </a:lnTo>
                  <a:lnTo>
                    <a:pt x="28575" y="2250821"/>
                  </a:lnTo>
                  <a:lnTo>
                    <a:pt x="28575" y="2222246"/>
                  </a:lnTo>
                  <a:close/>
                </a:path>
                <a:path w="7590155" h="4984115">
                  <a:moveTo>
                    <a:pt x="28575" y="2165096"/>
                  </a:moveTo>
                  <a:lnTo>
                    <a:pt x="0" y="2165096"/>
                  </a:lnTo>
                  <a:lnTo>
                    <a:pt x="0" y="2193671"/>
                  </a:lnTo>
                  <a:lnTo>
                    <a:pt x="28575" y="2193671"/>
                  </a:lnTo>
                  <a:lnTo>
                    <a:pt x="28575" y="2165096"/>
                  </a:lnTo>
                  <a:close/>
                </a:path>
                <a:path w="7590155" h="4984115">
                  <a:moveTo>
                    <a:pt x="28575" y="2107946"/>
                  </a:moveTo>
                  <a:lnTo>
                    <a:pt x="0" y="2107946"/>
                  </a:lnTo>
                  <a:lnTo>
                    <a:pt x="0" y="2136521"/>
                  </a:lnTo>
                  <a:lnTo>
                    <a:pt x="28575" y="2136521"/>
                  </a:lnTo>
                  <a:lnTo>
                    <a:pt x="28575" y="2107946"/>
                  </a:lnTo>
                  <a:close/>
                </a:path>
                <a:path w="7590155" h="4984115">
                  <a:moveTo>
                    <a:pt x="28575" y="2050796"/>
                  </a:moveTo>
                  <a:lnTo>
                    <a:pt x="0" y="2050796"/>
                  </a:lnTo>
                  <a:lnTo>
                    <a:pt x="0" y="2079371"/>
                  </a:lnTo>
                  <a:lnTo>
                    <a:pt x="28575" y="2079371"/>
                  </a:lnTo>
                  <a:lnTo>
                    <a:pt x="28575" y="2050796"/>
                  </a:lnTo>
                  <a:close/>
                </a:path>
                <a:path w="7590155" h="4984115">
                  <a:moveTo>
                    <a:pt x="28575" y="1993646"/>
                  </a:moveTo>
                  <a:lnTo>
                    <a:pt x="0" y="1993646"/>
                  </a:lnTo>
                  <a:lnTo>
                    <a:pt x="0" y="2022221"/>
                  </a:lnTo>
                  <a:lnTo>
                    <a:pt x="28575" y="2022221"/>
                  </a:lnTo>
                  <a:lnTo>
                    <a:pt x="28575" y="1993646"/>
                  </a:lnTo>
                  <a:close/>
                </a:path>
                <a:path w="7590155" h="4984115">
                  <a:moveTo>
                    <a:pt x="28575" y="1936496"/>
                  </a:moveTo>
                  <a:lnTo>
                    <a:pt x="0" y="1936496"/>
                  </a:lnTo>
                  <a:lnTo>
                    <a:pt x="0" y="1965071"/>
                  </a:lnTo>
                  <a:lnTo>
                    <a:pt x="28575" y="1965071"/>
                  </a:lnTo>
                  <a:lnTo>
                    <a:pt x="28575" y="1936496"/>
                  </a:lnTo>
                  <a:close/>
                </a:path>
                <a:path w="7590155" h="4984115">
                  <a:moveTo>
                    <a:pt x="28575" y="1879346"/>
                  </a:moveTo>
                  <a:lnTo>
                    <a:pt x="0" y="1879346"/>
                  </a:lnTo>
                  <a:lnTo>
                    <a:pt x="0" y="1907921"/>
                  </a:lnTo>
                  <a:lnTo>
                    <a:pt x="28575" y="1907921"/>
                  </a:lnTo>
                  <a:lnTo>
                    <a:pt x="28575" y="1879346"/>
                  </a:lnTo>
                  <a:close/>
                </a:path>
                <a:path w="7590155" h="4984115">
                  <a:moveTo>
                    <a:pt x="28575" y="1822196"/>
                  </a:moveTo>
                  <a:lnTo>
                    <a:pt x="0" y="1822196"/>
                  </a:lnTo>
                  <a:lnTo>
                    <a:pt x="0" y="1850771"/>
                  </a:lnTo>
                  <a:lnTo>
                    <a:pt x="28575" y="1850771"/>
                  </a:lnTo>
                  <a:lnTo>
                    <a:pt x="28575" y="1822196"/>
                  </a:lnTo>
                  <a:close/>
                </a:path>
                <a:path w="7590155" h="4984115">
                  <a:moveTo>
                    <a:pt x="28575" y="1765046"/>
                  </a:moveTo>
                  <a:lnTo>
                    <a:pt x="0" y="1765046"/>
                  </a:lnTo>
                  <a:lnTo>
                    <a:pt x="0" y="1793621"/>
                  </a:lnTo>
                  <a:lnTo>
                    <a:pt x="28575" y="1793621"/>
                  </a:lnTo>
                  <a:lnTo>
                    <a:pt x="28575" y="1765046"/>
                  </a:lnTo>
                  <a:close/>
                </a:path>
                <a:path w="7590155" h="4984115">
                  <a:moveTo>
                    <a:pt x="28575" y="1707896"/>
                  </a:moveTo>
                  <a:lnTo>
                    <a:pt x="0" y="1707896"/>
                  </a:lnTo>
                  <a:lnTo>
                    <a:pt x="0" y="1736471"/>
                  </a:lnTo>
                  <a:lnTo>
                    <a:pt x="28575" y="1736471"/>
                  </a:lnTo>
                  <a:lnTo>
                    <a:pt x="28575" y="1707896"/>
                  </a:lnTo>
                  <a:close/>
                </a:path>
                <a:path w="7590155" h="4984115">
                  <a:moveTo>
                    <a:pt x="28575" y="1650746"/>
                  </a:moveTo>
                  <a:lnTo>
                    <a:pt x="0" y="1650746"/>
                  </a:lnTo>
                  <a:lnTo>
                    <a:pt x="0" y="1679321"/>
                  </a:lnTo>
                  <a:lnTo>
                    <a:pt x="28575" y="1679321"/>
                  </a:lnTo>
                  <a:lnTo>
                    <a:pt x="28575" y="1650746"/>
                  </a:lnTo>
                  <a:close/>
                </a:path>
                <a:path w="7590155" h="4984115">
                  <a:moveTo>
                    <a:pt x="28575" y="1593596"/>
                  </a:moveTo>
                  <a:lnTo>
                    <a:pt x="0" y="1593596"/>
                  </a:lnTo>
                  <a:lnTo>
                    <a:pt x="0" y="1622171"/>
                  </a:lnTo>
                  <a:lnTo>
                    <a:pt x="28575" y="1622171"/>
                  </a:lnTo>
                  <a:lnTo>
                    <a:pt x="28575" y="1593596"/>
                  </a:lnTo>
                  <a:close/>
                </a:path>
                <a:path w="7590155" h="4984115">
                  <a:moveTo>
                    <a:pt x="28575" y="1536446"/>
                  </a:moveTo>
                  <a:lnTo>
                    <a:pt x="0" y="1536446"/>
                  </a:lnTo>
                  <a:lnTo>
                    <a:pt x="0" y="1565021"/>
                  </a:lnTo>
                  <a:lnTo>
                    <a:pt x="28575" y="1565021"/>
                  </a:lnTo>
                  <a:lnTo>
                    <a:pt x="28575" y="1536446"/>
                  </a:lnTo>
                  <a:close/>
                </a:path>
                <a:path w="7590155" h="4984115">
                  <a:moveTo>
                    <a:pt x="28575" y="1479296"/>
                  </a:moveTo>
                  <a:lnTo>
                    <a:pt x="0" y="1479296"/>
                  </a:lnTo>
                  <a:lnTo>
                    <a:pt x="0" y="1507871"/>
                  </a:lnTo>
                  <a:lnTo>
                    <a:pt x="28575" y="1507871"/>
                  </a:lnTo>
                  <a:lnTo>
                    <a:pt x="28575" y="1479296"/>
                  </a:lnTo>
                  <a:close/>
                </a:path>
                <a:path w="7590155" h="4984115">
                  <a:moveTo>
                    <a:pt x="28575" y="1422146"/>
                  </a:moveTo>
                  <a:lnTo>
                    <a:pt x="0" y="1422146"/>
                  </a:lnTo>
                  <a:lnTo>
                    <a:pt x="0" y="1450721"/>
                  </a:lnTo>
                  <a:lnTo>
                    <a:pt x="28575" y="1450721"/>
                  </a:lnTo>
                  <a:lnTo>
                    <a:pt x="28575" y="1422146"/>
                  </a:lnTo>
                  <a:close/>
                </a:path>
                <a:path w="7590155" h="4984115">
                  <a:moveTo>
                    <a:pt x="28575" y="1364996"/>
                  </a:moveTo>
                  <a:lnTo>
                    <a:pt x="0" y="1364996"/>
                  </a:lnTo>
                  <a:lnTo>
                    <a:pt x="0" y="1393571"/>
                  </a:lnTo>
                  <a:lnTo>
                    <a:pt x="28575" y="1393571"/>
                  </a:lnTo>
                  <a:lnTo>
                    <a:pt x="28575" y="1364996"/>
                  </a:lnTo>
                  <a:close/>
                </a:path>
                <a:path w="7590155" h="4984115">
                  <a:moveTo>
                    <a:pt x="28575" y="1307846"/>
                  </a:moveTo>
                  <a:lnTo>
                    <a:pt x="0" y="1307846"/>
                  </a:lnTo>
                  <a:lnTo>
                    <a:pt x="0" y="1336421"/>
                  </a:lnTo>
                  <a:lnTo>
                    <a:pt x="28575" y="1336421"/>
                  </a:lnTo>
                  <a:lnTo>
                    <a:pt x="28575" y="1307846"/>
                  </a:lnTo>
                  <a:close/>
                </a:path>
                <a:path w="7590155" h="4984115">
                  <a:moveTo>
                    <a:pt x="28575" y="1250696"/>
                  </a:moveTo>
                  <a:lnTo>
                    <a:pt x="0" y="1250696"/>
                  </a:lnTo>
                  <a:lnTo>
                    <a:pt x="0" y="1279271"/>
                  </a:lnTo>
                  <a:lnTo>
                    <a:pt x="28575" y="1279271"/>
                  </a:lnTo>
                  <a:lnTo>
                    <a:pt x="28575" y="1250696"/>
                  </a:lnTo>
                  <a:close/>
                </a:path>
                <a:path w="7590155" h="4984115">
                  <a:moveTo>
                    <a:pt x="28575" y="1193546"/>
                  </a:moveTo>
                  <a:lnTo>
                    <a:pt x="0" y="1193546"/>
                  </a:lnTo>
                  <a:lnTo>
                    <a:pt x="0" y="1222121"/>
                  </a:lnTo>
                  <a:lnTo>
                    <a:pt x="28575" y="1222121"/>
                  </a:lnTo>
                  <a:lnTo>
                    <a:pt x="28575" y="1193546"/>
                  </a:lnTo>
                  <a:close/>
                </a:path>
                <a:path w="7590155" h="4984115">
                  <a:moveTo>
                    <a:pt x="28575" y="1136396"/>
                  </a:moveTo>
                  <a:lnTo>
                    <a:pt x="0" y="1136396"/>
                  </a:lnTo>
                  <a:lnTo>
                    <a:pt x="0" y="1164971"/>
                  </a:lnTo>
                  <a:lnTo>
                    <a:pt x="28575" y="1164971"/>
                  </a:lnTo>
                  <a:lnTo>
                    <a:pt x="28575" y="1136396"/>
                  </a:lnTo>
                  <a:close/>
                </a:path>
                <a:path w="7590155" h="4984115">
                  <a:moveTo>
                    <a:pt x="28575" y="1079246"/>
                  </a:moveTo>
                  <a:lnTo>
                    <a:pt x="0" y="1079246"/>
                  </a:lnTo>
                  <a:lnTo>
                    <a:pt x="0" y="1107821"/>
                  </a:lnTo>
                  <a:lnTo>
                    <a:pt x="28575" y="1107821"/>
                  </a:lnTo>
                  <a:lnTo>
                    <a:pt x="28575" y="1079246"/>
                  </a:lnTo>
                  <a:close/>
                </a:path>
                <a:path w="7590155" h="4984115">
                  <a:moveTo>
                    <a:pt x="28575" y="1022096"/>
                  </a:moveTo>
                  <a:lnTo>
                    <a:pt x="0" y="1022096"/>
                  </a:lnTo>
                  <a:lnTo>
                    <a:pt x="0" y="1050671"/>
                  </a:lnTo>
                  <a:lnTo>
                    <a:pt x="28575" y="1050671"/>
                  </a:lnTo>
                  <a:lnTo>
                    <a:pt x="28575" y="1022096"/>
                  </a:lnTo>
                  <a:close/>
                </a:path>
                <a:path w="7590155" h="4984115">
                  <a:moveTo>
                    <a:pt x="28575" y="964946"/>
                  </a:moveTo>
                  <a:lnTo>
                    <a:pt x="0" y="964946"/>
                  </a:lnTo>
                  <a:lnTo>
                    <a:pt x="0" y="993521"/>
                  </a:lnTo>
                  <a:lnTo>
                    <a:pt x="28575" y="993521"/>
                  </a:lnTo>
                  <a:lnTo>
                    <a:pt x="28575" y="964946"/>
                  </a:lnTo>
                  <a:close/>
                </a:path>
                <a:path w="7590155" h="4984115">
                  <a:moveTo>
                    <a:pt x="28575" y="907796"/>
                  </a:moveTo>
                  <a:lnTo>
                    <a:pt x="0" y="907796"/>
                  </a:lnTo>
                  <a:lnTo>
                    <a:pt x="0" y="936371"/>
                  </a:lnTo>
                  <a:lnTo>
                    <a:pt x="28575" y="936371"/>
                  </a:lnTo>
                  <a:lnTo>
                    <a:pt x="28575" y="907796"/>
                  </a:lnTo>
                  <a:close/>
                </a:path>
                <a:path w="7590155" h="4984115">
                  <a:moveTo>
                    <a:pt x="28575" y="850646"/>
                  </a:moveTo>
                  <a:lnTo>
                    <a:pt x="0" y="850646"/>
                  </a:lnTo>
                  <a:lnTo>
                    <a:pt x="0" y="879221"/>
                  </a:lnTo>
                  <a:lnTo>
                    <a:pt x="28575" y="879221"/>
                  </a:lnTo>
                  <a:lnTo>
                    <a:pt x="28575" y="850646"/>
                  </a:lnTo>
                  <a:close/>
                </a:path>
                <a:path w="7590155" h="4984115">
                  <a:moveTo>
                    <a:pt x="28575" y="793496"/>
                  </a:moveTo>
                  <a:lnTo>
                    <a:pt x="0" y="793496"/>
                  </a:lnTo>
                  <a:lnTo>
                    <a:pt x="0" y="822071"/>
                  </a:lnTo>
                  <a:lnTo>
                    <a:pt x="28575" y="822071"/>
                  </a:lnTo>
                  <a:lnTo>
                    <a:pt x="28575" y="793496"/>
                  </a:lnTo>
                  <a:close/>
                </a:path>
                <a:path w="7590155" h="4984115">
                  <a:moveTo>
                    <a:pt x="28575" y="736346"/>
                  </a:moveTo>
                  <a:lnTo>
                    <a:pt x="0" y="736346"/>
                  </a:lnTo>
                  <a:lnTo>
                    <a:pt x="0" y="764921"/>
                  </a:lnTo>
                  <a:lnTo>
                    <a:pt x="28575" y="764921"/>
                  </a:lnTo>
                  <a:lnTo>
                    <a:pt x="28575" y="736346"/>
                  </a:lnTo>
                  <a:close/>
                </a:path>
                <a:path w="7590155" h="4984115">
                  <a:moveTo>
                    <a:pt x="28575" y="679196"/>
                  </a:moveTo>
                  <a:lnTo>
                    <a:pt x="0" y="679196"/>
                  </a:lnTo>
                  <a:lnTo>
                    <a:pt x="0" y="707771"/>
                  </a:lnTo>
                  <a:lnTo>
                    <a:pt x="28575" y="707771"/>
                  </a:lnTo>
                  <a:lnTo>
                    <a:pt x="28575" y="679196"/>
                  </a:lnTo>
                  <a:close/>
                </a:path>
                <a:path w="7590155" h="4984115">
                  <a:moveTo>
                    <a:pt x="28575" y="622046"/>
                  </a:moveTo>
                  <a:lnTo>
                    <a:pt x="0" y="622046"/>
                  </a:lnTo>
                  <a:lnTo>
                    <a:pt x="0" y="650621"/>
                  </a:lnTo>
                  <a:lnTo>
                    <a:pt x="28575" y="650621"/>
                  </a:lnTo>
                  <a:lnTo>
                    <a:pt x="28575" y="622046"/>
                  </a:lnTo>
                  <a:close/>
                </a:path>
                <a:path w="7590155" h="4984115">
                  <a:moveTo>
                    <a:pt x="28575" y="564896"/>
                  </a:moveTo>
                  <a:lnTo>
                    <a:pt x="0" y="564896"/>
                  </a:lnTo>
                  <a:lnTo>
                    <a:pt x="0" y="593471"/>
                  </a:lnTo>
                  <a:lnTo>
                    <a:pt x="28575" y="593471"/>
                  </a:lnTo>
                  <a:lnTo>
                    <a:pt x="28575" y="564896"/>
                  </a:lnTo>
                  <a:close/>
                </a:path>
                <a:path w="7590155" h="4984115">
                  <a:moveTo>
                    <a:pt x="28575" y="507746"/>
                  </a:moveTo>
                  <a:lnTo>
                    <a:pt x="0" y="507746"/>
                  </a:lnTo>
                  <a:lnTo>
                    <a:pt x="0" y="536321"/>
                  </a:lnTo>
                  <a:lnTo>
                    <a:pt x="28575" y="536321"/>
                  </a:lnTo>
                  <a:lnTo>
                    <a:pt x="28575" y="507746"/>
                  </a:lnTo>
                  <a:close/>
                </a:path>
                <a:path w="7590155" h="4984115">
                  <a:moveTo>
                    <a:pt x="28575" y="450596"/>
                  </a:moveTo>
                  <a:lnTo>
                    <a:pt x="0" y="450596"/>
                  </a:lnTo>
                  <a:lnTo>
                    <a:pt x="0" y="479171"/>
                  </a:lnTo>
                  <a:lnTo>
                    <a:pt x="28575" y="479171"/>
                  </a:lnTo>
                  <a:lnTo>
                    <a:pt x="28575" y="450596"/>
                  </a:lnTo>
                  <a:close/>
                </a:path>
                <a:path w="7590155" h="4984115">
                  <a:moveTo>
                    <a:pt x="28575" y="393446"/>
                  </a:moveTo>
                  <a:lnTo>
                    <a:pt x="0" y="393446"/>
                  </a:lnTo>
                  <a:lnTo>
                    <a:pt x="0" y="422021"/>
                  </a:lnTo>
                  <a:lnTo>
                    <a:pt x="28575" y="422021"/>
                  </a:lnTo>
                  <a:lnTo>
                    <a:pt x="28575" y="393446"/>
                  </a:lnTo>
                  <a:close/>
                </a:path>
                <a:path w="7590155" h="4984115">
                  <a:moveTo>
                    <a:pt x="28575" y="336296"/>
                  </a:moveTo>
                  <a:lnTo>
                    <a:pt x="0" y="336296"/>
                  </a:lnTo>
                  <a:lnTo>
                    <a:pt x="0" y="364871"/>
                  </a:lnTo>
                  <a:lnTo>
                    <a:pt x="28575" y="364871"/>
                  </a:lnTo>
                  <a:lnTo>
                    <a:pt x="28575" y="336296"/>
                  </a:lnTo>
                  <a:close/>
                </a:path>
                <a:path w="7590155" h="4984115">
                  <a:moveTo>
                    <a:pt x="28575" y="279146"/>
                  </a:moveTo>
                  <a:lnTo>
                    <a:pt x="0" y="279146"/>
                  </a:lnTo>
                  <a:lnTo>
                    <a:pt x="0" y="307721"/>
                  </a:lnTo>
                  <a:lnTo>
                    <a:pt x="28575" y="307721"/>
                  </a:lnTo>
                  <a:lnTo>
                    <a:pt x="28575" y="279146"/>
                  </a:lnTo>
                  <a:close/>
                </a:path>
                <a:path w="7590155" h="4984115">
                  <a:moveTo>
                    <a:pt x="28575" y="221996"/>
                  </a:moveTo>
                  <a:lnTo>
                    <a:pt x="0" y="221996"/>
                  </a:lnTo>
                  <a:lnTo>
                    <a:pt x="0" y="250571"/>
                  </a:lnTo>
                  <a:lnTo>
                    <a:pt x="28575" y="250571"/>
                  </a:lnTo>
                  <a:lnTo>
                    <a:pt x="28575" y="221996"/>
                  </a:lnTo>
                  <a:close/>
                </a:path>
                <a:path w="7590155" h="4984115">
                  <a:moveTo>
                    <a:pt x="28575" y="164846"/>
                  </a:moveTo>
                  <a:lnTo>
                    <a:pt x="0" y="164846"/>
                  </a:lnTo>
                  <a:lnTo>
                    <a:pt x="0" y="193421"/>
                  </a:lnTo>
                  <a:lnTo>
                    <a:pt x="28575" y="193421"/>
                  </a:lnTo>
                  <a:lnTo>
                    <a:pt x="28575" y="164846"/>
                  </a:lnTo>
                  <a:close/>
                </a:path>
                <a:path w="7590155" h="4984115">
                  <a:moveTo>
                    <a:pt x="31140" y="4848110"/>
                  </a:moveTo>
                  <a:lnTo>
                    <a:pt x="29591" y="4840325"/>
                  </a:lnTo>
                  <a:lnTo>
                    <a:pt x="28740" y="4832451"/>
                  </a:lnTo>
                  <a:lnTo>
                    <a:pt x="28600" y="4824501"/>
                  </a:lnTo>
                  <a:lnTo>
                    <a:pt x="292" y="4825022"/>
                  </a:lnTo>
                  <a:lnTo>
                    <a:pt x="3124" y="4853698"/>
                  </a:lnTo>
                  <a:lnTo>
                    <a:pt x="31140" y="4848110"/>
                  </a:lnTo>
                  <a:close/>
                </a:path>
                <a:path w="7590155" h="4984115">
                  <a:moveTo>
                    <a:pt x="31140" y="2302535"/>
                  </a:moveTo>
                  <a:lnTo>
                    <a:pt x="29591" y="2294737"/>
                  </a:lnTo>
                  <a:lnTo>
                    <a:pt x="28740" y="2286876"/>
                  </a:lnTo>
                  <a:lnTo>
                    <a:pt x="28600" y="2278926"/>
                  </a:lnTo>
                  <a:lnTo>
                    <a:pt x="292" y="2279446"/>
                  </a:lnTo>
                  <a:lnTo>
                    <a:pt x="3124" y="2308123"/>
                  </a:lnTo>
                  <a:lnTo>
                    <a:pt x="31140" y="2302535"/>
                  </a:lnTo>
                  <a:close/>
                </a:path>
                <a:path w="7590155" h="4984115">
                  <a:moveTo>
                    <a:pt x="36093" y="2663355"/>
                  </a:moveTo>
                  <a:lnTo>
                    <a:pt x="9715" y="2654109"/>
                  </a:lnTo>
                  <a:lnTo>
                    <a:pt x="3136" y="2675763"/>
                  </a:lnTo>
                  <a:lnTo>
                    <a:pt x="2552" y="2681719"/>
                  </a:lnTo>
                  <a:lnTo>
                    <a:pt x="30276" y="2686202"/>
                  </a:lnTo>
                  <a:lnTo>
                    <a:pt x="31546" y="2678417"/>
                  </a:lnTo>
                  <a:lnTo>
                    <a:pt x="33477" y="2670797"/>
                  </a:lnTo>
                  <a:lnTo>
                    <a:pt x="36093" y="2663355"/>
                  </a:lnTo>
                  <a:close/>
                </a:path>
                <a:path w="7590155" h="4984115">
                  <a:moveTo>
                    <a:pt x="36093" y="117779"/>
                  </a:moveTo>
                  <a:lnTo>
                    <a:pt x="9715" y="108521"/>
                  </a:lnTo>
                  <a:lnTo>
                    <a:pt x="3136" y="130175"/>
                  </a:lnTo>
                  <a:lnTo>
                    <a:pt x="2552" y="136131"/>
                  </a:lnTo>
                  <a:lnTo>
                    <a:pt x="30276" y="140627"/>
                  </a:lnTo>
                  <a:lnTo>
                    <a:pt x="31546" y="132842"/>
                  </a:lnTo>
                  <a:lnTo>
                    <a:pt x="33477" y="125222"/>
                  </a:lnTo>
                  <a:lnTo>
                    <a:pt x="36093" y="117779"/>
                  </a:lnTo>
                  <a:close/>
                </a:path>
                <a:path w="7590155" h="4984115">
                  <a:moveTo>
                    <a:pt x="48247" y="4891773"/>
                  </a:moveTo>
                  <a:lnTo>
                    <a:pt x="44132" y="4885067"/>
                  </a:lnTo>
                  <a:lnTo>
                    <a:pt x="40640" y="4878044"/>
                  </a:lnTo>
                  <a:lnTo>
                    <a:pt x="37769" y="4870704"/>
                  </a:lnTo>
                  <a:lnTo>
                    <a:pt x="11417" y="4881042"/>
                  </a:lnTo>
                  <a:lnTo>
                    <a:pt x="12319" y="4884026"/>
                  </a:lnTo>
                  <a:lnTo>
                    <a:pt x="24307" y="4906454"/>
                  </a:lnTo>
                  <a:lnTo>
                    <a:pt x="48247" y="4891773"/>
                  </a:lnTo>
                  <a:close/>
                </a:path>
                <a:path w="7590155" h="4984115">
                  <a:moveTo>
                    <a:pt x="48247" y="2346185"/>
                  </a:moveTo>
                  <a:lnTo>
                    <a:pt x="44132" y="2339479"/>
                  </a:lnTo>
                  <a:lnTo>
                    <a:pt x="40640" y="2332456"/>
                  </a:lnTo>
                  <a:lnTo>
                    <a:pt x="37769" y="2325128"/>
                  </a:lnTo>
                  <a:lnTo>
                    <a:pt x="11417" y="2335453"/>
                  </a:lnTo>
                  <a:lnTo>
                    <a:pt x="12319" y="2338438"/>
                  </a:lnTo>
                  <a:lnTo>
                    <a:pt x="24307" y="2360879"/>
                  </a:lnTo>
                  <a:lnTo>
                    <a:pt x="48247" y="2346185"/>
                  </a:lnTo>
                  <a:close/>
                </a:path>
                <a:path w="7590155" h="4984115">
                  <a:moveTo>
                    <a:pt x="59194" y="2622473"/>
                  </a:moveTo>
                  <a:lnTo>
                    <a:pt x="37795" y="2604744"/>
                  </a:lnTo>
                  <a:lnTo>
                    <a:pt x="27203" y="2617660"/>
                  </a:lnTo>
                  <a:lnTo>
                    <a:pt x="21551" y="2628252"/>
                  </a:lnTo>
                  <a:lnTo>
                    <a:pt x="45796" y="2641943"/>
                  </a:lnTo>
                  <a:lnTo>
                    <a:pt x="49682" y="2635046"/>
                  </a:lnTo>
                  <a:lnTo>
                    <a:pt x="54152" y="2628557"/>
                  </a:lnTo>
                  <a:lnTo>
                    <a:pt x="59194" y="2622473"/>
                  </a:lnTo>
                  <a:close/>
                </a:path>
                <a:path w="7590155" h="4984115">
                  <a:moveTo>
                    <a:pt x="59194" y="76885"/>
                  </a:moveTo>
                  <a:lnTo>
                    <a:pt x="37795" y="59169"/>
                  </a:lnTo>
                  <a:lnTo>
                    <a:pt x="27203" y="72085"/>
                  </a:lnTo>
                  <a:lnTo>
                    <a:pt x="21551" y="82664"/>
                  </a:lnTo>
                  <a:lnTo>
                    <a:pt x="45796" y="96354"/>
                  </a:lnTo>
                  <a:lnTo>
                    <a:pt x="49682" y="89471"/>
                  </a:lnTo>
                  <a:lnTo>
                    <a:pt x="54152" y="82981"/>
                  </a:lnTo>
                  <a:lnTo>
                    <a:pt x="59194" y="76885"/>
                  </a:lnTo>
                  <a:close/>
                </a:path>
                <a:path w="7590155" h="4984115">
                  <a:moveTo>
                    <a:pt x="79768" y="4927092"/>
                  </a:moveTo>
                  <a:lnTo>
                    <a:pt x="62369" y="4910785"/>
                  </a:lnTo>
                  <a:lnTo>
                    <a:pt x="41529" y="4929365"/>
                  </a:lnTo>
                  <a:lnTo>
                    <a:pt x="47421" y="4936553"/>
                  </a:lnTo>
                  <a:lnTo>
                    <a:pt x="62623" y="4949025"/>
                  </a:lnTo>
                  <a:lnTo>
                    <a:pt x="79768" y="4927092"/>
                  </a:lnTo>
                  <a:close/>
                </a:path>
                <a:path w="7590155" h="4984115">
                  <a:moveTo>
                    <a:pt x="79768" y="2381516"/>
                  </a:moveTo>
                  <a:lnTo>
                    <a:pt x="62369" y="2365197"/>
                  </a:lnTo>
                  <a:lnTo>
                    <a:pt x="41529" y="2383777"/>
                  </a:lnTo>
                  <a:lnTo>
                    <a:pt x="47421" y="2390965"/>
                  </a:lnTo>
                  <a:lnTo>
                    <a:pt x="62623" y="2403437"/>
                  </a:lnTo>
                  <a:lnTo>
                    <a:pt x="79768" y="2381516"/>
                  </a:lnTo>
                  <a:close/>
                </a:path>
                <a:path w="7590155" h="4984115">
                  <a:moveTo>
                    <a:pt x="95364" y="2591943"/>
                  </a:moveTo>
                  <a:lnTo>
                    <a:pt x="81445" y="2567787"/>
                  </a:lnTo>
                  <a:lnTo>
                    <a:pt x="72085" y="2572778"/>
                  </a:lnTo>
                  <a:lnTo>
                    <a:pt x="58077" y="2584259"/>
                  </a:lnTo>
                  <a:lnTo>
                    <a:pt x="75996" y="2605519"/>
                  </a:lnTo>
                  <a:lnTo>
                    <a:pt x="82042" y="2600426"/>
                  </a:lnTo>
                  <a:lnTo>
                    <a:pt x="88506" y="2595892"/>
                  </a:lnTo>
                  <a:lnTo>
                    <a:pt x="95364" y="2591943"/>
                  </a:lnTo>
                  <a:close/>
                </a:path>
                <a:path w="7590155" h="4984115">
                  <a:moveTo>
                    <a:pt x="95364" y="46367"/>
                  </a:moveTo>
                  <a:lnTo>
                    <a:pt x="81445" y="22199"/>
                  </a:lnTo>
                  <a:lnTo>
                    <a:pt x="72085" y="27203"/>
                  </a:lnTo>
                  <a:lnTo>
                    <a:pt x="58077" y="38684"/>
                  </a:lnTo>
                  <a:lnTo>
                    <a:pt x="75996" y="59944"/>
                  </a:lnTo>
                  <a:lnTo>
                    <a:pt x="82042" y="54838"/>
                  </a:lnTo>
                  <a:lnTo>
                    <a:pt x="88506" y="50317"/>
                  </a:lnTo>
                  <a:lnTo>
                    <a:pt x="95364" y="46367"/>
                  </a:lnTo>
                  <a:close/>
                </a:path>
                <a:path w="7590155" h="4984115">
                  <a:moveTo>
                    <a:pt x="121259" y="4949050"/>
                  </a:moveTo>
                  <a:lnTo>
                    <a:pt x="113766" y="4946650"/>
                  </a:lnTo>
                  <a:lnTo>
                    <a:pt x="106540" y="4943614"/>
                  </a:lnTo>
                  <a:lnTo>
                    <a:pt x="99580" y="4939931"/>
                  </a:lnTo>
                  <a:lnTo>
                    <a:pt x="86588" y="4964519"/>
                  </a:lnTo>
                  <a:lnTo>
                    <a:pt x="99949" y="4971656"/>
                  </a:lnTo>
                  <a:lnTo>
                    <a:pt x="112776" y="4975542"/>
                  </a:lnTo>
                  <a:lnTo>
                    <a:pt x="121259" y="4949050"/>
                  </a:lnTo>
                  <a:close/>
                </a:path>
                <a:path w="7590155" h="4984115">
                  <a:moveTo>
                    <a:pt x="121259" y="2403475"/>
                  </a:moveTo>
                  <a:lnTo>
                    <a:pt x="113766" y="2401074"/>
                  </a:lnTo>
                  <a:lnTo>
                    <a:pt x="106540" y="2398026"/>
                  </a:lnTo>
                  <a:lnTo>
                    <a:pt x="99580" y="2394356"/>
                  </a:lnTo>
                  <a:lnTo>
                    <a:pt x="86588" y="2418931"/>
                  </a:lnTo>
                  <a:lnTo>
                    <a:pt x="99949" y="2426068"/>
                  </a:lnTo>
                  <a:lnTo>
                    <a:pt x="112776" y="2429967"/>
                  </a:lnTo>
                  <a:lnTo>
                    <a:pt x="121259" y="2403475"/>
                  </a:lnTo>
                  <a:close/>
                </a:path>
                <a:path w="7590155" h="4984115">
                  <a:moveTo>
                    <a:pt x="139484" y="2576055"/>
                  </a:moveTo>
                  <a:lnTo>
                    <a:pt x="134747" y="2548267"/>
                  </a:lnTo>
                  <a:lnTo>
                    <a:pt x="130175" y="2548712"/>
                  </a:lnTo>
                  <a:lnTo>
                    <a:pt x="107200" y="2555697"/>
                  </a:lnTo>
                  <a:lnTo>
                    <a:pt x="116700" y="2582049"/>
                  </a:lnTo>
                  <a:lnTo>
                    <a:pt x="124117" y="2579382"/>
                  </a:lnTo>
                  <a:lnTo>
                    <a:pt x="131711" y="2577376"/>
                  </a:lnTo>
                  <a:lnTo>
                    <a:pt x="139484" y="2576055"/>
                  </a:lnTo>
                  <a:close/>
                </a:path>
                <a:path w="7590155" h="4984115">
                  <a:moveTo>
                    <a:pt x="139484" y="30467"/>
                  </a:moveTo>
                  <a:lnTo>
                    <a:pt x="134747" y="2679"/>
                  </a:lnTo>
                  <a:lnTo>
                    <a:pt x="130175" y="3136"/>
                  </a:lnTo>
                  <a:lnTo>
                    <a:pt x="107200" y="10121"/>
                  </a:lnTo>
                  <a:lnTo>
                    <a:pt x="116700" y="36474"/>
                  </a:lnTo>
                  <a:lnTo>
                    <a:pt x="124117" y="33794"/>
                  </a:lnTo>
                  <a:lnTo>
                    <a:pt x="131711" y="31800"/>
                  </a:lnTo>
                  <a:lnTo>
                    <a:pt x="139484" y="30467"/>
                  </a:lnTo>
                  <a:close/>
                </a:path>
                <a:path w="7590155" h="4984115">
                  <a:moveTo>
                    <a:pt x="169303" y="4955400"/>
                  </a:moveTo>
                  <a:lnTo>
                    <a:pt x="156006" y="4955400"/>
                  </a:lnTo>
                  <a:lnTo>
                    <a:pt x="150126" y="4955006"/>
                  </a:lnTo>
                  <a:lnTo>
                    <a:pt x="144284" y="4954232"/>
                  </a:lnTo>
                  <a:lnTo>
                    <a:pt x="144170" y="4955006"/>
                  </a:lnTo>
                  <a:lnTo>
                    <a:pt x="144119" y="4955400"/>
                  </a:lnTo>
                  <a:lnTo>
                    <a:pt x="140589" y="4981867"/>
                  </a:lnTo>
                  <a:lnTo>
                    <a:pt x="161912" y="4983975"/>
                  </a:lnTo>
                  <a:lnTo>
                    <a:pt x="169303" y="4983975"/>
                  </a:lnTo>
                  <a:lnTo>
                    <a:pt x="169303" y="4955400"/>
                  </a:lnTo>
                  <a:close/>
                </a:path>
                <a:path w="7590155" h="4984115">
                  <a:moveTo>
                    <a:pt x="169303" y="2409825"/>
                  </a:moveTo>
                  <a:lnTo>
                    <a:pt x="156006" y="2409825"/>
                  </a:lnTo>
                  <a:lnTo>
                    <a:pt x="150126" y="2409431"/>
                  </a:lnTo>
                  <a:lnTo>
                    <a:pt x="144284" y="2408644"/>
                  </a:lnTo>
                  <a:lnTo>
                    <a:pt x="144170" y="2409431"/>
                  </a:lnTo>
                  <a:lnTo>
                    <a:pt x="144119" y="2409825"/>
                  </a:lnTo>
                  <a:lnTo>
                    <a:pt x="140589" y="2436279"/>
                  </a:lnTo>
                  <a:lnTo>
                    <a:pt x="161912" y="2438400"/>
                  </a:lnTo>
                  <a:lnTo>
                    <a:pt x="169303" y="2438400"/>
                  </a:lnTo>
                  <a:lnTo>
                    <a:pt x="169303" y="2409825"/>
                  </a:lnTo>
                  <a:close/>
                </a:path>
                <a:path w="7590155" h="4984115">
                  <a:moveTo>
                    <a:pt x="190487" y="2545575"/>
                  </a:moveTo>
                  <a:lnTo>
                    <a:pt x="161912" y="2545575"/>
                  </a:lnTo>
                  <a:lnTo>
                    <a:pt x="161912" y="2574150"/>
                  </a:lnTo>
                  <a:lnTo>
                    <a:pt x="190487" y="2574150"/>
                  </a:lnTo>
                  <a:lnTo>
                    <a:pt x="190487" y="2545575"/>
                  </a:lnTo>
                  <a:close/>
                </a:path>
                <a:path w="7590155" h="4984115">
                  <a:moveTo>
                    <a:pt x="190487" y="0"/>
                  </a:moveTo>
                  <a:lnTo>
                    <a:pt x="161912" y="0"/>
                  </a:lnTo>
                  <a:lnTo>
                    <a:pt x="161912" y="28575"/>
                  </a:lnTo>
                  <a:lnTo>
                    <a:pt x="190487" y="28575"/>
                  </a:lnTo>
                  <a:lnTo>
                    <a:pt x="190487" y="0"/>
                  </a:lnTo>
                  <a:close/>
                </a:path>
                <a:path w="7590155" h="4984115">
                  <a:moveTo>
                    <a:pt x="226453" y="4955400"/>
                  </a:moveTo>
                  <a:lnTo>
                    <a:pt x="197878" y="4955400"/>
                  </a:lnTo>
                  <a:lnTo>
                    <a:pt x="197878" y="4983975"/>
                  </a:lnTo>
                  <a:lnTo>
                    <a:pt x="226453" y="4983975"/>
                  </a:lnTo>
                  <a:lnTo>
                    <a:pt x="226453" y="4955400"/>
                  </a:lnTo>
                  <a:close/>
                </a:path>
                <a:path w="7590155" h="4984115">
                  <a:moveTo>
                    <a:pt x="226453" y="2409825"/>
                  </a:moveTo>
                  <a:lnTo>
                    <a:pt x="197878" y="2409825"/>
                  </a:lnTo>
                  <a:lnTo>
                    <a:pt x="197878" y="2438400"/>
                  </a:lnTo>
                  <a:lnTo>
                    <a:pt x="226453" y="2438400"/>
                  </a:lnTo>
                  <a:lnTo>
                    <a:pt x="226453" y="2409825"/>
                  </a:lnTo>
                  <a:close/>
                </a:path>
                <a:path w="7590155" h="4984115">
                  <a:moveTo>
                    <a:pt x="247637" y="2545575"/>
                  </a:moveTo>
                  <a:lnTo>
                    <a:pt x="219062" y="2545575"/>
                  </a:lnTo>
                  <a:lnTo>
                    <a:pt x="219062" y="2574150"/>
                  </a:lnTo>
                  <a:lnTo>
                    <a:pt x="247637" y="2574150"/>
                  </a:lnTo>
                  <a:lnTo>
                    <a:pt x="247637" y="2545575"/>
                  </a:lnTo>
                  <a:close/>
                </a:path>
                <a:path w="7590155" h="4984115">
                  <a:moveTo>
                    <a:pt x="247637" y="0"/>
                  </a:moveTo>
                  <a:lnTo>
                    <a:pt x="219062" y="0"/>
                  </a:lnTo>
                  <a:lnTo>
                    <a:pt x="219062" y="28575"/>
                  </a:lnTo>
                  <a:lnTo>
                    <a:pt x="247637" y="28575"/>
                  </a:lnTo>
                  <a:lnTo>
                    <a:pt x="247637" y="0"/>
                  </a:lnTo>
                  <a:close/>
                </a:path>
                <a:path w="7590155" h="4984115">
                  <a:moveTo>
                    <a:pt x="283603" y="4955400"/>
                  </a:moveTo>
                  <a:lnTo>
                    <a:pt x="255028" y="4955400"/>
                  </a:lnTo>
                  <a:lnTo>
                    <a:pt x="255028" y="4983975"/>
                  </a:lnTo>
                  <a:lnTo>
                    <a:pt x="283603" y="4983975"/>
                  </a:lnTo>
                  <a:lnTo>
                    <a:pt x="283603" y="4955400"/>
                  </a:lnTo>
                  <a:close/>
                </a:path>
                <a:path w="7590155" h="4984115">
                  <a:moveTo>
                    <a:pt x="283603" y="2409825"/>
                  </a:moveTo>
                  <a:lnTo>
                    <a:pt x="255028" y="2409825"/>
                  </a:lnTo>
                  <a:lnTo>
                    <a:pt x="255028" y="2438400"/>
                  </a:lnTo>
                  <a:lnTo>
                    <a:pt x="283603" y="2438400"/>
                  </a:lnTo>
                  <a:lnTo>
                    <a:pt x="283603" y="2409825"/>
                  </a:lnTo>
                  <a:close/>
                </a:path>
                <a:path w="7590155" h="4984115">
                  <a:moveTo>
                    <a:pt x="304787" y="2545575"/>
                  </a:moveTo>
                  <a:lnTo>
                    <a:pt x="276212" y="2545575"/>
                  </a:lnTo>
                  <a:lnTo>
                    <a:pt x="276212" y="2574150"/>
                  </a:lnTo>
                  <a:lnTo>
                    <a:pt x="304787" y="2574150"/>
                  </a:lnTo>
                  <a:lnTo>
                    <a:pt x="304787" y="2545575"/>
                  </a:lnTo>
                  <a:close/>
                </a:path>
                <a:path w="7590155" h="4984115">
                  <a:moveTo>
                    <a:pt x="304787" y="0"/>
                  </a:moveTo>
                  <a:lnTo>
                    <a:pt x="276212" y="0"/>
                  </a:lnTo>
                  <a:lnTo>
                    <a:pt x="276212" y="28575"/>
                  </a:lnTo>
                  <a:lnTo>
                    <a:pt x="304787" y="28575"/>
                  </a:lnTo>
                  <a:lnTo>
                    <a:pt x="304787" y="0"/>
                  </a:lnTo>
                  <a:close/>
                </a:path>
                <a:path w="7590155" h="4984115">
                  <a:moveTo>
                    <a:pt x="340753" y="4955400"/>
                  </a:moveTo>
                  <a:lnTo>
                    <a:pt x="312178" y="4955400"/>
                  </a:lnTo>
                  <a:lnTo>
                    <a:pt x="312178" y="4983975"/>
                  </a:lnTo>
                  <a:lnTo>
                    <a:pt x="340753" y="4983975"/>
                  </a:lnTo>
                  <a:lnTo>
                    <a:pt x="340753" y="4955400"/>
                  </a:lnTo>
                  <a:close/>
                </a:path>
                <a:path w="7590155" h="4984115">
                  <a:moveTo>
                    <a:pt x="340753" y="2409825"/>
                  </a:moveTo>
                  <a:lnTo>
                    <a:pt x="312178" y="2409825"/>
                  </a:lnTo>
                  <a:lnTo>
                    <a:pt x="312178" y="2438400"/>
                  </a:lnTo>
                  <a:lnTo>
                    <a:pt x="340753" y="2438400"/>
                  </a:lnTo>
                  <a:lnTo>
                    <a:pt x="340753" y="2409825"/>
                  </a:lnTo>
                  <a:close/>
                </a:path>
                <a:path w="7590155" h="4984115">
                  <a:moveTo>
                    <a:pt x="361937" y="2545575"/>
                  </a:moveTo>
                  <a:lnTo>
                    <a:pt x="333362" y="2545575"/>
                  </a:lnTo>
                  <a:lnTo>
                    <a:pt x="333362" y="2574150"/>
                  </a:lnTo>
                  <a:lnTo>
                    <a:pt x="361937" y="2574150"/>
                  </a:lnTo>
                  <a:lnTo>
                    <a:pt x="361937" y="2545575"/>
                  </a:lnTo>
                  <a:close/>
                </a:path>
                <a:path w="7590155" h="4984115">
                  <a:moveTo>
                    <a:pt x="361937" y="0"/>
                  </a:moveTo>
                  <a:lnTo>
                    <a:pt x="333362" y="0"/>
                  </a:lnTo>
                  <a:lnTo>
                    <a:pt x="333362" y="28575"/>
                  </a:lnTo>
                  <a:lnTo>
                    <a:pt x="361937" y="28575"/>
                  </a:lnTo>
                  <a:lnTo>
                    <a:pt x="361937" y="0"/>
                  </a:lnTo>
                  <a:close/>
                </a:path>
                <a:path w="7590155" h="4984115">
                  <a:moveTo>
                    <a:pt x="397903" y="4955400"/>
                  </a:moveTo>
                  <a:lnTo>
                    <a:pt x="369328" y="4955400"/>
                  </a:lnTo>
                  <a:lnTo>
                    <a:pt x="369328" y="4983975"/>
                  </a:lnTo>
                  <a:lnTo>
                    <a:pt x="397903" y="4983975"/>
                  </a:lnTo>
                  <a:lnTo>
                    <a:pt x="397903" y="4955400"/>
                  </a:lnTo>
                  <a:close/>
                </a:path>
                <a:path w="7590155" h="4984115">
                  <a:moveTo>
                    <a:pt x="397903" y="2409825"/>
                  </a:moveTo>
                  <a:lnTo>
                    <a:pt x="369328" y="2409825"/>
                  </a:lnTo>
                  <a:lnTo>
                    <a:pt x="369328" y="2438400"/>
                  </a:lnTo>
                  <a:lnTo>
                    <a:pt x="397903" y="2438400"/>
                  </a:lnTo>
                  <a:lnTo>
                    <a:pt x="397903" y="2409825"/>
                  </a:lnTo>
                  <a:close/>
                </a:path>
                <a:path w="7590155" h="4984115">
                  <a:moveTo>
                    <a:pt x="419087" y="2545575"/>
                  </a:moveTo>
                  <a:lnTo>
                    <a:pt x="390512" y="2545575"/>
                  </a:lnTo>
                  <a:lnTo>
                    <a:pt x="390512" y="2574150"/>
                  </a:lnTo>
                  <a:lnTo>
                    <a:pt x="419087" y="2574150"/>
                  </a:lnTo>
                  <a:lnTo>
                    <a:pt x="419087" y="2545575"/>
                  </a:lnTo>
                  <a:close/>
                </a:path>
                <a:path w="7590155" h="4984115">
                  <a:moveTo>
                    <a:pt x="419087" y="0"/>
                  </a:moveTo>
                  <a:lnTo>
                    <a:pt x="390512" y="0"/>
                  </a:lnTo>
                  <a:lnTo>
                    <a:pt x="390512" y="28575"/>
                  </a:lnTo>
                  <a:lnTo>
                    <a:pt x="419087" y="28575"/>
                  </a:lnTo>
                  <a:lnTo>
                    <a:pt x="419087" y="0"/>
                  </a:lnTo>
                  <a:close/>
                </a:path>
                <a:path w="7590155" h="4984115">
                  <a:moveTo>
                    <a:pt x="455053" y="4955400"/>
                  </a:moveTo>
                  <a:lnTo>
                    <a:pt x="426478" y="4955400"/>
                  </a:lnTo>
                  <a:lnTo>
                    <a:pt x="426478" y="4983975"/>
                  </a:lnTo>
                  <a:lnTo>
                    <a:pt x="455053" y="4983975"/>
                  </a:lnTo>
                  <a:lnTo>
                    <a:pt x="455053" y="4955400"/>
                  </a:lnTo>
                  <a:close/>
                </a:path>
                <a:path w="7590155" h="4984115">
                  <a:moveTo>
                    <a:pt x="455053" y="2409825"/>
                  </a:moveTo>
                  <a:lnTo>
                    <a:pt x="426478" y="2409825"/>
                  </a:lnTo>
                  <a:lnTo>
                    <a:pt x="426478" y="2438400"/>
                  </a:lnTo>
                  <a:lnTo>
                    <a:pt x="455053" y="2438400"/>
                  </a:lnTo>
                  <a:lnTo>
                    <a:pt x="455053" y="2409825"/>
                  </a:lnTo>
                  <a:close/>
                </a:path>
                <a:path w="7590155" h="4984115">
                  <a:moveTo>
                    <a:pt x="476237" y="2545575"/>
                  </a:moveTo>
                  <a:lnTo>
                    <a:pt x="447662" y="2545575"/>
                  </a:lnTo>
                  <a:lnTo>
                    <a:pt x="447662" y="2574150"/>
                  </a:lnTo>
                  <a:lnTo>
                    <a:pt x="476237" y="2574150"/>
                  </a:lnTo>
                  <a:lnTo>
                    <a:pt x="476237" y="2545575"/>
                  </a:lnTo>
                  <a:close/>
                </a:path>
                <a:path w="7590155" h="4984115">
                  <a:moveTo>
                    <a:pt x="476237" y="0"/>
                  </a:moveTo>
                  <a:lnTo>
                    <a:pt x="447662" y="0"/>
                  </a:lnTo>
                  <a:lnTo>
                    <a:pt x="447662" y="28575"/>
                  </a:lnTo>
                  <a:lnTo>
                    <a:pt x="476237" y="28575"/>
                  </a:lnTo>
                  <a:lnTo>
                    <a:pt x="476237" y="0"/>
                  </a:lnTo>
                  <a:close/>
                </a:path>
                <a:path w="7590155" h="4984115">
                  <a:moveTo>
                    <a:pt x="512203" y="4955400"/>
                  </a:moveTo>
                  <a:lnTo>
                    <a:pt x="483628" y="4955400"/>
                  </a:lnTo>
                  <a:lnTo>
                    <a:pt x="483628" y="4983975"/>
                  </a:lnTo>
                  <a:lnTo>
                    <a:pt x="512203" y="4983975"/>
                  </a:lnTo>
                  <a:lnTo>
                    <a:pt x="512203" y="4955400"/>
                  </a:lnTo>
                  <a:close/>
                </a:path>
                <a:path w="7590155" h="4984115">
                  <a:moveTo>
                    <a:pt x="512203" y="2409825"/>
                  </a:moveTo>
                  <a:lnTo>
                    <a:pt x="483628" y="2409825"/>
                  </a:lnTo>
                  <a:lnTo>
                    <a:pt x="483628" y="2438400"/>
                  </a:lnTo>
                  <a:lnTo>
                    <a:pt x="512203" y="2438400"/>
                  </a:lnTo>
                  <a:lnTo>
                    <a:pt x="512203" y="2409825"/>
                  </a:lnTo>
                  <a:close/>
                </a:path>
                <a:path w="7590155" h="4984115">
                  <a:moveTo>
                    <a:pt x="533387" y="2545575"/>
                  </a:moveTo>
                  <a:lnTo>
                    <a:pt x="504812" y="2545575"/>
                  </a:lnTo>
                  <a:lnTo>
                    <a:pt x="504812" y="2574150"/>
                  </a:lnTo>
                  <a:lnTo>
                    <a:pt x="533387" y="2574150"/>
                  </a:lnTo>
                  <a:lnTo>
                    <a:pt x="533387" y="2545575"/>
                  </a:lnTo>
                  <a:close/>
                </a:path>
                <a:path w="7590155" h="4984115">
                  <a:moveTo>
                    <a:pt x="533387" y="0"/>
                  </a:moveTo>
                  <a:lnTo>
                    <a:pt x="504812" y="0"/>
                  </a:lnTo>
                  <a:lnTo>
                    <a:pt x="504812" y="28575"/>
                  </a:lnTo>
                  <a:lnTo>
                    <a:pt x="533387" y="28575"/>
                  </a:lnTo>
                  <a:lnTo>
                    <a:pt x="533387" y="0"/>
                  </a:lnTo>
                  <a:close/>
                </a:path>
                <a:path w="7590155" h="4984115">
                  <a:moveTo>
                    <a:pt x="569353" y="4955400"/>
                  </a:moveTo>
                  <a:lnTo>
                    <a:pt x="540778" y="4955400"/>
                  </a:lnTo>
                  <a:lnTo>
                    <a:pt x="540778" y="4983975"/>
                  </a:lnTo>
                  <a:lnTo>
                    <a:pt x="569353" y="4983975"/>
                  </a:lnTo>
                  <a:lnTo>
                    <a:pt x="569353" y="4955400"/>
                  </a:lnTo>
                  <a:close/>
                </a:path>
                <a:path w="7590155" h="4984115">
                  <a:moveTo>
                    <a:pt x="569353" y="2409825"/>
                  </a:moveTo>
                  <a:lnTo>
                    <a:pt x="540778" y="2409825"/>
                  </a:lnTo>
                  <a:lnTo>
                    <a:pt x="540778" y="2438400"/>
                  </a:lnTo>
                  <a:lnTo>
                    <a:pt x="569353" y="2438400"/>
                  </a:lnTo>
                  <a:lnTo>
                    <a:pt x="569353" y="2409825"/>
                  </a:lnTo>
                  <a:close/>
                </a:path>
                <a:path w="7590155" h="4984115">
                  <a:moveTo>
                    <a:pt x="590537" y="2545575"/>
                  </a:moveTo>
                  <a:lnTo>
                    <a:pt x="561962" y="2545575"/>
                  </a:lnTo>
                  <a:lnTo>
                    <a:pt x="561962" y="2574150"/>
                  </a:lnTo>
                  <a:lnTo>
                    <a:pt x="590537" y="2574150"/>
                  </a:lnTo>
                  <a:lnTo>
                    <a:pt x="590537" y="2545575"/>
                  </a:lnTo>
                  <a:close/>
                </a:path>
                <a:path w="7590155" h="4984115">
                  <a:moveTo>
                    <a:pt x="590537" y="0"/>
                  </a:moveTo>
                  <a:lnTo>
                    <a:pt x="561962" y="0"/>
                  </a:lnTo>
                  <a:lnTo>
                    <a:pt x="561962" y="28575"/>
                  </a:lnTo>
                  <a:lnTo>
                    <a:pt x="590537" y="28575"/>
                  </a:lnTo>
                  <a:lnTo>
                    <a:pt x="590537" y="0"/>
                  </a:lnTo>
                  <a:close/>
                </a:path>
                <a:path w="7590155" h="4984115">
                  <a:moveTo>
                    <a:pt x="626503" y="4955400"/>
                  </a:moveTo>
                  <a:lnTo>
                    <a:pt x="597928" y="4955400"/>
                  </a:lnTo>
                  <a:lnTo>
                    <a:pt x="597928" y="4983975"/>
                  </a:lnTo>
                  <a:lnTo>
                    <a:pt x="626503" y="4983975"/>
                  </a:lnTo>
                  <a:lnTo>
                    <a:pt x="626503" y="4955400"/>
                  </a:lnTo>
                  <a:close/>
                </a:path>
                <a:path w="7590155" h="4984115">
                  <a:moveTo>
                    <a:pt x="626503" y="2409825"/>
                  </a:moveTo>
                  <a:lnTo>
                    <a:pt x="597928" y="2409825"/>
                  </a:lnTo>
                  <a:lnTo>
                    <a:pt x="597928" y="2438400"/>
                  </a:lnTo>
                  <a:lnTo>
                    <a:pt x="626503" y="2438400"/>
                  </a:lnTo>
                  <a:lnTo>
                    <a:pt x="626503" y="2409825"/>
                  </a:lnTo>
                  <a:close/>
                </a:path>
                <a:path w="7590155" h="4984115">
                  <a:moveTo>
                    <a:pt x="647687" y="2545575"/>
                  </a:moveTo>
                  <a:lnTo>
                    <a:pt x="619112" y="2545575"/>
                  </a:lnTo>
                  <a:lnTo>
                    <a:pt x="619112" y="2574150"/>
                  </a:lnTo>
                  <a:lnTo>
                    <a:pt x="647687" y="2574150"/>
                  </a:lnTo>
                  <a:lnTo>
                    <a:pt x="647687" y="2545575"/>
                  </a:lnTo>
                  <a:close/>
                </a:path>
                <a:path w="7590155" h="4984115">
                  <a:moveTo>
                    <a:pt x="647687" y="0"/>
                  </a:moveTo>
                  <a:lnTo>
                    <a:pt x="619112" y="0"/>
                  </a:lnTo>
                  <a:lnTo>
                    <a:pt x="619112" y="28575"/>
                  </a:lnTo>
                  <a:lnTo>
                    <a:pt x="647687" y="28575"/>
                  </a:lnTo>
                  <a:lnTo>
                    <a:pt x="647687" y="0"/>
                  </a:lnTo>
                  <a:close/>
                </a:path>
                <a:path w="7590155" h="4984115">
                  <a:moveTo>
                    <a:pt x="683653" y="4955400"/>
                  </a:moveTo>
                  <a:lnTo>
                    <a:pt x="655078" y="4955400"/>
                  </a:lnTo>
                  <a:lnTo>
                    <a:pt x="655078" y="4983975"/>
                  </a:lnTo>
                  <a:lnTo>
                    <a:pt x="683653" y="4983975"/>
                  </a:lnTo>
                  <a:lnTo>
                    <a:pt x="683653" y="4955400"/>
                  </a:lnTo>
                  <a:close/>
                </a:path>
                <a:path w="7590155" h="4984115">
                  <a:moveTo>
                    <a:pt x="683653" y="2409825"/>
                  </a:moveTo>
                  <a:lnTo>
                    <a:pt x="655078" y="2409825"/>
                  </a:lnTo>
                  <a:lnTo>
                    <a:pt x="655078" y="2438400"/>
                  </a:lnTo>
                  <a:lnTo>
                    <a:pt x="683653" y="2438400"/>
                  </a:lnTo>
                  <a:lnTo>
                    <a:pt x="683653" y="2409825"/>
                  </a:lnTo>
                  <a:close/>
                </a:path>
                <a:path w="7590155" h="4984115">
                  <a:moveTo>
                    <a:pt x="704837" y="2545575"/>
                  </a:moveTo>
                  <a:lnTo>
                    <a:pt x="676262" y="2545575"/>
                  </a:lnTo>
                  <a:lnTo>
                    <a:pt x="676262" y="2574150"/>
                  </a:lnTo>
                  <a:lnTo>
                    <a:pt x="704837" y="2574150"/>
                  </a:lnTo>
                  <a:lnTo>
                    <a:pt x="704837" y="2545575"/>
                  </a:lnTo>
                  <a:close/>
                </a:path>
                <a:path w="7590155" h="4984115">
                  <a:moveTo>
                    <a:pt x="704837" y="0"/>
                  </a:moveTo>
                  <a:lnTo>
                    <a:pt x="676262" y="0"/>
                  </a:lnTo>
                  <a:lnTo>
                    <a:pt x="676262" y="28575"/>
                  </a:lnTo>
                  <a:lnTo>
                    <a:pt x="704837" y="28575"/>
                  </a:lnTo>
                  <a:lnTo>
                    <a:pt x="704837" y="0"/>
                  </a:lnTo>
                  <a:close/>
                </a:path>
                <a:path w="7590155" h="4984115">
                  <a:moveTo>
                    <a:pt x="740803" y="4955400"/>
                  </a:moveTo>
                  <a:lnTo>
                    <a:pt x="712228" y="4955400"/>
                  </a:lnTo>
                  <a:lnTo>
                    <a:pt x="712228" y="4983975"/>
                  </a:lnTo>
                  <a:lnTo>
                    <a:pt x="740803" y="4983975"/>
                  </a:lnTo>
                  <a:lnTo>
                    <a:pt x="740803" y="4955400"/>
                  </a:lnTo>
                  <a:close/>
                </a:path>
                <a:path w="7590155" h="4984115">
                  <a:moveTo>
                    <a:pt x="740803" y="2409825"/>
                  </a:moveTo>
                  <a:lnTo>
                    <a:pt x="712228" y="2409825"/>
                  </a:lnTo>
                  <a:lnTo>
                    <a:pt x="712228" y="2438400"/>
                  </a:lnTo>
                  <a:lnTo>
                    <a:pt x="740803" y="2438400"/>
                  </a:lnTo>
                  <a:lnTo>
                    <a:pt x="740803" y="2409825"/>
                  </a:lnTo>
                  <a:close/>
                </a:path>
                <a:path w="7590155" h="4984115">
                  <a:moveTo>
                    <a:pt x="761987" y="2545575"/>
                  </a:moveTo>
                  <a:lnTo>
                    <a:pt x="733412" y="2545575"/>
                  </a:lnTo>
                  <a:lnTo>
                    <a:pt x="733412" y="2574150"/>
                  </a:lnTo>
                  <a:lnTo>
                    <a:pt x="761987" y="2574150"/>
                  </a:lnTo>
                  <a:lnTo>
                    <a:pt x="761987" y="2545575"/>
                  </a:lnTo>
                  <a:close/>
                </a:path>
                <a:path w="7590155" h="4984115">
                  <a:moveTo>
                    <a:pt x="761987" y="0"/>
                  </a:moveTo>
                  <a:lnTo>
                    <a:pt x="733412" y="0"/>
                  </a:lnTo>
                  <a:lnTo>
                    <a:pt x="733412" y="28575"/>
                  </a:lnTo>
                  <a:lnTo>
                    <a:pt x="761987" y="28575"/>
                  </a:lnTo>
                  <a:lnTo>
                    <a:pt x="761987" y="0"/>
                  </a:lnTo>
                  <a:close/>
                </a:path>
                <a:path w="7590155" h="4984115">
                  <a:moveTo>
                    <a:pt x="797953" y="4955400"/>
                  </a:moveTo>
                  <a:lnTo>
                    <a:pt x="769378" y="4955400"/>
                  </a:lnTo>
                  <a:lnTo>
                    <a:pt x="769378" y="4983975"/>
                  </a:lnTo>
                  <a:lnTo>
                    <a:pt x="797953" y="4983975"/>
                  </a:lnTo>
                  <a:lnTo>
                    <a:pt x="797953" y="4955400"/>
                  </a:lnTo>
                  <a:close/>
                </a:path>
                <a:path w="7590155" h="4984115">
                  <a:moveTo>
                    <a:pt x="797953" y="2409825"/>
                  </a:moveTo>
                  <a:lnTo>
                    <a:pt x="769378" y="2409825"/>
                  </a:lnTo>
                  <a:lnTo>
                    <a:pt x="769378" y="2438400"/>
                  </a:lnTo>
                  <a:lnTo>
                    <a:pt x="797953" y="2438400"/>
                  </a:lnTo>
                  <a:lnTo>
                    <a:pt x="797953" y="2409825"/>
                  </a:lnTo>
                  <a:close/>
                </a:path>
                <a:path w="7590155" h="4984115">
                  <a:moveTo>
                    <a:pt x="819137" y="2545575"/>
                  </a:moveTo>
                  <a:lnTo>
                    <a:pt x="790562" y="2545575"/>
                  </a:lnTo>
                  <a:lnTo>
                    <a:pt x="790562" y="2574150"/>
                  </a:lnTo>
                  <a:lnTo>
                    <a:pt x="819137" y="2574150"/>
                  </a:lnTo>
                  <a:lnTo>
                    <a:pt x="819137" y="2545575"/>
                  </a:lnTo>
                  <a:close/>
                </a:path>
                <a:path w="7590155" h="4984115">
                  <a:moveTo>
                    <a:pt x="819137" y="0"/>
                  </a:moveTo>
                  <a:lnTo>
                    <a:pt x="790562" y="0"/>
                  </a:lnTo>
                  <a:lnTo>
                    <a:pt x="790562" y="28575"/>
                  </a:lnTo>
                  <a:lnTo>
                    <a:pt x="819137" y="28575"/>
                  </a:lnTo>
                  <a:lnTo>
                    <a:pt x="819137" y="0"/>
                  </a:lnTo>
                  <a:close/>
                </a:path>
                <a:path w="7590155" h="4984115">
                  <a:moveTo>
                    <a:pt x="855103" y="4955400"/>
                  </a:moveTo>
                  <a:lnTo>
                    <a:pt x="826528" y="4955400"/>
                  </a:lnTo>
                  <a:lnTo>
                    <a:pt x="826528" y="4983975"/>
                  </a:lnTo>
                  <a:lnTo>
                    <a:pt x="855103" y="4983975"/>
                  </a:lnTo>
                  <a:lnTo>
                    <a:pt x="855103" y="4955400"/>
                  </a:lnTo>
                  <a:close/>
                </a:path>
                <a:path w="7590155" h="4984115">
                  <a:moveTo>
                    <a:pt x="855103" y="2409825"/>
                  </a:moveTo>
                  <a:lnTo>
                    <a:pt x="826528" y="2409825"/>
                  </a:lnTo>
                  <a:lnTo>
                    <a:pt x="826528" y="2438400"/>
                  </a:lnTo>
                  <a:lnTo>
                    <a:pt x="855103" y="2438400"/>
                  </a:lnTo>
                  <a:lnTo>
                    <a:pt x="855103" y="2409825"/>
                  </a:lnTo>
                  <a:close/>
                </a:path>
                <a:path w="7590155" h="4984115">
                  <a:moveTo>
                    <a:pt x="876287" y="2545575"/>
                  </a:moveTo>
                  <a:lnTo>
                    <a:pt x="847712" y="2545575"/>
                  </a:lnTo>
                  <a:lnTo>
                    <a:pt x="847712" y="2574150"/>
                  </a:lnTo>
                  <a:lnTo>
                    <a:pt x="876287" y="2574150"/>
                  </a:lnTo>
                  <a:lnTo>
                    <a:pt x="876287" y="2545575"/>
                  </a:lnTo>
                  <a:close/>
                </a:path>
                <a:path w="7590155" h="4984115">
                  <a:moveTo>
                    <a:pt x="876287" y="0"/>
                  </a:moveTo>
                  <a:lnTo>
                    <a:pt x="847712" y="0"/>
                  </a:lnTo>
                  <a:lnTo>
                    <a:pt x="847712" y="28575"/>
                  </a:lnTo>
                  <a:lnTo>
                    <a:pt x="876287" y="28575"/>
                  </a:lnTo>
                  <a:lnTo>
                    <a:pt x="876287" y="0"/>
                  </a:lnTo>
                  <a:close/>
                </a:path>
                <a:path w="7590155" h="4984115">
                  <a:moveTo>
                    <a:pt x="912253" y="4955400"/>
                  </a:moveTo>
                  <a:lnTo>
                    <a:pt x="883678" y="4955400"/>
                  </a:lnTo>
                  <a:lnTo>
                    <a:pt x="883678" y="4983975"/>
                  </a:lnTo>
                  <a:lnTo>
                    <a:pt x="912253" y="4983975"/>
                  </a:lnTo>
                  <a:lnTo>
                    <a:pt x="912253" y="4955400"/>
                  </a:lnTo>
                  <a:close/>
                </a:path>
                <a:path w="7590155" h="4984115">
                  <a:moveTo>
                    <a:pt x="912253" y="2409825"/>
                  </a:moveTo>
                  <a:lnTo>
                    <a:pt x="883678" y="2409825"/>
                  </a:lnTo>
                  <a:lnTo>
                    <a:pt x="883678" y="2438400"/>
                  </a:lnTo>
                  <a:lnTo>
                    <a:pt x="912253" y="2438400"/>
                  </a:lnTo>
                  <a:lnTo>
                    <a:pt x="912253" y="2409825"/>
                  </a:lnTo>
                  <a:close/>
                </a:path>
                <a:path w="7590155" h="4984115">
                  <a:moveTo>
                    <a:pt x="933437" y="2545575"/>
                  </a:moveTo>
                  <a:lnTo>
                    <a:pt x="904862" y="2545575"/>
                  </a:lnTo>
                  <a:lnTo>
                    <a:pt x="904862" y="2574150"/>
                  </a:lnTo>
                  <a:lnTo>
                    <a:pt x="933437" y="2574150"/>
                  </a:lnTo>
                  <a:lnTo>
                    <a:pt x="933437" y="2545575"/>
                  </a:lnTo>
                  <a:close/>
                </a:path>
                <a:path w="7590155" h="4984115">
                  <a:moveTo>
                    <a:pt x="933437" y="0"/>
                  </a:moveTo>
                  <a:lnTo>
                    <a:pt x="904862" y="0"/>
                  </a:lnTo>
                  <a:lnTo>
                    <a:pt x="904862" y="28575"/>
                  </a:lnTo>
                  <a:lnTo>
                    <a:pt x="933437" y="28575"/>
                  </a:lnTo>
                  <a:lnTo>
                    <a:pt x="933437" y="0"/>
                  </a:lnTo>
                  <a:close/>
                </a:path>
                <a:path w="7590155" h="4984115">
                  <a:moveTo>
                    <a:pt x="969403" y="4955400"/>
                  </a:moveTo>
                  <a:lnTo>
                    <a:pt x="940828" y="4955400"/>
                  </a:lnTo>
                  <a:lnTo>
                    <a:pt x="940828" y="4983975"/>
                  </a:lnTo>
                  <a:lnTo>
                    <a:pt x="969403" y="4983975"/>
                  </a:lnTo>
                  <a:lnTo>
                    <a:pt x="969403" y="4955400"/>
                  </a:lnTo>
                  <a:close/>
                </a:path>
                <a:path w="7590155" h="4984115">
                  <a:moveTo>
                    <a:pt x="969403" y="2409825"/>
                  </a:moveTo>
                  <a:lnTo>
                    <a:pt x="940828" y="2409825"/>
                  </a:lnTo>
                  <a:lnTo>
                    <a:pt x="940828" y="2438400"/>
                  </a:lnTo>
                  <a:lnTo>
                    <a:pt x="969403" y="2438400"/>
                  </a:lnTo>
                  <a:lnTo>
                    <a:pt x="969403" y="2409825"/>
                  </a:lnTo>
                  <a:close/>
                </a:path>
                <a:path w="7590155" h="4984115">
                  <a:moveTo>
                    <a:pt x="990587" y="2545575"/>
                  </a:moveTo>
                  <a:lnTo>
                    <a:pt x="962012" y="2545575"/>
                  </a:lnTo>
                  <a:lnTo>
                    <a:pt x="962012" y="2574150"/>
                  </a:lnTo>
                  <a:lnTo>
                    <a:pt x="990587" y="2574150"/>
                  </a:lnTo>
                  <a:lnTo>
                    <a:pt x="990587" y="2545575"/>
                  </a:lnTo>
                  <a:close/>
                </a:path>
                <a:path w="7590155" h="4984115">
                  <a:moveTo>
                    <a:pt x="990587" y="0"/>
                  </a:moveTo>
                  <a:lnTo>
                    <a:pt x="962012" y="0"/>
                  </a:lnTo>
                  <a:lnTo>
                    <a:pt x="962012" y="28575"/>
                  </a:lnTo>
                  <a:lnTo>
                    <a:pt x="990587" y="28575"/>
                  </a:lnTo>
                  <a:lnTo>
                    <a:pt x="990587" y="0"/>
                  </a:lnTo>
                  <a:close/>
                </a:path>
                <a:path w="7590155" h="4984115">
                  <a:moveTo>
                    <a:pt x="1026553" y="4955400"/>
                  </a:moveTo>
                  <a:lnTo>
                    <a:pt x="997978" y="4955400"/>
                  </a:lnTo>
                  <a:lnTo>
                    <a:pt x="997978" y="4983975"/>
                  </a:lnTo>
                  <a:lnTo>
                    <a:pt x="1026553" y="4983975"/>
                  </a:lnTo>
                  <a:lnTo>
                    <a:pt x="1026553" y="4955400"/>
                  </a:lnTo>
                  <a:close/>
                </a:path>
                <a:path w="7590155" h="4984115">
                  <a:moveTo>
                    <a:pt x="1026553" y="2409825"/>
                  </a:moveTo>
                  <a:lnTo>
                    <a:pt x="997978" y="2409825"/>
                  </a:lnTo>
                  <a:lnTo>
                    <a:pt x="997978" y="2438400"/>
                  </a:lnTo>
                  <a:lnTo>
                    <a:pt x="1026553" y="2438400"/>
                  </a:lnTo>
                  <a:lnTo>
                    <a:pt x="1026553" y="2409825"/>
                  </a:lnTo>
                  <a:close/>
                </a:path>
                <a:path w="7590155" h="4984115">
                  <a:moveTo>
                    <a:pt x="1047737" y="2545575"/>
                  </a:moveTo>
                  <a:lnTo>
                    <a:pt x="1019162" y="2545575"/>
                  </a:lnTo>
                  <a:lnTo>
                    <a:pt x="1019162" y="2574150"/>
                  </a:lnTo>
                  <a:lnTo>
                    <a:pt x="1047737" y="2574150"/>
                  </a:lnTo>
                  <a:lnTo>
                    <a:pt x="1047737" y="2545575"/>
                  </a:lnTo>
                  <a:close/>
                </a:path>
                <a:path w="7590155" h="4984115">
                  <a:moveTo>
                    <a:pt x="1047737" y="0"/>
                  </a:moveTo>
                  <a:lnTo>
                    <a:pt x="1019162" y="0"/>
                  </a:lnTo>
                  <a:lnTo>
                    <a:pt x="1019162" y="28575"/>
                  </a:lnTo>
                  <a:lnTo>
                    <a:pt x="1047737" y="28575"/>
                  </a:lnTo>
                  <a:lnTo>
                    <a:pt x="1047737" y="0"/>
                  </a:lnTo>
                  <a:close/>
                </a:path>
                <a:path w="7590155" h="4984115">
                  <a:moveTo>
                    <a:pt x="1083703" y="4955400"/>
                  </a:moveTo>
                  <a:lnTo>
                    <a:pt x="1055128" y="4955400"/>
                  </a:lnTo>
                  <a:lnTo>
                    <a:pt x="1055128" y="4983975"/>
                  </a:lnTo>
                  <a:lnTo>
                    <a:pt x="1083703" y="4983975"/>
                  </a:lnTo>
                  <a:lnTo>
                    <a:pt x="1083703" y="4955400"/>
                  </a:lnTo>
                  <a:close/>
                </a:path>
                <a:path w="7590155" h="4984115">
                  <a:moveTo>
                    <a:pt x="1083703" y="2409825"/>
                  </a:moveTo>
                  <a:lnTo>
                    <a:pt x="1055128" y="2409825"/>
                  </a:lnTo>
                  <a:lnTo>
                    <a:pt x="1055128" y="2438400"/>
                  </a:lnTo>
                  <a:lnTo>
                    <a:pt x="1083703" y="2438400"/>
                  </a:lnTo>
                  <a:lnTo>
                    <a:pt x="1083703" y="2409825"/>
                  </a:lnTo>
                  <a:close/>
                </a:path>
                <a:path w="7590155" h="4984115">
                  <a:moveTo>
                    <a:pt x="1104887" y="2545575"/>
                  </a:moveTo>
                  <a:lnTo>
                    <a:pt x="1076312" y="2545575"/>
                  </a:lnTo>
                  <a:lnTo>
                    <a:pt x="1076312" y="2574150"/>
                  </a:lnTo>
                  <a:lnTo>
                    <a:pt x="1104887" y="2574150"/>
                  </a:lnTo>
                  <a:lnTo>
                    <a:pt x="1104887" y="2545575"/>
                  </a:lnTo>
                  <a:close/>
                </a:path>
                <a:path w="7590155" h="4984115">
                  <a:moveTo>
                    <a:pt x="1104887" y="0"/>
                  </a:moveTo>
                  <a:lnTo>
                    <a:pt x="1076312" y="0"/>
                  </a:lnTo>
                  <a:lnTo>
                    <a:pt x="1076312" y="28575"/>
                  </a:lnTo>
                  <a:lnTo>
                    <a:pt x="1104887" y="28575"/>
                  </a:lnTo>
                  <a:lnTo>
                    <a:pt x="1104887" y="0"/>
                  </a:lnTo>
                  <a:close/>
                </a:path>
                <a:path w="7590155" h="4984115">
                  <a:moveTo>
                    <a:pt x="1140853" y="4955400"/>
                  </a:moveTo>
                  <a:lnTo>
                    <a:pt x="1112278" y="4955400"/>
                  </a:lnTo>
                  <a:lnTo>
                    <a:pt x="1112278" y="4983975"/>
                  </a:lnTo>
                  <a:lnTo>
                    <a:pt x="1140853" y="4983975"/>
                  </a:lnTo>
                  <a:lnTo>
                    <a:pt x="1140853" y="4955400"/>
                  </a:lnTo>
                  <a:close/>
                </a:path>
                <a:path w="7590155" h="4984115">
                  <a:moveTo>
                    <a:pt x="1140853" y="2409825"/>
                  </a:moveTo>
                  <a:lnTo>
                    <a:pt x="1112278" y="2409825"/>
                  </a:lnTo>
                  <a:lnTo>
                    <a:pt x="1112278" y="2438400"/>
                  </a:lnTo>
                  <a:lnTo>
                    <a:pt x="1140853" y="2438400"/>
                  </a:lnTo>
                  <a:lnTo>
                    <a:pt x="1140853" y="2409825"/>
                  </a:lnTo>
                  <a:close/>
                </a:path>
                <a:path w="7590155" h="4984115">
                  <a:moveTo>
                    <a:pt x="1162037" y="2545575"/>
                  </a:moveTo>
                  <a:lnTo>
                    <a:pt x="1133462" y="2545575"/>
                  </a:lnTo>
                  <a:lnTo>
                    <a:pt x="1133462" y="2574150"/>
                  </a:lnTo>
                  <a:lnTo>
                    <a:pt x="1162037" y="2574150"/>
                  </a:lnTo>
                  <a:lnTo>
                    <a:pt x="1162037" y="2545575"/>
                  </a:lnTo>
                  <a:close/>
                </a:path>
                <a:path w="7590155" h="4984115">
                  <a:moveTo>
                    <a:pt x="1162037" y="0"/>
                  </a:moveTo>
                  <a:lnTo>
                    <a:pt x="1133462" y="0"/>
                  </a:lnTo>
                  <a:lnTo>
                    <a:pt x="1133462" y="28575"/>
                  </a:lnTo>
                  <a:lnTo>
                    <a:pt x="1162037" y="28575"/>
                  </a:lnTo>
                  <a:lnTo>
                    <a:pt x="1162037" y="0"/>
                  </a:lnTo>
                  <a:close/>
                </a:path>
                <a:path w="7590155" h="4984115">
                  <a:moveTo>
                    <a:pt x="1198003" y="4955400"/>
                  </a:moveTo>
                  <a:lnTo>
                    <a:pt x="1169428" y="4955400"/>
                  </a:lnTo>
                  <a:lnTo>
                    <a:pt x="1169428" y="4983975"/>
                  </a:lnTo>
                  <a:lnTo>
                    <a:pt x="1198003" y="4983975"/>
                  </a:lnTo>
                  <a:lnTo>
                    <a:pt x="1198003" y="4955400"/>
                  </a:lnTo>
                  <a:close/>
                </a:path>
                <a:path w="7590155" h="4984115">
                  <a:moveTo>
                    <a:pt x="1198003" y="2409825"/>
                  </a:moveTo>
                  <a:lnTo>
                    <a:pt x="1169428" y="2409825"/>
                  </a:lnTo>
                  <a:lnTo>
                    <a:pt x="1169428" y="2438400"/>
                  </a:lnTo>
                  <a:lnTo>
                    <a:pt x="1198003" y="2438400"/>
                  </a:lnTo>
                  <a:lnTo>
                    <a:pt x="1198003" y="2409825"/>
                  </a:lnTo>
                  <a:close/>
                </a:path>
                <a:path w="7590155" h="4984115">
                  <a:moveTo>
                    <a:pt x="1219187" y="2545575"/>
                  </a:moveTo>
                  <a:lnTo>
                    <a:pt x="1190612" y="2545575"/>
                  </a:lnTo>
                  <a:lnTo>
                    <a:pt x="1190612" y="2574150"/>
                  </a:lnTo>
                  <a:lnTo>
                    <a:pt x="1219187" y="2574150"/>
                  </a:lnTo>
                  <a:lnTo>
                    <a:pt x="1219187" y="2545575"/>
                  </a:lnTo>
                  <a:close/>
                </a:path>
                <a:path w="7590155" h="4984115">
                  <a:moveTo>
                    <a:pt x="1219187" y="0"/>
                  </a:moveTo>
                  <a:lnTo>
                    <a:pt x="1190612" y="0"/>
                  </a:lnTo>
                  <a:lnTo>
                    <a:pt x="1190612" y="28575"/>
                  </a:lnTo>
                  <a:lnTo>
                    <a:pt x="1219187" y="28575"/>
                  </a:lnTo>
                  <a:lnTo>
                    <a:pt x="1219187" y="0"/>
                  </a:lnTo>
                  <a:close/>
                </a:path>
                <a:path w="7590155" h="4984115">
                  <a:moveTo>
                    <a:pt x="1255153" y="4955400"/>
                  </a:moveTo>
                  <a:lnTo>
                    <a:pt x="1226578" y="4955400"/>
                  </a:lnTo>
                  <a:lnTo>
                    <a:pt x="1226578" y="4983975"/>
                  </a:lnTo>
                  <a:lnTo>
                    <a:pt x="1255153" y="4983975"/>
                  </a:lnTo>
                  <a:lnTo>
                    <a:pt x="1255153" y="4955400"/>
                  </a:lnTo>
                  <a:close/>
                </a:path>
                <a:path w="7590155" h="4984115">
                  <a:moveTo>
                    <a:pt x="1255153" y="2409825"/>
                  </a:moveTo>
                  <a:lnTo>
                    <a:pt x="1226578" y="2409825"/>
                  </a:lnTo>
                  <a:lnTo>
                    <a:pt x="1226578" y="2438400"/>
                  </a:lnTo>
                  <a:lnTo>
                    <a:pt x="1255153" y="2438400"/>
                  </a:lnTo>
                  <a:lnTo>
                    <a:pt x="1255153" y="2409825"/>
                  </a:lnTo>
                  <a:close/>
                </a:path>
                <a:path w="7590155" h="4984115">
                  <a:moveTo>
                    <a:pt x="1276337" y="2545575"/>
                  </a:moveTo>
                  <a:lnTo>
                    <a:pt x="1247762" y="2545575"/>
                  </a:lnTo>
                  <a:lnTo>
                    <a:pt x="1247762" y="2574150"/>
                  </a:lnTo>
                  <a:lnTo>
                    <a:pt x="1276337" y="2574150"/>
                  </a:lnTo>
                  <a:lnTo>
                    <a:pt x="1276337" y="2545575"/>
                  </a:lnTo>
                  <a:close/>
                </a:path>
                <a:path w="7590155" h="4984115">
                  <a:moveTo>
                    <a:pt x="1276337" y="0"/>
                  </a:moveTo>
                  <a:lnTo>
                    <a:pt x="1247762" y="0"/>
                  </a:lnTo>
                  <a:lnTo>
                    <a:pt x="1247762" y="28575"/>
                  </a:lnTo>
                  <a:lnTo>
                    <a:pt x="1276337" y="28575"/>
                  </a:lnTo>
                  <a:lnTo>
                    <a:pt x="1276337" y="0"/>
                  </a:lnTo>
                  <a:close/>
                </a:path>
                <a:path w="7590155" h="4984115">
                  <a:moveTo>
                    <a:pt x="1312303" y="4955400"/>
                  </a:moveTo>
                  <a:lnTo>
                    <a:pt x="1283728" y="4955400"/>
                  </a:lnTo>
                  <a:lnTo>
                    <a:pt x="1283728" y="4983975"/>
                  </a:lnTo>
                  <a:lnTo>
                    <a:pt x="1312303" y="4983975"/>
                  </a:lnTo>
                  <a:lnTo>
                    <a:pt x="1312303" y="4955400"/>
                  </a:lnTo>
                  <a:close/>
                </a:path>
                <a:path w="7590155" h="4984115">
                  <a:moveTo>
                    <a:pt x="1312303" y="2409825"/>
                  </a:moveTo>
                  <a:lnTo>
                    <a:pt x="1283728" y="2409825"/>
                  </a:lnTo>
                  <a:lnTo>
                    <a:pt x="1283728" y="2438400"/>
                  </a:lnTo>
                  <a:lnTo>
                    <a:pt x="1312303" y="2438400"/>
                  </a:lnTo>
                  <a:lnTo>
                    <a:pt x="1312303" y="2409825"/>
                  </a:lnTo>
                  <a:close/>
                </a:path>
                <a:path w="7590155" h="4984115">
                  <a:moveTo>
                    <a:pt x="1333487" y="2545575"/>
                  </a:moveTo>
                  <a:lnTo>
                    <a:pt x="1304912" y="2545575"/>
                  </a:lnTo>
                  <a:lnTo>
                    <a:pt x="1304912" y="2574150"/>
                  </a:lnTo>
                  <a:lnTo>
                    <a:pt x="1333487" y="2574150"/>
                  </a:lnTo>
                  <a:lnTo>
                    <a:pt x="1333487" y="2545575"/>
                  </a:lnTo>
                  <a:close/>
                </a:path>
                <a:path w="7590155" h="4984115">
                  <a:moveTo>
                    <a:pt x="1333487" y="0"/>
                  </a:moveTo>
                  <a:lnTo>
                    <a:pt x="1304912" y="0"/>
                  </a:lnTo>
                  <a:lnTo>
                    <a:pt x="1304912" y="28575"/>
                  </a:lnTo>
                  <a:lnTo>
                    <a:pt x="1333487" y="28575"/>
                  </a:lnTo>
                  <a:lnTo>
                    <a:pt x="1333487" y="0"/>
                  </a:lnTo>
                  <a:close/>
                </a:path>
                <a:path w="7590155" h="4984115">
                  <a:moveTo>
                    <a:pt x="1369453" y="4955400"/>
                  </a:moveTo>
                  <a:lnTo>
                    <a:pt x="1340878" y="4955400"/>
                  </a:lnTo>
                  <a:lnTo>
                    <a:pt x="1340878" y="4983975"/>
                  </a:lnTo>
                  <a:lnTo>
                    <a:pt x="1369453" y="4983975"/>
                  </a:lnTo>
                  <a:lnTo>
                    <a:pt x="1369453" y="4955400"/>
                  </a:lnTo>
                  <a:close/>
                </a:path>
                <a:path w="7590155" h="4984115">
                  <a:moveTo>
                    <a:pt x="1369453" y="2409825"/>
                  </a:moveTo>
                  <a:lnTo>
                    <a:pt x="1340878" y="2409825"/>
                  </a:lnTo>
                  <a:lnTo>
                    <a:pt x="1340878" y="2438400"/>
                  </a:lnTo>
                  <a:lnTo>
                    <a:pt x="1369453" y="2438400"/>
                  </a:lnTo>
                  <a:lnTo>
                    <a:pt x="1369453" y="2409825"/>
                  </a:lnTo>
                  <a:close/>
                </a:path>
                <a:path w="7590155" h="4984115">
                  <a:moveTo>
                    <a:pt x="1390637" y="2545575"/>
                  </a:moveTo>
                  <a:lnTo>
                    <a:pt x="1362062" y="2545575"/>
                  </a:lnTo>
                  <a:lnTo>
                    <a:pt x="1362062" y="2574150"/>
                  </a:lnTo>
                  <a:lnTo>
                    <a:pt x="1390637" y="2574150"/>
                  </a:lnTo>
                  <a:lnTo>
                    <a:pt x="1390637" y="2545575"/>
                  </a:lnTo>
                  <a:close/>
                </a:path>
                <a:path w="7590155" h="4984115">
                  <a:moveTo>
                    <a:pt x="1390637" y="0"/>
                  </a:moveTo>
                  <a:lnTo>
                    <a:pt x="1362062" y="0"/>
                  </a:lnTo>
                  <a:lnTo>
                    <a:pt x="1362062" y="28575"/>
                  </a:lnTo>
                  <a:lnTo>
                    <a:pt x="1390637" y="28575"/>
                  </a:lnTo>
                  <a:lnTo>
                    <a:pt x="1390637" y="0"/>
                  </a:lnTo>
                  <a:close/>
                </a:path>
                <a:path w="7590155" h="4984115">
                  <a:moveTo>
                    <a:pt x="1426603" y="4955400"/>
                  </a:moveTo>
                  <a:lnTo>
                    <a:pt x="1398028" y="4955400"/>
                  </a:lnTo>
                  <a:lnTo>
                    <a:pt x="1398028" y="4983975"/>
                  </a:lnTo>
                  <a:lnTo>
                    <a:pt x="1426603" y="4983975"/>
                  </a:lnTo>
                  <a:lnTo>
                    <a:pt x="1426603" y="4955400"/>
                  </a:lnTo>
                  <a:close/>
                </a:path>
                <a:path w="7590155" h="4984115">
                  <a:moveTo>
                    <a:pt x="1426603" y="2409825"/>
                  </a:moveTo>
                  <a:lnTo>
                    <a:pt x="1398028" y="2409825"/>
                  </a:lnTo>
                  <a:lnTo>
                    <a:pt x="1398028" y="2438400"/>
                  </a:lnTo>
                  <a:lnTo>
                    <a:pt x="1426603" y="2438400"/>
                  </a:lnTo>
                  <a:lnTo>
                    <a:pt x="1426603" y="2409825"/>
                  </a:lnTo>
                  <a:close/>
                </a:path>
                <a:path w="7590155" h="4984115">
                  <a:moveTo>
                    <a:pt x="1447787" y="2545575"/>
                  </a:moveTo>
                  <a:lnTo>
                    <a:pt x="1419212" y="2545575"/>
                  </a:lnTo>
                  <a:lnTo>
                    <a:pt x="1419212" y="2574150"/>
                  </a:lnTo>
                  <a:lnTo>
                    <a:pt x="1447787" y="2574150"/>
                  </a:lnTo>
                  <a:lnTo>
                    <a:pt x="1447787" y="2545575"/>
                  </a:lnTo>
                  <a:close/>
                </a:path>
                <a:path w="7590155" h="4984115">
                  <a:moveTo>
                    <a:pt x="1447787" y="0"/>
                  </a:moveTo>
                  <a:lnTo>
                    <a:pt x="1419212" y="0"/>
                  </a:lnTo>
                  <a:lnTo>
                    <a:pt x="1419212" y="28575"/>
                  </a:lnTo>
                  <a:lnTo>
                    <a:pt x="1447787" y="28575"/>
                  </a:lnTo>
                  <a:lnTo>
                    <a:pt x="1447787" y="0"/>
                  </a:lnTo>
                  <a:close/>
                </a:path>
                <a:path w="7590155" h="4984115">
                  <a:moveTo>
                    <a:pt x="1483753" y="4955400"/>
                  </a:moveTo>
                  <a:lnTo>
                    <a:pt x="1455178" y="4955400"/>
                  </a:lnTo>
                  <a:lnTo>
                    <a:pt x="1455178" y="4983975"/>
                  </a:lnTo>
                  <a:lnTo>
                    <a:pt x="1483753" y="4983975"/>
                  </a:lnTo>
                  <a:lnTo>
                    <a:pt x="1483753" y="4955400"/>
                  </a:lnTo>
                  <a:close/>
                </a:path>
                <a:path w="7590155" h="4984115">
                  <a:moveTo>
                    <a:pt x="1483753" y="2409825"/>
                  </a:moveTo>
                  <a:lnTo>
                    <a:pt x="1455178" y="2409825"/>
                  </a:lnTo>
                  <a:lnTo>
                    <a:pt x="1455178" y="2438400"/>
                  </a:lnTo>
                  <a:lnTo>
                    <a:pt x="1483753" y="2438400"/>
                  </a:lnTo>
                  <a:lnTo>
                    <a:pt x="1483753" y="2409825"/>
                  </a:lnTo>
                  <a:close/>
                </a:path>
                <a:path w="7590155" h="4984115">
                  <a:moveTo>
                    <a:pt x="1504937" y="2545575"/>
                  </a:moveTo>
                  <a:lnTo>
                    <a:pt x="1476362" y="2545575"/>
                  </a:lnTo>
                  <a:lnTo>
                    <a:pt x="1476362" y="2574150"/>
                  </a:lnTo>
                  <a:lnTo>
                    <a:pt x="1504937" y="2574150"/>
                  </a:lnTo>
                  <a:lnTo>
                    <a:pt x="1504937" y="2545575"/>
                  </a:lnTo>
                  <a:close/>
                </a:path>
                <a:path w="7590155" h="4984115">
                  <a:moveTo>
                    <a:pt x="1504937" y="0"/>
                  </a:moveTo>
                  <a:lnTo>
                    <a:pt x="1476362" y="0"/>
                  </a:lnTo>
                  <a:lnTo>
                    <a:pt x="1476362" y="28575"/>
                  </a:lnTo>
                  <a:lnTo>
                    <a:pt x="1504937" y="28575"/>
                  </a:lnTo>
                  <a:lnTo>
                    <a:pt x="1504937" y="0"/>
                  </a:lnTo>
                  <a:close/>
                </a:path>
                <a:path w="7590155" h="4984115">
                  <a:moveTo>
                    <a:pt x="1540903" y="4955400"/>
                  </a:moveTo>
                  <a:lnTo>
                    <a:pt x="1512328" y="4955400"/>
                  </a:lnTo>
                  <a:lnTo>
                    <a:pt x="1512328" y="4983975"/>
                  </a:lnTo>
                  <a:lnTo>
                    <a:pt x="1540903" y="4983975"/>
                  </a:lnTo>
                  <a:lnTo>
                    <a:pt x="1540903" y="4955400"/>
                  </a:lnTo>
                  <a:close/>
                </a:path>
                <a:path w="7590155" h="4984115">
                  <a:moveTo>
                    <a:pt x="1540903" y="2409825"/>
                  </a:moveTo>
                  <a:lnTo>
                    <a:pt x="1512328" y="2409825"/>
                  </a:lnTo>
                  <a:lnTo>
                    <a:pt x="1512328" y="2438400"/>
                  </a:lnTo>
                  <a:lnTo>
                    <a:pt x="1540903" y="2438400"/>
                  </a:lnTo>
                  <a:lnTo>
                    <a:pt x="1540903" y="2409825"/>
                  </a:lnTo>
                  <a:close/>
                </a:path>
                <a:path w="7590155" h="4984115">
                  <a:moveTo>
                    <a:pt x="1562087" y="2545575"/>
                  </a:moveTo>
                  <a:lnTo>
                    <a:pt x="1533512" y="2545575"/>
                  </a:lnTo>
                  <a:lnTo>
                    <a:pt x="1533512" y="2574150"/>
                  </a:lnTo>
                  <a:lnTo>
                    <a:pt x="1562087" y="2574150"/>
                  </a:lnTo>
                  <a:lnTo>
                    <a:pt x="1562087" y="2545575"/>
                  </a:lnTo>
                  <a:close/>
                </a:path>
                <a:path w="7590155" h="4984115">
                  <a:moveTo>
                    <a:pt x="1562087" y="0"/>
                  </a:moveTo>
                  <a:lnTo>
                    <a:pt x="1533512" y="0"/>
                  </a:lnTo>
                  <a:lnTo>
                    <a:pt x="1533512" y="28575"/>
                  </a:lnTo>
                  <a:lnTo>
                    <a:pt x="1562087" y="28575"/>
                  </a:lnTo>
                  <a:lnTo>
                    <a:pt x="1562087" y="0"/>
                  </a:lnTo>
                  <a:close/>
                </a:path>
                <a:path w="7590155" h="4984115">
                  <a:moveTo>
                    <a:pt x="1598053" y="4955400"/>
                  </a:moveTo>
                  <a:lnTo>
                    <a:pt x="1569478" y="4955400"/>
                  </a:lnTo>
                  <a:lnTo>
                    <a:pt x="1569478" y="4983975"/>
                  </a:lnTo>
                  <a:lnTo>
                    <a:pt x="1598053" y="4983975"/>
                  </a:lnTo>
                  <a:lnTo>
                    <a:pt x="1598053" y="4955400"/>
                  </a:lnTo>
                  <a:close/>
                </a:path>
                <a:path w="7590155" h="4984115">
                  <a:moveTo>
                    <a:pt x="1598053" y="2409825"/>
                  </a:moveTo>
                  <a:lnTo>
                    <a:pt x="1569478" y="2409825"/>
                  </a:lnTo>
                  <a:lnTo>
                    <a:pt x="1569478" y="2438400"/>
                  </a:lnTo>
                  <a:lnTo>
                    <a:pt x="1598053" y="2438400"/>
                  </a:lnTo>
                  <a:lnTo>
                    <a:pt x="1598053" y="2409825"/>
                  </a:lnTo>
                  <a:close/>
                </a:path>
                <a:path w="7590155" h="4984115">
                  <a:moveTo>
                    <a:pt x="1619237" y="2545575"/>
                  </a:moveTo>
                  <a:lnTo>
                    <a:pt x="1590662" y="2545575"/>
                  </a:lnTo>
                  <a:lnTo>
                    <a:pt x="1590662" y="2574150"/>
                  </a:lnTo>
                  <a:lnTo>
                    <a:pt x="1619237" y="2574150"/>
                  </a:lnTo>
                  <a:lnTo>
                    <a:pt x="1619237" y="2545575"/>
                  </a:lnTo>
                  <a:close/>
                </a:path>
                <a:path w="7590155" h="4984115">
                  <a:moveTo>
                    <a:pt x="1619237" y="0"/>
                  </a:moveTo>
                  <a:lnTo>
                    <a:pt x="1590662" y="0"/>
                  </a:lnTo>
                  <a:lnTo>
                    <a:pt x="1590662" y="28575"/>
                  </a:lnTo>
                  <a:lnTo>
                    <a:pt x="1619237" y="28575"/>
                  </a:lnTo>
                  <a:lnTo>
                    <a:pt x="1619237" y="0"/>
                  </a:lnTo>
                  <a:close/>
                </a:path>
                <a:path w="7590155" h="4984115">
                  <a:moveTo>
                    <a:pt x="1655203" y="4955400"/>
                  </a:moveTo>
                  <a:lnTo>
                    <a:pt x="1626628" y="4955400"/>
                  </a:lnTo>
                  <a:lnTo>
                    <a:pt x="1626628" y="4983975"/>
                  </a:lnTo>
                  <a:lnTo>
                    <a:pt x="1655203" y="4983975"/>
                  </a:lnTo>
                  <a:lnTo>
                    <a:pt x="1655203" y="4955400"/>
                  </a:lnTo>
                  <a:close/>
                </a:path>
                <a:path w="7590155" h="4984115">
                  <a:moveTo>
                    <a:pt x="1655203" y="2409825"/>
                  </a:moveTo>
                  <a:lnTo>
                    <a:pt x="1626628" y="2409825"/>
                  </a:lnTo>
                  <a:lnTo>
                    <a:pt x="1626628" y="2438400"/>
                  </a:lnTo>
                  <a:lnTo>
                    <a:pt x="1655203" y="2438400"/>
                  </a:lnTo>
                  <a:lnTo>
                    <a:pt x="1655203" y="2409825"/>
                  </a:lnTo>
                  <a:close/>
                </a:path>
                <a:path w="7590155" h="4984115">
                  <a:moveTo>
                    <a:pt x="1676387" y="2545575"/>
                  </a:moveTo>
                  <a:lnTo>
                    <a:pt x="1647812" y="2545575"/>
                  </a:lnTo>
                  <a:lnTo>
                    <a:pt x="1647812" y="2574150"/>
                  </a:lnTo>
                  <a:lnTo>
                    <a:pt x="1676387" y="2574150"/>
                  </a:lnTo>
                  <a:lnTo>
                    <a:pt x="1676387" y="2545575"/>
                  </a:lnTo>
                  <a:close/>
                </a:path>
                <a:path w="7590155" h="4984115">
                  <a:moveTo>
                    <a:pt x="1676387" y="0"/>
                  </a:moveTo>
                  <a:lnTo>
                    <a:pt x="1647812" y="0"/>
                  </a:lnTo>
                  <a:lnTo>
                    <a:pt x="1647812" y="28575"/>
                  </a:lnTo>
                  <a:lnTo>
                    <a:pt x="1676387" y="28575"/>
                  </a:lnTo>
                  <a:lnTo>
                    <a:pt x="1676387" y="0"/>
                  </a:lnTo>
                  <a:close/>
                </a:path>
                <a:path w="7590155" h="4984115">
                  <a:moveTo>
                    <a:pt x="1712353" y="4955400"/>
                  </a:moveTo>
                  <a:lnTo>
                    <a:pt x="1683778" y="4955400"/>
                  </a:lnTo>
                  <a:lnTo>
                    <a:pt x="1683778" y="4983975"/>
                  </a:lnTo>
                  <a:lnTo>
                    <a:pt x="1712353" y="4983975"/>
                  </a:lnTo>
                  <a:lnTo>
                    <a:pt x="1712353" y="4955400"/>
                  </a:lnTo>
                  <a:close/>
                </a:path>
                <a:path w="7590155" h="4984115">
                  <a:moveTo>
                    <a:pt x="1712353" y="2409825"/>
                  </a:moveTo>
                  <a:lnTo>
                    <a:pt x="1683778" y="2409825"/>
                  </a:lnTo>
                  <a:lnTo>
                    <a:pt x="1683778" y="2438400"/>
                  </a:lnTo>
                  <a:lnTo>
                    <a:pt x="1712353" y="2438400"/>
                  </a:lnTo>
                  <a:lnTo>
                    <a:pt x="1712353" y="2409825"/>
                  </a:lnTo>
                  <a:close/>
                </a:path>
                <a:path w="7590155" h="4984115">
                  <a:moveTo>
                    <a:pt x="1733537" y="2545575"/>
                  </a:moveTo>
                  <a:lnTo>
                    <a:pt x="1704962" y="2545575"/>
                  </a:lnTo>
                  <a:lnTo>
                    <a:pt x="1704962" y="2574150"/>
                  </a:lnTo>
                  <a:lnTo>
                    <a:pt x="1733537" y="2574150"/>
                  </a:lnTo>
                  <a:lnTo>
                    <a:pt x="1733537" y="2545575"/>
                  </a:lnTo>
                  <a:close/>
                </a:path>
                <a:path w="7590155" h="4984115">
                  <a:moveTo>
                    <a:pt x="1733537" y="0"/>
                  </a:moveTo>
                  <a:lnTo>
                    <a:pt x="1704962" y="0"/>
                  </a:lnTo>
                  <a:lnTo>
                    <a:pt x="1704962" y="28575"/>
                  </a:lnTo>
                  <a:lnTo>
                    <a:pt x="1733537" y="28575"/>
                  </a:lnTo>
                  <a:lnTo>
                    <a:pt x="1733537" y="0"/>
                  </a:lnTo>
                  <a:close/>
                </a:path>
                <a:path w="7590155" h="4984115">
                  <a:moveTo>
                    <a:pt x="1769503" y="4955400"/>
                  </a:moveTo>
                  <a:lnTo>
                    <a:pt x="1740928" y="4955400"/>
                  </a:lnTo>
                  <a:lnTo>
                    <a:pt x="1740928" y="4983975"/>
                  </a:lnTo>
                  <a:lnTo>
                    <a:pt x="1769503" y="4983975"/>
                  </a:lnTo>
                  <a:lnTo>
                    <a:pt x="1769503" y="4955400"/>
                  </a:lnTo>
                  <a:close/>
                </a:path>
                <a:path w="7590155" h="4984115">
                  <a:moveTo>
                    <a:pt x="1769503" y="2409825"/>
                  </a:moveTo>
                  <a:lnTo>
                    <a:pt x="1740928" y="2409825"/>
                  </a:lnTo>
                  <a:lnTo>
                    <a:pt x="1740928" y="2438400"/>
                  </a:lnTo>
                  <a:lnTo>
                    <a:pt x="1769503" y="2438400"/>
                  </a:lnTo>
                  <a:lnTo>
                    <a:pt x="1769503" y="2409825"/>
                  </a:lnTo>
                  <a:close/>
                </a:path>
                <a:path w="7590155" h="4984115">
                  <a:moveTo>
                    <a:pt x="1790687" y="2545575"/>
                  </a:moveTo>
                  <a:lnTo>
                    <a:pt x="1762112" y="2545575"/>
                  </a:lnTo>
                  <a:lnTo>
                    <a:pt x="1762112" y="2574150"/>
                  </a:lnTo>
                  <a:lnTo>
                    <a:pt x="1790687" y="2574150"/>
                  </a:lnTo>
                  <a:lnTo>
                    <a:pt x="1790687" y="2545575"/>
                  </a:lnTo>
                  <a:close/>
                </a:path>
                <a:path w="7590155" h="4984115">
                  <a:moveTo>
                    <a:pt x="1790687" y="0"/>
                  </a:moveTo>
                  <a:lnTo>
                    <a:pt x="1762112" y="0"/>
                  </a:lnTo>
                  <a:lnTo>
                    <a:pt x="1762112" y="28575"/>
                  </a:lnTo>
                  <a:lnTo>
                    <a:pt x="1790687" y="28575"/>
                  </a:lnTo>
                  <a:lnTo>
                    <a:pt x="1790687" y="0"/>
                  </a:lnTo>
                  <a:close/>
                </a:path>
                <a:path w="7590155" h="4984115">
                  <a:moveTo>
                    <a:pt x="1826653" y="4955400"/>
                  </a:moveTo>
                  <a:lnTo>
                    <a:pt x="1798078" y="4955400"/>
                  </a:lnTo>
                  <a:lnTo>
                    <a:pt x="1798078" y="4983975"/>
                  </a:lnTo>
                  <a:lnTo>
                    <a:pt x="1826653" y="4983975"/>
                  </a:lnTo>
                  <a:lnTo>
                    <a:pt x="1826653" y="4955400"/>
                  </a:lnTo>
                  <a:close/>
                </a:path>
                <a:path w="7590155" h="4984115">
                  <a:moveTo>
                    <a:pt x="1826653" y="2409825"/>
                  </a:moveTo>
                  <a:lnTo>
                    <a:pt x="1798078" y="2409825"/>
                  </a:lnTo>
                  <a:lnTo>
                    <a:pt x="1798078" y="2438400"/>
                  </a:lnTo>
                  <a:lnTo>
                    <a:pt x="1826653" y="2438400"/>
                  </a:lnTo>
                  <a:lnTo>
                    <a:pt x="1826653" y="2409825"/>
                  </a:lnTo>
                  <a:close/>
                </a:path>
                <a:path w="7590155" h="4984115">
                  <a:moveTo>
                    <a:pt x="1847837" y="2545575"/>
                  </a:moveTo>
                  <a:lnTo>
                    <a:pt x="1819262" y="2545575"/>
                  </a:lnTo>
                  <a:lnTo>
                    <a:pt x="1819262" y="2574150"/>
                  </a:lnTo>
                  <a:lnTo>
                    <a:pt x="1847837" y="2574150"/>
                  </a:lnTo>
                  <a:lnTo>
                    <a:pt x="1847837" y="2545575"/>
                  </a:lnTo>
                  <a:close/>
                </a:path>
                <a:path w="7590155" h="4984115">
                  <a:moveTo>
                    <a:pt x="1847837" y="0"/>
                  </a:moveTo>
                  <a:lnTo>
                    <a:pt x="1819262" y="0"/>
                  </a:lnTo>
                  <a:lnTo>
                    <a:pt x="1819262" y="28575"/>
                  </a:lnTo>
                  <a:lnTo>
                    <a:pt x="1847837" y="28575"/>
                  </a:lnTo>
                  <a:lnTo>
                    <a:pt x="1847837" y="0"/>
                  </a:lnTo>
                  <a:close/>
                </a:path>
                <a:path w="7590155" h="4984115">
                  <a:moveTo>
                    <a:pt x="1883803" y="4955400"/>
                  </a:moveTo>
                  <a:lnTo>
                    <a:pt x="1855228" y="4955400"/>
                  </a:lnTo>
                  <a:lnTo>
                    <a:pt x="1855228" y="4983975"/>
                  </a:lnTo>
                  <a:lnTo>
                    <a:pt x="1883803" y="4983975"/>
                  </a:lnTo>
                  <a:lnTo>
                    <a:pt x="1883803" y="4955400"/>
                  </a:lnTo>
                  <a:close/>
                </a:path>
                <a:path w="7590155" h="4984115">
                  <a:moveTo>
                    <a:pt x="1883803" y="2409825"/>
                  </a:moveTo>
                  <a:lnTo>
                    <a:pt x="1855228" y="2409825"/>
                  </a:lnTo>
                  <a:lnTo>
                    <a:pt x="1855228" y="2438400"/>
                  </a:lnTo>
                  <a:lnTo>
                    <a:pt x="1883803" y="2438400"/>
                  </a:lnTo>
                  <a:lnTo>
                    <a:pt x="1883803" y="2409825"/>
                  </a:lnTo>
                  <a:close/>
                </a:path>
                <a:path w="7590155" h="4984115">
                  <a:moveTo>
                    <a:pt x="1904987" y="2545575"/>
                  </a:moveTo>
                  <a:lnTo>
                    <a:pt x="1876412" y="2545575"/>
                  </a:lnTo>
                  <a:lnTo>
                    <a:pt x="1876412" y="2574150"/>
                  </a:lnTo>
                  <a:lnTo>
                    <a:pt x="1904987" y="2574150"/>
                  </a:lnTo>
                  <a:lnTo>
                    <a:pt x="1904987" y="2545575"/>
                  </a:lnTo>
                  <a:close/>
                </a:path>
                <a:path w="7590155" h="4984115">
                  <a:moveTo>
                    <a:pt x="1904987" y="0"/>
                  </a:moveTo>
                  <a:lnTo>
                    <a:pt x="1876412" y="0"/>
                  </a:lnTo>
                  <a:lnTo>
                    <a:pt x="1876412" y="28575"/>
                  </a:lnTo>
                  <a:lnTo>
                    <a:pt x="1904987" y="28575"/>
                  </a:lnTo>
                  <a:lnTo>
                    <a:pt x="1904987" y="0"/>
                  </a:lnTo>
                  <a:close/>
                </a:path>
                <a:path w="7590155" h="4984115">
                  <a:moveTo>
                    <a:pt x="1940953" y="4955400"/>
                  </a:moveTo>
                  <a:lnTo>
                    <a:pt x="1912378" y="4955400"/>
                  </a:lnTo>
                  <a:lnTo>
                    <a:pt x="1912378" y="4983975"/>
                  </a:lnTo>
                  <a:lnTo>
                    <a:pt x="1940953" y="4983975"/>
                  </a:lnTo>
                  <a:lnTo>
                    <a:pt x="1940953" y="4955400"/>
                  </a:lnTo>
                  <a:close/>
                </a:path>
                <a:path w="7590155" h="4984115">
                  <a:moveTo>
                    <a:pt x="1940953" y="2409825"/>
                  </a:moveTo>
                  <a:lnTo>
                    <a:pt x="1912378" y="2409825"/>
                  </a:lnTo>
                  <a:lnTo>
                    <a:pt x="1912378" y="2438400"/>
                  </a:lnTo>
                  <a:lnTo>
                    <a:pt x="1940953" y="2438400"/>
                  </a:lnTo>
                  <a:lnTo>
                    <a:pt x="1940953" y="2409825"/>
                  </a:lnTo>
                  <a:close/>
                </a:path>
                <a:path w="7590155" h="4984115">
                  <a:moveTo>
                    <a:pt x="1962137" y="2545575"/>
                  </a:moveTo>
                  <a:lnTo>
                    <a:pt x="1933562" y="2545575"/>
                  </a:lnTo>
                  <a:lnTo>
                    <a:pt x="1933562" y="2574150"/>
                  </a:lnTo>
                  <a:lnTo>
                    <a:pt x="1962137" y="2574150"/>
                  </a:lnTo>
                  <a:lnTo>
                    <a:pt x="1962137" y="2545575"/>
                  </a:lnTo>
                  <a:close/>
                </a:path>
                <a:path w="7590155" h="4984115">
                  <a:moveTo>
                    <a:pt x="1962137" y="0"/>
                  </a:moveTo>
                  <a:lnTo>
                    <a:pt x="1933562" y="0"/>
                  </a:lnTo>
                  <a:lnTo>
                    <a:pt x="1933562" y="28575"/>
                  </a:lnTo>
                  <a:lnTo>
                    <a:pt x="1962137" y="28575"/>
                  </a:lnTo>
                  <a:lnTo>
                    <a:pt x="1962137" y="0"/>
                  </a:lnTo>
                  <a:close/>
                </a:path>
                <a:path w="7590155" h="4984115">
                  <a:moveTo>
                    <a:pt x="1998103" y="4955400"/>
                  </a:moveTo>
                  <a:lnTo>
                    <a:pt x="1969528" y="4955400"/>
                  </a:lnTo>
                  <a:lnTo>
                    <a:pt x="1969528" y="4983975"/>
                  </a:lnTo>
                  <a:lnTo>
                    <a:pt x="1998103" y="4983975"/>
                  </a:lnTo>
                  <a:lnTo>
                    <a:pt x="1998103" y="4955400"/>
                  </a:lnTo>
                  <a:close/>
                </a:path>
                <a:path w="7590155" h="4984115">
                  <a:moveTo>
                    <a:pt x="1998103" y="2409825"/>
                  </a:moveTo>
                  <a:lnTo>
                    <a:pt x="1969528" y="2409825"/>
                  </a:lnTo>
                  <a:lnTo>
                    <a:pt x="1969528" y="2438400"/>
                  </a:lnTo>
                  <a:lnTo>
                    <a:pt x="1998103" y="2438400"/>
                  </a:lnTo>
                  <a:lnTo>
                    <a:pt x="1998103" y="2409825"/>
                  </a:lnTo>
                  <a:close/>
                </a:path>
                <a:path w="7590155" h="4984115">
                  <a:moveTo>
                    <a:pt x="2019287" y="2545575"/>
                  </a:moveTo>
                  <a:lnTo>
                    <a:pt x="1990712" y="2545575"/>
                  </a:lnTo>
                  <a:lnTo>
                    <a:pt x="1990712" y="2574150"/>
                  </a:lnTo>
                  <a:lnTo>
                    <a:pt x="2019287" y="2574150"/>
                  </a:lnTo>
                  <a:lnTo>
                    <a:pt x="2019287" y="2545575"/>
                  </a:lnTo>
                  <a:close/>
                </a:path>
                <a:path w="7590155" h="4984115">
                  <a:moveTo>
                    <a:pt x="2019287" y="0"/>
                  </a:moveTo>
                  <a:lnTo>
                    <a:pt x="1990712" y="0"/>
                  </a:lnTo>
                  <a:lnTo>
                    <a:pt x="1990712" y="28575"/>
                  </a:lnTo>
                  <a:lnTo>
                    <a:pt x="2019287" y="28575"/>
                  </a:lnTo>
                  <a:lnTo>
                    <a:pt x="2019287" y="0"/>
                  </a:lnTo>
                  <a:close/>
                </a:path>
                <a:path w="7590155" h="4984115">
                  <a:moveTo>
                    <a:pt x="2055253" y="4955400"/>
                  </a:moveTo>
                  <a:lnTo>
                    <a:pt x="2026678" y="4955400"/>
                  </a:lnTo>
                  <a:lnTo>
                    <a:pt x="2026678" y="4983975"/>
                  </a:lnTo>
                  <a:lnTo>
                    <a:pt x="2055253" y="4983975"/>
                  </a:lnTo>
                  <a:lnTo>
                    <a:pt x="2055253" y="4955400"/>
                  </a:lnTo>
                  <a:close/>
                </a:path>
                <a:path w="7590155" h="4984115">
                  <a:moveTo>
                    <a:pt x="2055253" y="2409825"/>
                  </a:moveTo>
                  <a:lnTo>
                    <a:pt x="2026678" y="2409825"/>
                  </a:lnTo>
                  <a:lnTo>
                    <a:pt x="2026678" y="2438400"/>
                  </a:lnTo>
                  <a:lnTo>
                    <a:pt x="2055253" y="2438400"/>
                  </a:lnTo>
                  <a:lnTo>
                    <a:pt x="2055253" y="2409825"/>
                  </a:lnTo>
                  <a:close/>
                </a:path>
                <a:path w="7590155" h="4984115">
                  <a:moveTo>
                    <a:pt x="2076437" y="2545575"/>
                  </a:moveTo>
                  <a:lnTo>
                    <a:pt x="2047862" y="2545575"/>
                  </a:lnTo>
                  <a:lnTo>
                    <a:pt x="2047862" y="2574150"/>
                  </a:lnTo>
                  <a:lnTo>
                    <a:pt x="2076437" y="2574150"/>
                  </a:lnTo>
                  <a:lnTo>
                    <a:pt x="2076437" y="2545575"/>
                  </a:lnTo>
                  <a:close/>
                </a:path>
                <a:path w="7590155" h="4984115">
                  <a:moveTo>
                    <a:pt x="2076437" y="0"/>
                  </a:moveTo>
                  <a:lnTo>
                    <a:pt x="2047862" y="0"/>
                  </a:lnTo>
                  <a:lnTo>
                    <a:pt x="2047862" y="28575"/>
                  </a:lnTo>
                  <a:lnTo>
                    <a:pt x="2076437" y="28575"/>
                  </a:lnTo>
                  <a:lnTo>
                    <a:pt x="2076437" y="0"/>
                  </a:lnTo>
                  <a:close/>
                </a:path>
                <a:path w="7590155" h="4984115">
                  <a:moveTo>
                    <a:pt x="2112403" y="4955400"/>
                  </a:moveTo>
                  <a:lnTo>
                    <a:pt x="2083828" y="4955400"/>
                  </a:lnTo>
                  <a:lnTo>
                    <a:pt x="2083828" y="4983975"/>
                  </a:lnTo>
                  <a:lnTo>
                    <a:pt x="2112403" y="4983975"/>
                  </a:lnTo>
                  <a:lnTo>
                    <a:pt x="2112403" y="4955400"/>
                  </a:lnTo>
                  <a:close/>
                </a:path>
                <a:path w="7590155" h="4984115">
                  <a:moveTo>
                    <a:pt x="2112403" y="2409825"/>
                  </a:moveTo>
                  <a:lnTo>
                    <a:pt x="2083828" y="2409825"/>
                  </a:lnTo>
                  <a:lnTo>
                    <a:pt x="2083828" y="2438400"/>
                  </a:lnTo>
                  <a:lnTo>
                    <a:pt x="2112403" y="2438400"/>
                  </a:lnTo>
                  <a:lnTo>
                    <a:pt x="2112403" y="2409825"/>
                  </a:lnTo>
                  <a:close/>
                </a:path>
                <a:path w="7590155" h="4984115">
                  <a:moveTo>
                    <a:pt x="2133587" y="2545575"/>
                  </a:moveTo>
                  <a:lnTo>
                    <a:pt x="2105012" y="2545575"/>
                  </a:lnTo>
                  <a:lnTo>
                    <a:pt x="2105012" y="2574150"/>
                  </a:lnTo>
                  <a:lnTo>
                    <a:pt x="2133587" y="2574150"/>
                  </a:lnTo>
                  <a:lnTo>
                    <a:pt x="2133587" y="2545575"/>
                  </a:lnTo>
                  <a:close/>
                </a:path>
                <a:path w="7590155" h="4984115">
                  <a:moveTo>
                    <a:pt x="2133587" y="0"/>
                  </a:moveTo>
                  <a:lnTo>
                    <a:pt x="2105012" y="0"/>
                  </a:lnTo>
                  <a:lnTo>
                    <a:pt x="2105012" y="28575"/>
                  </a:lnTo>
                  <a:lnTo>
                    <a:pt x="2133587" y="28575"/>
                  </a:lnTo>
                  <a:lnTo>
                    <a:pt x="2133587" y="0"/>
                  </a:lnTo>
                  <a:close/>
                </a:path>
                <a:path w="7590155" h="4984115">
                  <a:moveTo>
                    <a:pt x="2169553" y="4955400"/>
                  </a:moveTo>
                  <a:lnTo>
                    <a:pt x="2140978" y="4955400"/>
                  </a:lnTo>
                  <a:lnTo>
                    <a:pt x="2140978" y="4983975"/>
                  </a:lnTo>
                  <a:lnTo>
                    <a:pt x="2169553" y="4983975"/>
                  </a:lnTo>
                  <a:lnTo>
                    <a:pt x="2169553" y="4955400"/>
                  </a:lnTo>
                  <a:close/>
                </a:path>
                <a:path w="7590155" h="4984115">
                  <a:moveTo>
                    <a:pt x="2169553" y="2409825"/>
                  </a:moveTo>
                  <a:lnTo>
                    <a:pt x="2140978" y="2409825"/>
                  </a:lnTo>
                  <a:lnTo>
                    <a:pt x="2140978" y="2438400"/>
                  </a:lnTo>
                  <a:lnTo>
                    <a:pt x="2169553" y="2438400"/>
                  </a:lnTo>
                  <a:lnTo>
                    <a:pt x="2169553" y="2409825"/>
                  </a:lnTo>
                  <a:close/>
                </a:path>
                <a:path w="7590155" h="4984115">
                  <a:moveTo>
                    <a:pt x="2190737" y="2545575"/>
                  </a:moveTo>
                  <a:lnTo>
                    <a:pt x="2162162" y="2545575"/>
                  </a:lnTo>
                  <a:lnTo>
                    <a:pt x="2162162" y="2574150"/>
                  </a:lnTo>
                  <a:lnTo>
                    <a:pt x="2190737" y="2574150"/>
                  </a:lnTo>
                  <a:lnTo>
                    <a:pt x="2190737" y="2545575"/>
                  </a:lnTo>
                  <a:close/>
                </a:path>
                <a:path w="7590155" h="4984115">
                  <a:moveTo>
                    <a:pt x="2190737" y="0"/>
                  </a:moveTo>
                  <a:lnTo>
                    <a:pt x="2162162" y="0"/>
                  </a:lnTo>
                  <a:lnTo>
                    <a:pt x="2162162" y="28575"/>
                  </a:lnTo>
                  <a:lnTo>
                    <a:pt x="2190737" y="28575"/>
                  </a:lnTo>
                  <a:lnTo>
                    <a:pt x="2190737" y="0"/>
                  </a:lnTo>
                  <a:close/>
                </a:path>
                <a:path w="7590155" h="4984115">
                  <a:moveTo>
                    <a:pt x="2226703" y="4955400"/>
                  </a:moveTo>
                  <a:lnTo>
                    <a:pt x="2198128" y="4955400"/>
                  </a:lnTo>
                  <a:lnTo>
                    <a:pt x="2198128" y="4983975"/>
                  </a:lnTo>
                  <a:lnTo>
                    <a:pt x="2226703" y="4983975"/>
                  </a:lnTo>
                  <a:lnTo>
                    <a:pt x="2226703" y="4955400"/>
                  </a:lnTo>
                  <a:close/>
                </a:path>
                <a:path w="7590155" h="4984115">
                  <a:moveTo>
                    <a:pt x="2226703" y="2409825"/>
                  </a:moveTo>
                  <a:lnTo>
                    <a:pt x="2198128" y="2409825"/>
                  </a:lnTo>
                  <a:lnTo>
                    <a:pt x="2198128" y="2438400"/>
                  </a:lnTo>
                  <a:lnTo>
                    <a:pt x="2226703" y="2438400"/>
                  </a:lnTo>
                  <a:lnTo>
                    <a:pt x="2226703" y="2409825"/>
                  </a:lnTo>
                  <a:close/>
                </a:path>
                <a:path w="7590155" h="4984115">
                  <a:moveTo>
                    <a:pt x="2247887" y="2545575"/>
                  </a:moveTo>
                  <a:lnTo>
                    <a:pt x="2219312" y="2545575"/>
                  </a:lnTo>
                  <a:lnTo>
                    <a:pt x="2219312" y="2574150"/>
                  </a:lnTo>
                  <a:lnTo>
                    <a:pt x="2247887" y="2574150"/>
                  </a:lnTo>
                  <a:lnTo>
                    <a:pt x="2247887" y="2545575"/>
                  </a:lnTo>
                  <a:close/>
                </a:path>
                <a:path w="7590155" h="4984115">
                  <a:moveTo>
                    <a:pt x="2247887" y="0"/>
                  </a:moveTo>
                  <a:lnTo>
                    <a:pt x="2219312" y="0"/>
                  </a:lnTo>
                  <a:lnTo>
                    <a:pt x="2219312" y="28575"/>
                  </a:lnTo>
                  <a:lnTo>
                    <a:pt x="2247887" y="28575"/>
                  </a:lnTo>
                  <a:lnTo>
                    <a:pt x="2247887" y="0"/>
                  </a:lnTo>
                  <a:close/>
                </a:path>
                <a:path w="7590155" h="4984115">
                  <a:moveTo>
                    <a:pt x="2283853" y="4955400"/>
                  </a:moveTo>
                  <a:lnTo>
                    <a:pt x="2255278" y="4955400"/>
                  </a:lnTo>
                  <a:lnTo>
                    <a:pt x="2255278" y="4983975"/>
                  </a:lnTo>
                  <a:lnTo>
                    <a:pt x="2283853" y="4983975"/>
                  </a:lnTo>
                  <a:lnTo>
                    <a:pt x="2283853" y="4955400"/>
                  </a:lnTo>
                  <a:close/>
                </a:path>
                <a:path w="7590155" h="4984115">
                  <a:moveTo>
                    <a:pt x="2283853" y="2409825"/>
                  </a:moveTo>
                  <a:lnTo>
                    <a:pt x="2255278" y="2409825"/>
                  </a:lnTo>
                  <a:lnTo>
                    <a:pt x="2255278" y="2438400"/>
                  </a:lnTo>
                  <a:lnTo>
                    <a:pt x="2283853" y="2438400"/>
                  </a:lnTo>
                  <a:lnTo>
                    <a:pt x="2283853" y="2409825"/>
                  </a:lnTo>
                  <a:close/>
                </a:path>
                <a:path w="7590155" h="4984115">
                  <a:moveTo>
                    <a:pt x="2305037" y="2545575"/>
                  </a:moveTo>
                  <a:lnTo>
                    <a:pt x="2276462" y="2545575"/>
                  </a:lnTo>
                  <a:lnTo>
                    <a:pt x="2276462" y="2574150"/>
                  </a:lnTo>
                  <a:lnTo>
                    <a:pt x="2305037" y="2574150"/>
                  </a:lnTo>
                  <a:lnTo>
                    <a:pt x="2305037" y="2545575"/>
                  </a:lnTo>
                  <a:close/>
                </a:path>
                <a:path w="7590155" h="4984115">
                  <a:moveTo>
                    <a:pt x="2305037" y="0"/>
                  </a:moveTo>
                  <a:lnTo>
                    <a:pt x="2276462" y="0"/>
                  </a:lnTo>
                  <a:lnTo>
                    <a:pt x="2276462" y="28575"/>
                  </a:lnTo>
                  <a:lnTo>
                    <a:pt x="2305037" y="28575"/>
                  </a:lnTo>
                  <a:lnTo>
                    <a:pt x="2305037" y="0"/>
                  </a:lnTo>
                  <a:close/>
                </a:path>
                <a:path w="7590155" h="4984115">
                  <a:moveTo>
                    <a:pt x="2341003" y="4955400"/>
                  </a:moveTo>
                  <a:lnTo>
                    <a:pt x="2312428" y="4955400"/>
                  </a:lnTo>
                  <a:lnTo>
                    <a:pt x="2312428" y="4983975"/>
                  </a:lnTo>
                  <a:lnTo>
                    <a:pt x="2341003" y="4983975"/>
                  </a:lnTo>
                  <a:lnTo>
                    <a:pt x="2341003" y="4955400"/>
                  </a:lnTo>
                  <a:close/>
                </a:path>
                <a:path w="7590155" h="4984115">
                  <a:moveTo>
                    <a:pt x="2341003" y="2409825"/>
                  </a:moveTo>
                  <a:lnTo>
                    <a:pt x="2312428" y="2409825"/>
                  </a:lnTo>
                  <a:lnTo>
                    <a:pt x="2312428" y="2438400"/>
                  </a:lnTo>
                  <a:lnTo>
                    <a:pt x="2341003" y="2438400"/>
                  </a:lnTo>
                  <a:lnTo>
                    <a:pt x="2341003" y="2409825"/>
                  </a:lnTo>
                  <a:close/>
                </a:path>
                <a:path w="7590155" h="4984115">
                  <a:moveTo>
                    <a:pt x="2362187" y="2545575"/>
                  </a:moveTo>
                  <a:lnTo>
                    <a:pt x="2333612" y="2545575"/>
                  </a:lnTo>
                  <a:lnTo>
                    <a:pt x="2333612" y="2574150"/>
                  </a:lnTo>
                  <a:lnTo>
                    <a:pt x="2362187" y="2574150"/>
                  </a:lnTo>
                  <a:lnTo>
                    <a:pt x="2362187" y="2545575"/>
                  </a:lnTo>
                  <a:close/>
                </a:path>
                <a:path w="7590155" h="4984115">
                  <a:moveTo>
                    <a:pt x="2362187" y="0"/>
                  </a:moveTo>
                  <a:lnTo>
                    <a:pt x="2333612" y="0"/>
                  </a:lnTo>
                  <a:lnTo>
                    <a:pt x="2333612" y="28575"/>
                  </a:lnTo>
                  <a:lnTo>
                    <a:pt x="2362187" y="28575"/>
                  </a:lnTo>
                  <a:lnTo>
                    <a:pt x="2362187" y="0"/>
                  </a:lnTo>
                  <a:close/>
                </a:path>
                <a:path w="7590155" h="4984115">
                  <a:moveTo>
                    <a:pt x="2398153" y="4955400"/>
                  </a:moveTo>
                  <a:lnTo>
                    <a:pt x="2369578" y="4955400"/>
                  </a:lnTo>
                  <a:lnTo>
                    <a:pt x="2369578" y="4983975"/>
                  </a:lnTo>
                  <a:lnTo>
                    <a:pt x="2398153" y="4983975"/>
                  </a:lnTo>
                  <a:lnTo>
                    <a:pt x="2398153" y="4955400"/>
                  </a:lnTo>
                  <a:close/>
                </a:path>
                <a:path w="7590155" h="4984115">
                  <a:moveTo>
                    <a:pt x="2398153" y="2409825"/>
                  </a:moveTo>
                  <a:lnTo>
                    <a:pt x="2369578" y="2409825"/>
                  </a:lnTo>
                  <a:lnTo>
                    <a:pt x="2369578" y="2438400"/>
                  </a:lnTo>
                  <a:lnTo>
                    <a:pt x="2398153" y="2438400"/>
                  </a:lnTo>
                  <a:lnTo>
                    <a:pt x="2398153" y="2409825"/>
                  </a:lnTo>
                  <a:close/>
                </a:path>
                <a:path w="7590155" h="4984115">
                  <a:moveTo>
                    <a:pt x="2419337" y="2545575"/>
                  </a:moveTo>
                  <a:lnTo>
                    <a:pt x="2390762" y="2545575"/>
                  </a:lnTo>
                  <a:lnTo>
                    <a:pt x="2390762" y="2574150"/>
                  </a:lnTo>
                  <a:lnTo>
                    <a:pt x="2419337" y="2574150"/>
                  </a:lnTo>
                  <a:lnTo>
                    <a:pt x="2419337" y="2545575"/>
                  </a:lnTo>
                  <a:close/>
                </a:path>
                <a:path w="7590155" h="4984115">
                  <a:moveTo>
                    <a:pt x="2419337" y="0"/>
                  </a:moveTo>
                  <a:lnTo>
                    <a:pt x="2390762" y="0"/>
                  </a:lnTo>
                  <a:lnTo>
                    <a:pt x="2390762" y="28575"/>
                  </a:lnTo>
                  <a:lnTo>
                    <a:pt x="2419337" y="28575"/>
                  </a:lnTo>
                  <a:lnTo>
                    <a:pt x="2419337" y="0"/>
                  </a:lnTo>
                  <a:close/>
                </a:path>
                <a:path w="7590155" h="4984115">
                  <a:moveTo>
                    <a:pt x="2455303" y="4955400"/>
                  </a:moveTo>
                  <a:lnTo>
                    <a:pt x="2426728" y="4955400"/>
                  </a:lnTo>
                  <a:lnTo>
                    <a:pt x="2426728" y="4983975"/>
                  </a:lnTo>
                  <a:lnTo>
                    <a:pt x="2455303" y="4983975"/>
                  </a:lnTo>
                  <a:lnTo>
                    <a:pt x="2455303" y="4955400"/>
                  </a:lnTo>
                  <a:close/>
                </a:path>
                <a:path w="7590155" h="4984115">
                  <a:moveTo>
                    <a:pt x="2455303" y="2409825"/>
                  </a:moveTo>
                  <a:lnTo>
                    <a:pt x="2426728" y="2409825"/>
                  </a:lnTo>
                  <a:lnTo>
                    <a:pt x="2426728" y="2438400"/>
                  </a:lnTo>
                  <a:lnTo>
                    <a:pt x="2455303" y="2438400"/>
                  </a:lnTo>
                  <a:lnTo>
                    <a:pt x="2455303" y="2409825"/>
                  </a:lnTo>
                  <a:close/>
                </a:path>
                <a:path w="7590155" h="4984115">
                  <a:moveTo>
                    <a:pt x="2476487" y="2545575"/>
                  </a:moveTo>
                  <a:lnTo>
                    <a:pt x="2447912" y="2545575"/>
                  </a:lnTo>
                  <a:lnTo>
                    <a:pt x="2447912" y="2574150"/>
                  </a:lnTo>
                  <a:lnTo>
                    <a:pt x="2476487" y="2574150"/>
                  </a:lnTo>
                  <a:lnTo>
                    <a:pt x="2476487" y="2545575"/>
                  </a:lnTo>
                  <a:close/>
                </a:path>
                <a:path w="7590155" h="4984115">
                  <a:moveTo>
                    <a:pt x="2476487" y="0"/>
                  </a:moveTo>
                  <a:lnTo>
                    <a:pt x="2447912" y="0"/>
                  </a:lnTo>
                  <a:lnTo>
                    <a:pt x="2447912" y="28575"/>
                  </a:lnTo>
                  <a:lnTo>
                    <a:pt x="2476487" y="28575"/>
                  </a:lnTo>
                  <a:lnTo>
                    <a:pt x="2476487" y="0"/>
                  </a:lnTo>
                  <a:close/>
                </a:path>
                <a:path w="7590155" h="4984115">
                  <a:moveTo>
                    <a:pt x="2512453" y="4955400"/>
                  </a:moveTo>
                  <a:lnTo>
                    <a:pt x="2483878" y="4955400"/>
                  </a:lnTo>
                  <a:lnTo>
                    <a:pt x="2483878" y="4983975"/>
                  </a:lnTo>
                  <a:lnTo>
                    <a:pt x="2512453" y="4983975"/>
                  </a:lnTo>
                  <a:lnTo>
                    <a:pt x="2512453" y="4955400"/>
                  </a:lnTo>
                  <a:close/>
                </a:path>
                <a:path w="7590155" h="4984115">
                  <a:moveTo>
                    <a:pt x="2512453" y="2409825"/>
                  </a:moveTo>
                  <a:lnTo>
                    <a:pt x="2483878" y="2409825"/>
                  </a:lnTo>
                  <a:lnTo>
                    <a:pt x="2483878" y="2438400"/>
                  </a:lnTo>
                  <a:lnTo>
                    <a:pt x="2512453" y="2438400"/>
                  </a:lnTo>
                  <a:lnTo>
                    <a:pt x="2512453" y="2409825"/>
                  </a:lnTo>
                  <a:close/>
                </a:path>
                <a:path w="7590155" h="4984115">
                  <a:moveTo>
                    <a:pt x="2533637" y="2545575"/>
                  </a:moveTo>
                  <a:lnTo>
                    <a:pt x="2505062" y="2545575"/>
                  </a:lnTo>
                  <a:lnTo>
                    <a:pt x="2505062" y="2574150"/>
                  </a:lnTo>
                  <a:lnTo>
                    <a:pt x="2533637" y="2574150"/>
                  </a:lnTo>
                  <a:lnTo>
                    <a:pt x="2533637" y="2545575"/>
                  </a:lnTo>
                  <a:close/>
                </a:path>
                <a:path w="7590155" h="4984115">
                  <a:moveTo>
                    <a:pt x="2533637" y="0"/>
                  </a:moveTo>
                  <a:lnTo>
                    <a:pt x="2505062" y="0"/>
                  </a:lnTo>
                  <a:lnTo>
                    <a:pt x="2505062" y="28575"/>
                  </a:lnTo>
                  <a:lnTo>
                    <a:pt x="2533637" y="28575"/>
                  </a:lnTo>
                  <a:lnTo>
                    <a:pt x="2533637" y="0"/>
                  </a:lnTo>
                  <a:close/>
                </a:path>
                <a:path w="7590155" h="4984115">
                  <a:moveTo>
                    <a:pt x="2569603" y="4955400"/>
                  </a:moveTo>
                  <a:lnTo>
                    <a:pt x="2541028" y="4955400"/>
                  </a:lnTo>
                  <a:lnTo>
                    <a:pt x="2541028" y="4983975"/>
                  </a:lnTo>
                  <a:lnTo>
                    <a:pt x="2569603" y="4983975"/>
                  </a:lnTo>
                  <a:lnTo>
                    <a:pt x="2569603" y="4955400"/>
                  </a:lnTo>
                  <a:close/>
                </a:path>
                <a:path w="7590155" h="4984115">
                  <a:moveTo>
                    <a:pt x="2569603" y="2409825"/>
                  </a:moveTo>
                  <a:lnTo>
                    <a:pt x="2541028" y="2409825"/>
                  </a:lnTo>
                  <a:lnTo>
                    <a:pt x="2541028" y="2438400"/>
                  </a:lnTo>
                  <a:lnTo>
                    <a:pt x="2569603" y="2438400"/>
                  </a:lnTo>
                  <a:lnTo>
                    <a:pt x="2569603" y="2409825"/>
                  </a:lnTo>
                  <a:close/>
                </a:path>
                <a:path w="7590155" h="4984115">
                  <a:moveTo>
                    <a:pt x="2590787" y="2545575"/>
                  </a:moveTo>
                  <a:lnTo>
                    <a:pt x="2562212" y="2545575"/>
                  </a:lnTo>
                  <a:lnTo>
                    <a:pt x="2562212" y="2574150"/>
                  </a:lnTo>
                  <a:lnTo>
                    <a:pt x="2590787" y="2574150"/>
                  </a:lnTo>
                  <a:lnTo>
                    <a:pt x="2590787" y="2545575"/>
                  </a:lnTo>
                  <a:close/>
                </a:path>
                <a:path w="7590155" h="4984115">
                  <a:moveTo>
                    <a:pt x="2590787" y="0"/>
                  </a:moveTo>
                  <a:lnTo>
                    <a:pt x="2562212" y="0"/>
                  </a:lnTo>
                  <a:lnTo>
                    <a:pt x="2562212" y="28575"/>
                  </a:lnTo>
                  <a:lnTo>
                    <a:pt x="2590787" y="28575"/>
                  </a:lnTo>
                  <a:lnTo>
                    <a:pt x="2590787" y="0"/>
                  </a:lnTo>
                  <a:close/>
                </a:path>
                <a:path w="7590155" h="4984115">
                  <a:moveTo>
                    <a:pt x="2626753" y="4955400"/>
                  </a:moveTo>
                  <a:lnTo>
                    <a:pt x="2598178" y="4955400"/>
                  </a:lnTo>
                  <a:lnTo>
                    <a:pt x="2598178" y="4983975"/>
                  </a:lnTo>
                  <a:lnTo>
                    <a:pt x="2626753" y="4983975"/>
                  </a:lnTo>
                  <a:lnTo>
                    <a:pt x="2626753" y="4955400"/>
                  </a:lnTo>
                  <a:close/>
                </a:path>
                <a:path w="7590155" h="4984115">
                  <a:moveTo>
                    <a:pt x="2626753" y="2409825"/>
                  </a:moveTo>
                  <a:lnTo>
                    <a:pt x="2598178" y="2409825"/>
                  </a:lnTo>
                  <a:lnTo>
                    <a:pt x="2598178" y="2438400"/>
                  </a:lnTo>
                  <a:lnTo>
                    <a:pt x="2626753" y="2438400"/>
                  </a:lnTo>
                  <a:lnTo>
                    <a:pt x="2626753" y="2409825"/>
                  </a:lnTo>
                  <a:close/>
                </a:path>
                <a:path w="7590155" h="4984115">
                  <a:moveTo>
                    <a:pt x="2647937" y="2545575"/>
                  </a:moveTo>
                  <a:lnTo>
                    <a:pt x="2619362" y="2545575"/>
                  </a:lnTo>
                  <a:lnTo>
                    <a:pt x="2619362" y="2574150"/>
                  </a:lnTo>
                  <a:lnTo>
                    <a:pt x="2647937" y="2574150"/>
                  </a:lnTo>
                  <a:lnTo>
                    <a:pt x="2647937" y="2545575"/>
                  </a:lnTo>
                  <a:close/>
                </a:path>
                <a:path w="7590155" h="4984115">
                  <a:moveTo>
                    <a:pt x="2647937" y="0"/>
                  </a:moveTo>
                  <a:lnTo>
                    <a:pt x="2619362" y="0"/>
                  </a:lnTo>
                  <a:lnTo>
                    <a:pt x="2619362" y="28575"/>
                  </a:lnTo>
                  <a:lnTo>
                    <a:pt x="2647937" y="28575"/>
                  </a:lnTo>
                  <a:lnTo>
                    <a:pt x="2647937" y="0"/>
                  </a:lnTo>
                  <a:close/>
                </a:path>
                <a:path w="7590155" h="4984115">
                  <a:moveTo>
                    <a:pt x="2683903" y="4955400"/>
                  </a:moveTo>
                  <a:lnTo>
                    <a:pt x="2655328" y="4955400"/>
                  </a:lnTo>
                  <a:lnTo>
                    <a:pt x="2655328" y="4983975"/>
                  </a:lnTo>
                  <a:lnTo>
                    <a:pt x="2683903" y="4983975"/>
                  </a:lnTo>
                  <a:lnTo>
                    <a:pt x="2683903" y="4955400"/>
                  </a:lnTo>
                  <a:close/>
                </a:path>
                <a:path w="7590155" h="4984115">
                  <a:moveTo>
                    <a:pt x="2683903" y="2409825"/>
                  </a:moveTo>
                  <a:lnTo>
                    <a:pt x="2655328" y="2409825"/>
                  </a:lnTo>
                  <a:lnTo>
                    <a:pt x="2655328" y="2438400"/>
                  </a:lnTo>
                  <a:lnTo>
                    <a:pt x="2683903" y="2438400"/>
                  </a:lnTo>
                  <a:lnTo>
                    <a:pt x="2683903" y="2409825"/>
                  </a:lnTo>
                  <a:close/>
                </a:path>
                <a:path w="7590155" h="4984115">
                  <a:moveTo>
                    <a:pt x="2705087" y="2545575"/>
                  </a:moveTo>
                  <a:lnTo>
                    <a:pt x="2676512" y="2545575"/>
                  </a:lnTo>
                  <a:lnTo>
                    <a:pt x="2676512" y="2574150"/>
                  </a:lnTo>
                  <a:lnTo>
                    <a:pt x="2705087" y="2574150"/>
                  </a:lnTo>
                  <a:lnTo>
                    <a:pt x="2705087" y="2545575"/>
                  </a:lnTo>
                  <a:close/>
                </a:path>
                <a:path w="7590155" h="4984115">
                  <a:moveTo>
                    <a:pt x="2705087" y="0"/>
                  </a:moveTo>
                  <a:lnTo>
                    <a:pt x="2676512" y="0"/>
                  </a:lnTo>
                  <a:lnTo>
                    <a:pt x="2676512" y="28575"/>
                  </a:lnTo>
                  <a:lnTo>
                    <a:pt x="2705087" y="28575"/>
                  </a:lnTo>
                  <a:lnTo>
                    <a:pt x="2705087" y="0"/>
                  </a:lnTo>
                  <a:close/>
                </a:path>
                <a:path w="7590155" h="4984115">
                  <a:moveTo>
                    <a:pt x="2741053" y="4955400"/>
                  </a:moveTo>
                  <a:lnTo>
                    <a:pt x="2712478" y="4955400"/>
                  </a:lnTo>
                  <a:lnTo>
                    <a:pt x="2712478" y="4983975"/>
                  </a:lnTo>
                  <a:lnTo>
                    <a:pt x="2741053" y="4983975"/>
                  </a:lnTo>
                  <a:lnTo>
                    <a:pt x="2741053" y="4955400"/>
                  </a:lnTo>
                  <a:close/>
                </a:path>
                <a:path w="7590155" h="4984115">
                  <a:moveTo>
                    <a:pt x="2741053" y="2409825"/>
                  </a:moveTo>
                  <a:lnTo>
                    <a:pt x="2712478" y="2409825"/>
                  </a:lnTo>
                  <a:lnTo>
                    <a:pt x="2712478" y="2438400"/>
                  </a:lnTo>
                  <a:lnTo>
                    <a:pt x="2741053" y="2438400"/>
                  </a:lnTo>
                  <a:lnTo>
                    <a:pt x="2741053" y="2409825"/>
                  </a:lnTo>
                  <a:close/>
                </a:path>
                <a:path w="7590155" h="4984115">
                  <a:moveTo>
                    <a:pt x="2762237" y="2545575"/>
                  </a:moveTo>
                  <a:lnTo>
                    <a:pt x="2733662" y="2545575"/>
                  </a:lnTo>
                  <a:lnTo>
                    <a:pt x="2733662" y="2574150"/>
                  </a:lnTo>
                  <a:lnTo>
                    <a:pt x="2762237" y="2574150"/>
                  </a:lnTo>
                  <a:lnTo>
                    <a:pt x="2762237" y="2545575"/>
                  </a:lnTo>
                  <a:close/>
                </a:path>
                <a:path w="7590155" h="4984115">
                  <a:moveTo>
                    <a:pt x="2762237" y="0"/>
                  </a:moveTo>
                  <a:lnTo>
                    <a:pt x="2733662" y="0"/>
                  </a:lnTo>
                  <a:lnTo>
                    <a:pt x="2733662" y="28575"/>
                  </a:lnTo>
                  <a:lnTo>
                    <a:pt x="2762237" y="28575"/>
                  </a:lnTo>
                  <a:lnTo>
                    <a:pt x="2762237" y="0"/>
                  </a:lnTo>
                  <a:close/>
                </a:path>
                <a:path w="7590155" h="4984115">
                  <a:moveTo>
                    <a:pt x="2798203" y="4955400"/>
                  </a:moveTo>
                  <a:lnTo>
                    <a:pt x="2769628" y="4955400"/>
                  </a:lnTo>
                  <a:lnTo>
                    <a:pt x="2769628" y="4983975"/>
                  </a:lnTo>
                  <a:lnTo>
                    <a:pt x="2798203" y="4983975"/>
                  </a:lnTo>
                  <a:lnTo>
                    <a:pt x="2798203" y="4955400"/>
                  </a:lnTo>
                  <a:close/>
                </a:path>
                <a:path w="7590155" h="4984115">
                  <a:moveTo>
                    <a:pt x="2798203" y="2409825"/>
                  </a:moveTo>
                  <a:lnTo>
                    <a:pt x="2769628" y="2409825"/>
                  </a:lnTo>
                  <a:lnTo>
                    <a:pt x="2769628" y="2438400"/>
                  </a:lnTo>
                  <a:lnTo>
                    <a:pt x="2798203" y="2438400"/>
                  </a:lnTo>
                  <a:lnTo>
                    <a:pt x="2798203" y="2409825"/>
                  </a:lnTo>
                  <a:close/>
                </a:path>
                <a:path w="7590155" h="4984115">
                  <a:moveTo>
                    <a:pt x="2819387" y="2545575"/>
                  </a:moveTo>
                  <a:lnTo>
                    <a:pt x="2790812" y="2545575"/>
                  </a:lnTo>
                  <a:lnTo>
                    <a:pt x="2790812" y="2574150"/>
                  </a:lnTo>
                  <a:lnTo>
                    <a:pt x="2819387" y="2574150"/>
                  </a:lnTo>
                  <a:lnTo>
                    <a:pt x="2819387" y="2545575"/>
                  </a:lnTo>
                  <a:close/>
                </a:path>
                <a:path w="7590155" h="4984115">
                  <a:moveTo>
                    <a:pt x="2819387" y="0"/>
                  </a:moveTo>
                  <a:lnTo>
                    <a:pt x="2790812" y="0"/>
                  </a:lnTo>
                  <a:lnTo>
                    <a:pt x="2790812" y="28575"/>
                  </a:lnTo>
                  <a:lnTo>
                    <a:pt x="2819387" y="28575"/>
                  </a:lnTo>
                  <a:lnTo>
                    <a:pt x="2819387" y="0"/>
                  </a:lnTo>
                  <a:close/>
                </a:path>
                <a:path w="7590155" h="4984115">
                  <a:moveTo>
                    <a:pt x="2855353" y="4955400"/>
                  </a:moveTo>
                  <a:lnTo>
                    <a:pt x="2826778" y="4955400"/>
                  </a:lnTo>
                  <a:lnTo>
                    <a:pt x="2826778" y="4983975"/>
                  </a:lnTo>
                  <a:lnTo>
                    <a:pt x="2855353" y="4983975"/>
                  </a:lnTo>
                  <a:lnTo>
                    <a:pt x="2855353" y="4955400"/>
                  </a:lnTo>
                  <a:close/>
                </a:path>
                <a:path w="7590155" h="4984115">
                  <a:moveTo>
                    <a:pt x="2855353" y="2409825"/>
                  </a:moveTo>
                  <a:lnTo>
                    <a:pt x="2826778" y="2409825"/>
                  </a:lnTo>
                  <a:lnTo>
                    <a:pt x="2826778" y="2438400"/>
                  </a:lnTo>
                  <a:lnTo>
                    <a:pt x="2855353" y="2438400"/>
                  </a:lnTo>
                  <a:lnTo>
                    <a:pt x="2855353" y="2409825"/>
                  </a:lnTo>
                  <a:close/>
                </a:path>
                <a:path w="7590155" h="4984115">
                  <a:moveTo>
                    <a:pt x="2876537" y="2545575"/>
                  </a:moveTo>
                  <a:lnTo>
                    <a:pt x="2847962" y="2545575"/>
                  </a:lnTo>
                  <a:lnTo>
                    <a:pt x="2847962" y="2574150"/>
                  </a:lnTo>
                  <a:lnTo>
                    <a:pt x="2876537" y="2574150"/>
                  </a:lnTo>
                  <a:lnTo>
                    <a:pt x="2876537" y="2545575"/>
                  </a:lnTo>
                  <a:close/>
                </a:path>
                <a:path w="7590155" h="4984115">
                  <a:moveTo>
                    <a:pt x="2876537" y="0"/>
                  </a:moveTo>
                  <a:lnTo>
                    <a:pt x="2847962" y="0"/>
                  </a:lnTo>
                  <a:lnTo>
                    <a:pt x="2847962" y="28575"/>
                  </a:lnTo>
                  <a:lnTo>
                    <a:pt x="2876537" y="28575"/>
                  </a:lnTo>
                  <a:lnTo>
                    <a:pt x="2876537" y="0"/>
                  </a:lnTo>
                  <a:close/>
                </a:path>
                <a:path w="7590155" h="4984115">
                  <a:moveTo>
                    <a:pt x="2912503" y="4955400"/>
                  </a:moveTo>
                  <a:lnTo>
                    <a:pt x="2883928" y="4955400"/>
                  </a:lnTo>
                  <a:lnTo>
                    <a:pt x="2883928" y="4983975"/>
                  </a:lnTo>
                  <a:lnTo>
                    <a:pt x="2912503" y="4983975"/>
                  </a:lnTo>
                  <a:lnTo>
                    <a:pt x="2912503" y="4955400"/>
                  </a:lnTo>
                  <a:close/>
                </a:path>
                <a:path w="7590155" h="4984115">
                  <a:moveTo>
                    <a:pt x="2912503" y="2409825"/>
                  </a:moveTo>
                  <a:lnTo>
                    <a:pt x="2883928" y="2409825"/>
                  </a:lnTo>
                  <a:lnTo>
                    <a:pt x="2883928" y="2438400"/>
                  </a:lnTo>
                  <a:lnTo>
                    <a:pt x="2912503" y="2438400"/>
                  </a:lnTo>
                  <a:lnTo>
                    <a:pt x="2912503" y="2409825"/>
                  </a:lnTo>
                  <a:close/>
                </a:path>
                <a:path w="7590155" h="4984115">
                  <a:moveTo>
                    <a:pt x="2933687" y="2545575"/>
                  </a:moveTo>
                  <a:lnTo>
                    <a:pt x="2905112" y="2545575"/>
                  </a:lnTo>
                  <a:lnTo>
                    <a:pt x="2905112" y="2574150"/>
                  </a:lnTo>
                  <a:lnTo>
                    <a:pt x="2933687" y="2574150"/>
                  </a:lnTo>
                  <a:lnTo>
                    <a:pt x="2933687" y="2545575"/>
                  </a:lnTo>
                  <a:close/>
                </a:path>
                <a:path w="7590155" h="4984115">
                  <a:moveTo>
                    <a:pt x="2933687" y="0"/>
                  </a:moveTo>
                  <a:lnTo>
                    <a:pt x="2905112" y="0"/>
                  </a:lnTo>
                  <a:lnTo>
                    <a:pt x="2905112" y="28575"/>
                  </a:lnTo>
                  <a:lnTo>
                    <a:pt x="2933687" y="28575"/>
                  </a:lnTo>
                  <a:lnTo>
                    <a:pt x="2933687" y="0"/>
                  </a:lnTo>
                  <a:close/>
                </a:path>
                <a:path w="7590155" h="4984115">
                  <a:moveTo>
                    <a:pt x="2969653" y="4955400"/>
                  </a:moveTo>
                  <a:lnTo>
                    <a:pt x="2941078" y="4955400"/>
                  </a:lnTo>
                  <a:lnTo>
                    <a:pt x="2941078" y="4983975"/>
                  </a:lnTo>
                  <a:lnTo>
                    <a:pt x="2969653" y="4983975"/>
                  </a:lnTo>
                  <a:lnTo>
                    <a:pt x="2969653" y="4955400"/>
                  </a:lnTo>
                  <a:close/>
                </a:path>
                <a:path w="7590155" h="4984115">
                  <a:moveTo>
                    <a:pt x="2969653" y="2409825"/>
                  </a:moveTo>
                  <a:lnTo>
                    <a:pt x="2941078" y="2409825"/>
                  </a:lnTo>
                  <a:lnTo>
                    <a:pt x="2941078" y="2438400"/>
                  </a:lnTo>
                  <a:lnTo>
                    <a:pt x="2969653" y="2438400"/>
                  </a:lnTo>
                  <a:lnTo>
                    <a:pt x="2969653" y="2409825"/>
                  </a:lnTo>
                  <a:close/>
                </a:path>
                <a:path w="7590155" h="4984115">
                  <a:moveTo>
                    <a:pt x="2990837" y="2545575"/>
                  </a:moveTo>
                  <a:lnTo>
                    <a:pt x="2962262" y="2545575"/>
                  </a:lnTo>
                  <a:lnTo>
                    <a:pt x="2962262" y="2574150"/>
                  </a:lnTo>
                  <a:lnTo>
                    <a:pt x="2990837" y="2574150"/>
                  </a:lnTo>
                  <a:lnTo>
                    <a:pt x="2990837" y="2545575"/>
                  </a:lnTo>
                  <a:close/>
                </a:path>
                <a:path w="7590155" h="4984115">
                  <a:moveTo>
                    <a:pt x="2990837" y="0"/>
                  </a:moveTo>
                  <a:lnTo>
                    <a:pt x="2962262" y="0"/>
                  </a:lnTo>
                  <a:lnTo>
                    <a:pt x="2962262" y="28575"/>
                  </a:lnTo>
                  <a:lnTo>
                    <a:pt x="2990837" y="28575"/>
                  </a:lnTo>
                  <a:lnTo>
                    <a:pt x="2990837" y="0"/>
                  </a:lnTo>
                  <a:close/>
                </a:path>
                <a:path w="7590155" h="4984115">
                  <a:moveTo>
                    <a:pt x="3026803" y="4955400"/>
                  </a:moveTo>
                  <a:lnTo>
                    <a:pt x="2998228" y="4955400"/>
                  </a:lnTo>
                  <a:lnTo>
                    <a:pt x="2998228" y="4983975"/>
                  </a:lnTo>
                  <a:lnTo>
                    <a:pt x="3026803" y="4983975"/>
                  </a:lnTo>
                  <a:lnTo>
                    <a:pt x="3026803" y="4955400"/>
                  </a:lnTo>
                  <a:close/>
                </a:path>
                <a:path w="7590155" h="4984115">
                  <a:moveTo>
                    <a:pt x="3026803" y="2409825"/>
                  </a:moveTo>
                  <a:lnTo>
                    <a:pt x="2998228" y="2409825"/>
                  </a:lnTo>
                  <a:lnTo>
                    <a:pt x="2998228" y="2438400"/>
                  </a:lnTo>
                  <a:lnTo>
                    <a:pt x="3026803" y="2438400"/>
                  </a:lnTo>
                  <a:lnTo>
                    <a:pt x="3026803" y="2409825"/>
                  </a:lnTo>
                  <a:close/>
                </a:path>
                <a:path w="7590155" h="4984115">
                  <a:moveTo>
                    <a:pt x="3047987" y="2545575"/>
                  </a:moveTo>
                  <a:lnTo>
                    <a:pt x="3019412" y="2545575"/>
                  </a:lnTo>
                  <a:lnTo>
                    <a:pt x="3019412" y="2574150"/>
                  </a:lnTo>
                  <a:lnTo>
                    <a:pt x="3047987" y="2574150"/>
                  </a:lnTo>
                  <a:lnTo>
                    <a:pt x="3047987" y="2545575"/>
                  </a:lnTo>
                  <a:close/>
                </a:path>
                <a:path w="7590155" h="4984115">
                  <a:moveTo>
                    <a:pt x="3047987" y="0"/>
                  </a:moveTo>
                  <a:lnTo>
                    <a:pt x="3019412" y="0"/>
                  </a:lnTo>
                  <a:lnTo>
                    <a:pt x="3019412" y="28575"/>
                  </a:lnTo>
                  <a:lnTo>
                    <a:pt x="3047987" y="28575"/>
                  </a:lnTo>
                  <a:lnTo>
                    <a:pt x="3047987" y="0"/>
                  </a:lnTo>
                  <a:close/>
                </a:path>
                <a:path w="7590155" h="4984115">
                  <a:moveTo>
                    <a:pt x="3083953" y="4955400"/>
                  </a:moveTo>
                  <a:lnTo>
                    <a:pt x="3055378" y="4955400"/>
                  </a:lnTo>
                  <a:lnTo>
                    <a:pt x="3055378" y="4983975"/>
                  </a:lnTo>
                  <a:lnTo>
                    <a:pt x="3083953" y="4983975"/>
                  </a:lnTo>
                  <a:lnTo>
                    <a:pt x="3083953" y="4955400"/>
                  </a:lnTo>
                  <a:close/>
                </a:path>
                <a:path w="7590155" h="4984115">
                  <a:moveTo>
                    <a:pt x="3083953" y="2409825"/>
                  </a:moveTo>
                  <a:lnTo>
                    <a:pt x="3055378" y="2409825"/>
                  </a:lnTo>
                  <a:lnTo>
                    <a:pt x="3055378" y="2438400"/>
                  </a:lnTo>
                  <a:lnTo>
                    <a:pt x="3083953" y="2438400"/>
                  </a:lnTo>
                  <a:lnTo>
                    <a:pt x="3083953" y="2409825"/>
                  </a:lnTo>
                  <a:close/>
                </a:path>
                <a:path w="7590155" h="4984115">
                  <a:moveTo>
                    <a:pt x="3105137" y="2545575"/>
                  </a:moveTo>
                  <a:lnTo>
                    <a:pt x="3076562" y="2545575"/>
                  </a:lnTo>
                  <a:lnTo>
                    <a:pt x="3076562" y="2574150"/>
                  </a:lnTo>
                  <a:lnTo>
                    <a:pt x="3105137" y="2574150"/>
                  </a:lnTo>
                  <a:lnTo>
                    <a:pt x="3105137" y="2545575"/>
                  </a:lnTo>
                  <a:close/>
                </a:path>
                <a:path w="7590155" h="4984115">
                  <a:moveTo>
                    <a:pt x="3105137" y="0"/>
                  </a:moveTo>
                  <a:lnTo>
                    <a:pt x="3076562" y="0"/>
                  </a:lnTo>
                  <a:lnTo>
                    <a:pt x="3076562" y="28575"/>
                  </a:lnTo>
                  <a:lnTo>
                    <a:pt x="3105137" y="28575"/>
                  </a:lnTo>
                  <a:lnTo>
                    <a:pt x="3105137" y="0"/>
                  </a:lnTo>
                  <a:close/>
                </a:path>
                <a:path w="7590155" h="4984115">
                  <a:moveTo>
                    <a:pt x="3141103" y="4955400"/>
                  </a:moveTo>
                  <a:lnTo>
                    <a:pt x="3112528" y="4955400"/>
                  </a:lnTo>
                  <a:lnTo>
                    <a:pt x="3112528" y="4983975"/>
                  </a:lnTo>
                  <a:lnTo>
                    <a:pt x="3141103" y="4983975"/>
                  </a:lnTo>
                  <a:lnTo>
                    <a:pt x="3141103" y="4955400"/>
                  </a:lnTo>
                  <a:close/>
                </a:path>
                <a:path w="7590155" h="4984115">
                  <a:moveTo>
                    <a:pt x="3141103" y="2409825"/>
                  </a:moveTo>
                  <a:lnTo>
                    <a:pt x="3112528" y="2409825"/>
                  </a:lnTo>
                  <a:lnTo>
                    <a:pt x="3112528" y="2438400"/>
                  </a:lnTo>
                  <a:lnTo>
                    <a:pt x="3141103" y="2438400"/>
                  </a:lnTo>
                  <a:lnTo>
                    <a:pt x="3141103" y="2409825"/>
                  </a:lnTo>
                  <a:close/>
                </a:path>
                <a:path w="7590155" h="4984115">
                  <a:moveTo>
                    <a:pt x="3162287" y="2545575"/>
                  </a:moveTo>
                  <a:lnTo>
                    <a:pt x="3133712" y="2545575"/>
                  </a:lnTo>
                  <a:lnTo>
                    <a:pt x="3133712" y="2574150"/>
                  </a:lnTo>
                  <a:lnTo>
                    <a:pt x="3162287" y="2574150"/>
                  </a:lnTo>
                  <a:lnTo>
                    <a:pt x="3162287" y="2545575"/>
                  </a:lnTo>
                  <a:close/>
                </a:path>
                <a:path w="7590155" h="4984115">
                  <a:moveTo>
                    <a:pt x="3162287" y="0"/>
                  </a:moveTo>
                  <a:lnTo>
                    <a:pt x="3133712" y="0"/>
                  </a:lnTo>
                  <a:lnTo>
                    <a:pt x="3133712" y="28575"/>
                  </a:lnTo>
                  <a:lnTo>
                    <a:pt x="3162287" y="28575"/>
                  </a:lnTo>
                  <a:lnTo>
                    <a:pt x="3162287" y="0"/>
                  </a:lnTo>
                  <a:close/>
                </a:path>
                <a:path w="7590155" h="4984115">
                  <a:moveTo>
                    <a:pt x="3198253" y="4955400"/>
                  </a:moveTo>
                  <a:lnTo>
                    <a:pt x="3169678" y="4955400"/>
                  </a:lnTo>
                  <a:lnTo>
                    <a:pt x="3169678" y="4983975"/>
                  </a:lnTo>
                  <a:lnTo>
                    <a:pt x="3198253" y="4983975"/>
                  </a:lnTo>
                  <a:lnTo>
                    <a:pt x="3198253" y="4955400"/>
                  </a:lnTo>
                  <a:close/>
                </a:path>
                <a:path w="7590155" h="4984115">
                  <a:moveTo>
                    <a:pt x="3198253" y="2409825"/>
                  </a:moveTo>
                  <a:lnTo>
                    <a:pt x="3169678" y="2409825"/>
                  </a:lnTo>
                  <a:lnTo>
                    <a:pt x="3169678" y="2438400"/>
                  </a:lnTo>
                  <a:lnTo>
                    <a:pt x="3198253" y="2438400"/>
                  </a:lnTo>
                  <a:lnTo>
                    <a:pt x="3198253" y="2409825"/>
                  </a:lnTo>
                  <a:close/>
                </a:path>
                <a:path w="7590155" h="4984115">
                  <a:moveTo>
                    <a:pt x="3219437" y="2545575"/>
                  </a:moveTo>
                  <a:lnTo>
                    <a:pt x="3190862" y="2545575"/>
                  </a:lnTo>
                  <a:lnTo>
                    <a:pt x="3190862" y="2574150"/>
                  </a:lnTo>
                  <a:lnTo>
                    <a:pt x="3219437" y="2574150"/>
                  </a:lnTo>
                  <a:lnTo>
                    <a:pt x="3219437" y="2545575"/>
                  </a:lnTo>
                  <a:close/>
                </a:path>
                <a:path w="7590155" h="4984115">
                  <a:moveTo>
                    <a:pt x="3219437" y="0"/>
                  </a:moveTo>
                  <a:lnTo>
                    <a:pt x="3190862" y="0"/>
                  </a:lnTo>
                  <a:lnTo>
                    <a:pt x="3190862" y="28575"/>
                  </a:lnTo>
                  <a:lnTo>
                    <a:pt x="3219437" y="28575"/>
                  </a:lnTo>
                  <a:lnTo>
                    <a:pt x="3219437" y="0"/>
                  </a:lnTo>
                  <a:close/>
                </a:path>
                <a:path w="7590155" h="4984115">
                  <a:moveTo>
                    <a:pt x="3255403" y="4955400"/>
                  </a:moveTo>
                  <a:lnTo>
                    <a:pt x="3226828" y="4955400"/>
                  </a:lnTo>
                  <a:lnTo>
                    <a:pt x="3226828" y="4983975"/>
                  </a:lnTo>
                  <a:lnTo>
                    <a:pt x="3255403" y="4983975"/>
                  </a:lnTo>
                  <a:lnTo>
                    <a:pt x="3255403" y="4955400"/>
                  </a:lnTo>
                  <a:close/>
                </a:path>
                <a:path w="7590155" h="4984115">
                  <a:moveTo>
                    <a:pt x="3255403" y="2409825"/>
                  </a:moveTo>
                  <a:lnTo>
                    <a:pt x="3226828" y="2409825"/>
                  </a:lnTo>
                  <a:lnTo>
                    <a:pt x="3226828" y="2438400"/>
                  </a:lnTo>
                  <a:lnTo>
                    <a:pt x="3255403" y="2438400"/>
                  </a:lnTo>
                  <a:lnTo>
                    <a:pt x="3255403" y="2409825"/>
                  </a:lnTo>
                  <a:close/>
                </a:path>
                <a:path w="7590155" h="4984115">
                  <a:moveTo>
                    <a:pt x="3276587" y="2545575"/>
                  </a:moveTo>
                  <a:lnTo>
                    <a:pt x="3248012" y="2545575"/>
                  </a:lnTo>
                  <a:lnTo>
                    <a:pt x="3248012" y="2574150"/>
                  </a:lnTo>
                  <a:lnTo>
                    <a:pt x="3276587" y="2574150"/>
                  </a:lnTo>
                  <a:lnTo>
                    <a:pt x="3276587" y="2545575"/>
                  </a:lnTo>
                  <a:close/>
                </a:path>
                <a:path w="7590155" h="4984115">
                  <a:moveTo>
                    <a:pt x="3276587" y="0"/>
                  </a:moveTo>
                  <a:lnTo>
                    <a:pt x="3248012" y="0"/>
                  </a:lnTo>
                  <a:lnTo>
                    <a:pt x="3248012" y="28575"/>
                  </a:lnTo>
                  <a:lnTo>
                    <a:pt x="3276587" y="28575"/>
                  </a:lnTo>
                  <a:lnTo>
                    <a:pt x="3276587" y="0"/>
                  </a:lnTo>
                  <a:close/>
                </a:path>
                <a:path w="7590155" h="4984115">
                  <a:moveTo>
                    <a:pt x="3312553" y="4955400"/>
                  </a:moveTo>
                  <a:lnTo>
                    <a:pt x="3283978" y="4955400"/>
                  </a:lnTo>
                  <a:lnTo>
                    <a:pt x="3283978" y="4983975"/>
                  </a:lnTo>
                  <a:lnTo>
                    <a:pt x="3312553" y="4983975"/>
                  </a:lnTo>
                  <a:lnTo>
                    <a:pt x="3312553" y="4955400"/>
                  </a:lnTo>
                  <a:close/>
                </a:path>
                <a:path w="7590155" h="4984115">
                  <a:moveTo>
                    <a:pt x="3312553" y="2409825"/>
                  </a:moveTo>
                  <a:lnTo>
                    <a:pt x="3283978" y="2409825"/>
                  </a:lnTo>
                  <a:lnTo>
                    <a:pt x="3283978" y="2438400"/>
                  </a:lnTo>
                  <a:lnTo>
                    <a:pt x="3312553" y="2438400"/>
                  </a:lnTo>
                  <a:lnTo>
                    <a:pt x="3312553" y="2409825"/>
                  </a:lnTo>
                  <a:close/>
                </a:path>
                <a:path w="7590155" h="4984115">
                  <a:moveTo>
                    <a:pt x="3333737" y="2545575"/>
                  </a:moveTo>
                  <a:lnTo>
                    <a:pt x="3305162" y="2545575"/>
                  </a:lnTo>
                  <a:lnTo>
                    <a:pt x="3305162" y="2574150"/>
                  </a:lnTo>
                  <a:lnTo>
                    <a:pt x="3333737" y="2574150"/>
                  </a:lnTo>
                  <a:lnTo>
                    <a:pt x="3333737" y="2545575"/>
                  </a:lnTo>
                  <a:close/>
                </a:path>
                <a:path w="7590155" h="4984115">
                  <a:moveTo>
                    <a:pt x="3333737" y="0"/>
                  </a:moveTo>
                  <a:lnTo>
                    <a:pt x="3305162" y="0"/>
                  </a:lnTo>
                  <a:lnTo>
                    <a:pt x="3305162" y="28575"/>
                  </a:lnTo>
                  <a:lnTo>
                    <a:pt x="3333737" y="28575"/>
                  </a:lnTo>
                  <a:lnTo>
                    <a:pt x="3333737" y="0"/>
                  </a:lnTo>
                  <a:close/>
                </a:path>
                <a:path w="7590155" h="4984115">
                  <a:moveTo>
                    <a:pt x="3369703" y="4955400"/>
                  </a:moveTo>
                  <a:lnTo>
                    <a:pt x="3341128" y="4955400"/>
                  </a:lnTo>
                  <a:lnTo>
                    <a:pt x="3341128" y="4983975"/>
                  </a:lnTo>
                  <a:lnTo>
                    <a:pt x="3369703" y="4983975"/>
                  </a:lnTo>
                  <a:lnTo>
                    <a:pt x="3369703" y="4955400"/>
                  </a:lnTo>
                  <a:close/>
                </a:path>
                <a:path w="7590155" h="4984115">
                  <a:moveTo>
                    <a:pt x="3369703" y="2409825"/>
                  </a:moveTo>
                  <a:lnTo>
                    <a:pt x="3341128" y="2409825"/>
                  </a:lnTo>
                  <a:lnTo>
                    <a:pt x="3341128" y="2438400"/>
                  </a:lnTo>
                  <a:lnTo>
                    <a:pt x="3369703" y="2438400"/>
                  </a:lnTo>
                  <a:lnTo>
                    <a:pt x="3369703" y="2409825"/>
                  </a:lnTo>
                  <a:close/>
                </a:path>
                <a:path w="7590155" h="4984115">
                  <a:moveTo>
                    <a:pt x="3390887" y="2545575"/>
                  </a:moveTo>
                  <a:lnTo>
                    <a:pt x="3362312" y="2545575"/>
                  </a:lnTo>
                  <a:lnTo>
                    <a:pt x="3362312" y="2574150"/>
                  </a:lnTo>
                  <a:lnTo>
                    <a:pt x="3390887" y="2574150"/>
                  </a:lnTo>
                  <a:lnTo>
                    <a:pt x="3390887" y="2545575"/>
                  </a:lnTo>
                  <a:close/>
                </a:path>
                <a:path w="7590155" h="4984115">
                  <a:moveTo>
                    <a:pt x="3390887" y="0"/>
                  </a:moveTo>
                  <a:lnTo>
                    <a:pt x="3362312" y="0"/>
                  </a:lnTo>
                  <a:lnTo>
                    <a:pt x="3362312" y="28575"/>
                  </a:lnTo>
                  <a:lnTo>
                    <a:pt x="3390887" y="28575"/>
                  </a:lnTo>
                  <a:lnTo>
                    <a:pt x="3390887" y="0"/>
                  </a:lnTo>
                  <a:close/>
                </a:path>
                <a:path w="7590155" h="4984115">
                  <a:moveTo>
                    <a:pt x="3426853" y="4955400"/>
                  </a:moveTo>
                  <a:lnTo>
                    <a:pt x="3398278" y="4955400"/>
                  </a:lnTo>
                  <a:lnTo>
                    <a:pt x="3398278" y="4983975"/>
                  </a:lnTo>
                  <a:lnTo>
                    <a:pt x="3426853" y="4983975"/>
                  </a:lnTo>
                  <a:lnTo>
                    <a:pt x="3426853" y="4955400"/>
                  </a:lnTo>
                  <a:close/>
                </a:path>
                <a:path w="7590155" h="4984115">
                  <a:moveTo>
                    <a:pt x="3426853" y="2409825"/>
                  </a:moveTo>
                  <a:lnTo>
                    <a:pt x="3398278" y="2409825"/>
                  </a:lnTo>
                  <a:lnTo>
                    <a:pt x="3398278" y="2438400"/>
                  </a:lnTo>
                  <a:lnTo>
                    <a:pt x="3426853" y="2438400"/>
                  </a:lnTo>
                  <a:lnTo>
                    <a:pt x="3426853" y="2409825"/>
                  </a:lnTo>
                  <a:close/>
                </a:path>
                <a:path w="7590155" h="4984115">
                  <a:moveTo>
                    <a:pt x="3448037" y="2545575"/>
                  </a:moveTo>
                  <a:lnTo>
                    <a:pt x="3419462" y="2545575"/>
                  </a:lnTo>
                  <a:lnTo>
                    <a:pt x="3419462" y="2574150"/>
                  </a:lnTo>
                  <a:lnTo>
                    <a:pt x="3448037" y="2574150"/>
                  </a:lnTo>
                  <a:lnTo>
                    <a:pt x="3448037" y="2545575"/>
                  </a:lnTo>
                  <a:close/>
                </a:path>
                <a:path w="7590155" h="4984115">
                  <a:moveTo>
                    <a:pt x="3448037" y="0"/>
                  </a:moveTo>
                  <a:lnTo>
                    <a:pt x="3419462" y="0"/>
                  </a:lnTo>
                  <a:lnTo>
                    <a:pt x="3419462" y="28575"/>
                  </a:lnTo>
                  <a:lnTo>
                    <a:pt x="3448037" y="28575"/>
                  </a:lnTo>
                  <a:lnTo>
                    <a:pt x="3448037" y="0"/>
                  </a:lnTo>
                  <a:close/>
                </a:path>
                <a:path w="7590155" h="4984115">
                  <a:moveTo>
                    <a:pt x="3484003" y="4955400"/>
                  </a:moveTo>
                  <a:lnTo>
                    <a:pt x="3455428" y="4955400"/>
                  </a:lnTo>
                  <a:lnTo>
                    <a:pt x="3455428" y="4983975"/>
                  </a:lnTo>
                  <a:lnTo>
                    <a:pt x="3484003" y="4983975"/>
                  </a:lnTo>
                  <a:lnTo>
                    <a:pt x="3484003" y="4955400"/>
                  </a:lnTo>
                  <a:close/>
                </a:path>
                <a:path w="7590155" h="4984115">
                  <a:moveTo>
                    <a:pt x="3484003" y="2409825"/>
                  </a:moveTo>
                  <a:lnTo>
                    <a:pt x="3455428" y="2409825"/>
                  </a:lnTo>
                  <a:lnTo>
                    <a:pt x="3455428" y="2438400"/>
                  </a:lnTo>
                  <a:lnTo>
                    <a:pt x="3484003" y="2438400"/>
                  </a:lnTo>
                  <a:lnTo>
                    <a:pt x="3484003" y="2409825"/>
                  </a:lnTo>
                  <a:close/>
                </a:path>
                <a:path w="7590155" h="4984115">
                  <a:moveTo>
                    <a:pt x="3505187" y="2545575"/>
                  </a:moveTo>
                  <a:lnTo>
                    <a:pt x="3476612" y="2545575"/>
                  </a:lnTo>
                  <a:lnTo>
                    <a:pt x="3476612" y="2574150"/>
                  </a:lnTo>
                  <a:lnTo>
                    <a:pt x="3505187" y="2574150"/>
                  </a:lnTo>
                  <a:lnTo>
                    <a:pt x="3505187" y="2545575"/>
                  </a:lnTo>
                  <a:close/>
                </a:path>
                <a:path w="7590155" h="4984115">
                  <a:moveTo>
                    <a:pt x="3505187" y="0"/>
                  </a:moveTo>
                  <a:lnTo>
                    <a:pt x="3476612" y="0"/>
                  </a:lnTo>
                  <a:lnTo>
                    <a:pt x="3476612" y="28575"/>
                  </a:lnTo>
                  <a:lnTo>
                    <a:pt x="3505187" y="28575"/>
                  </a:lnTo>
                  <a:lnTo>
                    <a:pt x="3505187" y="0"/>
                  </a:lnTo>
                  <a:close/>
                </a:path>
                <a:path w="7590155" h="4984115">
                  <a:moveTo>
                    <a:pt x="3541153" y="4955400"/>
                  </a:moveTo>
                  <a:lnTo>
                    <a:pt x="3512578" y="4955400"/>
                  </a:lnTo>
                  <a:lnTo>
                    <a:pt x="3512578" y="4983975"/>
                  </a:lnTo>
                  <a:lnTo>
                    <a:pt x="3541153" y="4983975"/>
                  </a:lnTo>
                  <a:lnTo>
                    <a:pt x="3541153" y="4955400"/>
                  </a:lnTo>
                  <a:close/>
                </a:path>
                <a:path w="7590155" h="4984115">
                  <a:moveTo>
                    <a:pt x="3541153" y="2409825"/>
                  </a:moveTo>
                  <a:lnTo>
                    <a:pt x="3512578" y="2409825"/>
                  </a:lnTo>
                  <a:lnTo>
                    <a:pt x="3512578" y="2438400"/>
                  </a:lnTo>
                  <a:lnTo>
                    <a:pt x="3541153" y="2438400"/>
                  </a:lnTo>
                  <a:lnTo>
                    <a:pt x="3541153" y="2409825"/>
                  </a:lnTo>
                  <a:close/>
                </a:path>
                <a:path w="7590155" h="4984115">
                  <a:moveTo>
                    <a:pt x="3562337" y="2545575"/>
                  </a:moveTo>
                  <a:lnTo>
                    <a:pt x="3533762" y="2545575"/>
                  </a:lnTo>
                  <a:lnTo>
                    <a:pt x="3533762" y="2574150"/>
                  </a:lnTo>
                  <a:lnTo>
                    <a:pt x="3562337" y="2574150"/>
                  </a:lnTo>
                  <a:lnTo>
                    <a:pt x="3562337" y="2545575"/>
                  </a:lnTo>
                  <a:close/>
                </a:path>
                <a:path w="7590155" h="4984115">
                  <a:moveTo>
                    <a:pt x="3562337" y="0"/>
                  </a:moveTo>
                  <a:lnTo>
                    <a:pt x="3533762" y="0"/>
                  </a:lnTo>
                  <a:lnTo>
                    <a:pt x="3533762" y="28575"/>
                  </a:lnTo>
                  <a:lnTo>
                    <a:pt x="3562337" y="28575"/>
                  </a:lnTo>
                  <a:lnTo>
                    <a:pt x="3562337" y="0"/>
                  </a:lnTo>
                  <a:close/>
                </a:path>
                <a:path w="7590155" h="4984115">
                  <a:moveTo>
                    <a:pt x="3598303" y="4955400"/>
                  </a:moveTo>
                  <a:lnTo>
                    <a:pt x="3569728" y="4955400"/>
                  </a:lnTo>
                  <a:lnTo>
                    <a:pt x="3569728" y="4983975"/>
                  </a:lnTo>
                  <a:lnTo>
                    <a:pt x="3598303" y="4983975"/>
                  </a:lnTo>
                  <a:lnTo>
                    <a:pt x="3598303" y="4955400"/>
                  </a:lnTo>
                  <a:close/>
                </a:path>
                <a:path w="7590155" h="4984115">
                  <a:moveTo>
                    <a:pt x="3598303" y="2409825"/>
                  </a:moveTo>
                  <a:lnTo>
                    <a:pt x="3569728" y="2409825"/>
                  </a:lnTo>
                  <a:lnTo>
                    <a:pt x="3569728" y="2438400"/>
                  </a:lnTo>
                  <a:lnTo>
                    <a:pt x="3598303" y="2438400"/>
                  </a:lnTo>
                  <a:lnTo>
                    <a:pt x="3598303" y="2409825"/>
                  </a:lnTo>
                  <a:close/>
                </a:path>
                <a:path w="7590155" h="4984115">
                  <a:moveTo>
                    <a:pt x="3619487" y="2545575"/>
                  </a:moveTo>
                  <a:lnTo>
                    <a:pt x="3590912" y="2545575"/>
                  </a:lnTo>
                  <a:lnTo>
                    <a:pt x="3590912" y="2574150"/>
                  </a:lnTo>
                  <a:lnTo>
                    <a:pt x="3619487" y="2574150"/>
                  </a:lnTo>
                  <a:lnTo>
                    <a:pt x="3619487" y="2545575"/>
                  </a:lnTo>
                  <a:close/>
                </a:path>
                <a:path w="7590155" h="4984115">
                  <a:moveTo>
                    <a:pt x="3619487" y="0"/>
                  </a:moveTo>
                  <a:lnTo>
                    <a:pt x="3590912" y="0"/>
                  </a:lnTo>
                  <a:lnTo>
                    <a:pt x="3590912" y="28575"/>
                  </a:lnTo>
                  <a:lnTo>
                    <a:pt x="3619487" y="28575"/>
                  </a:lnTo>
                  <a:lnTo>
                    <a:pt x="3619487" y="0"/>
                  </a:lnTo>
                  <a:close/>
                </a:path>
                <a:path w="7590155" h="4984115">
                  <a:moveTo>
                    <a:pt x="3655453" y="4955400"/>
                  </a:moveTo>
                  <a:lnTo>
                    <a:pt x="3626878" y="4955400"/>
                  </a:lnTo>
                  <a:lnTo>
                    <a:pt x="3626878" y="4983975"/>
                  </a:lnTo>
                  <a:lnTo>
                    <a:pt x="3655453" y="4983975"/>
                  </a:lnTo>
                  <a:lnTo>
                    <a:pt x="3655453" y="4955400"/>
                  </a:lnTo>
                  <a:close/>
                </a:path>
                <a:path w="7590155" h="4984115">
                  <a:moveTo>
                    <a:pt x="3655453" y="2409825"/>
                  </a:moveTo>
                  <a:lnTo>
                    <a:pt x="3626878" y="2409825"/>
                  </a:lnTo>
                  <a:lnTo>
                    <a:pt x="3626878" y="2438400"/>
                  </a:lnTo>
                  <a:lnTo>
                    <a:pt x="3655453" y="2438400"/>
                  </a:lnTo>
                  <a:lnTo>
                    <a:pt x="3655453" y="2409825"/>
                  </a:lnTo>
                  <a:close/>
                </a:path>
                <a:path w="7590155" h="4984115">
                  <a:moveTo>
                    <a:pt x="3676637" y="2545575"/>
                  </a:moveTo>
                  <a:lnTo>
                    <a:pt x="3648062" y="2545575"/>
                  </a:lnTo>
                  <a:lnTo>
                    <a:pt x="3648062" y="2574150"/>
                  </a:lnTo>
                  <a:lnTo>
                    <a:pt x="3676637" y="2574150"/>
                  </a:lnTo>
                  <a:lnTo>
                    <a:pt x="3676637" y="2545575"/>
                  </a:lnTo>
                  <a:close/>
                </a:path>
                <a:path w="7590155" h="4984115">
                  <a:moveTo>
                    <a:pt x="3676637" y="0"/>
                  </a:moveTo>
                  <a:lnTo>
                    <a:pt x="3648062" y="0"/>
                  </a:lnTo>
                  <a:lnTo>
                    <a:pt x="3648062" y="28575"/>
                  </a:lnTo>
                  <a:lnTo>
                    <a:pt x="3676637" y="28575"/>
                  </a:lnTo>
                  <a:lnTo>
                    <a:pt x="3676637" y="0"/>
                  </a:lnTo>
                  <a:close/>
                </a:path>
                <a:path w="7590155" h="4984115">
                  <a:moveTo>
                    <a:pt x="3712603" y="4955400"/>
                  </a:moveTo>
                  <a:lnTo>
                    <a:pt x="3684028" y="4955400"/>
                  </a:lnTo>
                  <a:lnTo>
                    <a:pt x="3684028" y="4983975"/>
                  </a:lnTo>
                  <a:lnTo>
                    <a:pt x="3712603" y="4983975"/>
                  </a:lnTo>
                  <a:lnTo>
                    <a:pt x="3712603" y="4955400"/>
                  </a:lnTo>
                  <a:close/>
                </a:path>
                <a:path w="7590155" h="4984115">
                  <a:moveTo>
                    <a:pt x="3712603" y="2409825"/>
                  </a:moveTo>
                  <a:lnTo>
                    <a:pt x="3684028" y="2409825"/>
                  </a:lnTo>
                  <a:lnTo>
                    <a:pt x="3684028" y="2438400"/>
                  </a:lnTo>
                  <a:lnTo>
                    <a:pt x="3712603" y="2438400"/>
                  </a:lnTo>
                  <a:lnTo>
                    <a:pt x="3712603" y="2409825"/>
                  </a:lnTo>
                  <a:close/>
                </a:path>
                <a:path w="7590155" h="4984115">
                  <a:moveTo>
                    <a:pt x="3733787" y="2545575"/>
                  </a:moveTo>
                  <a:lnTo>
                    <a:pt x="3705212" y="2545575"/>
                  </a:lnTo>
                  <a:lnTo>
                    <a:pt x="3705212" y="2574150"/>
                  </a:lnTo>
                  <a:lnTo>
                    <a:pt x="3733787" y="2574150"/>
                  </a:lnTo>
                  <a:lnTo>
                    <a:pt x="3733787" y="2545575"/>
                  </a:lnTo>
                  <a:close/>
                </a:path>
                <a:path w="7590155" h="4984115">
                  <a:moveTo>
                    <a:pt x="3733787" y="0"/>
                  </a:moveTo>
                  <a:lnTo>
                    <a:pt x="3705212" y="0"/>
                  </a:lnTo>
                  <a:lnTo>
                    <a:pt x="3705212" y="28575"/>
                  </a:lnTo>
                  <a:lnTo>
                    <a:pt x="3733787" y="28575"/>
                  </a:lnTo>
                  <a:lnTo>
                    <a:pt x="3733787" y="0"/>
                  </a:lnTo>
                  <a:close/>
                </a:path>
                <a:path w="7590155" h="4984115">
                  <a:moveTo>
                    <a:pt x="3769753" y="4955400"/>
                  </a:moveTo>
                  <a:lnTo>
                    <a:pt x="3741178" y="4955400"/>
                  </a:lnTo>
                  <a:lnTo>
                    <a:pt x="3741178" y="4983975"/>
                  </a:lnTo>
                  <a:lnTo>
                    <a:pt x="3769753" y="4983975"/>
                  </a:lnTo>
                  <a:lnTo>
                    <a:pt x="3769753" y="4955400"/>
                  </a:lnTo>
                  <a:close/>
                </a:path>
                <a:path w="7590155" h="4984115">
                  <a:moveTo>
                    <a:pt x="3769753" y="2409825"/>
                  </a:moveTo>
                  <a:lnTo>
                    <a:pt x="3741178" y="2409825"/>
                  </a:lnTo>
                  <a:lnTo>
                    <a:pt x="3741178" y="2438400"/>
                  </a:lnTo>
                  <a:lnTo>
                    <a:pt x="3769753" y="2438400"/>
                  </a:lnTo>
                  <a:lnTo>
                    <a:pt x="3769753" y="2409825"/>
                  </a:lnTo>
                  <a:close/>
                </a:path>
                <a:path w="7590155" h="4984115">
                  <a:moveTo>
                    <a:pt x="3790937" y="2545575"/>
                  </a:moveTo>
                  <a:lnTo>
                    <a:pt x="3762362" y="2545575"/>
                  </a:lnTo>
                  <a:lnTo>
                    <a:pt x="3762362" y="2574150"/>
                  </a:lnTo>
                  <a:lnTo>
                    <a:pt x="3790937" y="2574150"/>
                  </a:lnTo>
                  <a:lnTo>
                    <a:pt x="3790937" y="2545575"/>
                  </a:lnTo>
                  <a:close/>
                </a:path>
                <a:path w="7590155" h="4984115">
                  <a:moveTo>
                    <a:pt x="3790937" y="0"/>
                  </a:moveTo>
                  <a:lnTo>
                    <a:pt x="3762362" y="0"/>
                  </a:lnTo>
                  <a:lnTo>
                    <a:pt x="3762362" y="28575"/>
                  </a:lnTo>
                  <a:lnTo>
                    <a:pt x="3790937" y="28575"/>
                  </a:lnTo>
                  <a:lnTo>
                    <a:pt x="3790937" y="0"/>
                  </a:lnTo>
                  <a:close/>
                </a:path>
                <a:path w="7590155" h="4984115">
                  <a:moveTo>
                    <a:pt x="3826903" y="4955400"/>
                  </a:moveTo>
                  <a:lnTo>
                    <a:pt x="3798328" y="4955400"/>
                  </a:lnTo>
                  <a:lnTo>
                    <a:pt x="3798328" y="4983975"/>
                  </a:lnTo>
                  <a:lnTo>
                    <a:pt x="3826903" y="4983975"/>
                  </a:lnTo>
                  <a:lnTo>
                    <a:pt x="3826903" y="4955400"/>
                  </a:lnTo>
                  <a:close/>
                </a:path>
                <a:path w="7590155" h="4984115">
                  <a:moveTo>
                    <a:pt x="3826903" y="2409825"/>
                  </a:moveTo>
                  <a:lnTo>
                    <a:pt x="3798328" y="2409825"/>
                  </a:lnTo>
                  <a:lnTo>
                    <a:pt x="3798328" y="2438400"/>
                  </a:lnTo>
                  <a:lnTo>
                    <a:pt x="3826903" y="2438400"/>
                  </a:lnTo>
                  <a:lnTo>
                    <a:pt x="3826903" y="2409825"/>
                  </a:lnTo>
                  <a:close/>
                </a:path>
                <a:path w="7590155" h="4984115">
                  <a:moveTo>
                    <a:pt x="3848087" y="2545575"/>
                  </a:moveTo>
                  <a:lnTo>
                    <a:pt x="3819512" y="2545575"/>
                  </a:lnTo>
                  <a:lnTo>
                    <a:pt x="3819512" y="2574150"/>
                  </a:lnTo>
                  <a:lnTo>
                    <a:pt x="3848087" y="2574150"/>
                  </a:lnTo>
                  <a:lnTo>
                    <a:pt x="3848087" y="2545575"/>
                  </a:lnTo>
                  <a:close/>
                </a:path>
                <a:path w="7590155" h="4984115">
                  <a:moveTo>
                    <a:pt x="3848087" y="0"/>
                  </a:moveTo>
                  <a:lnTo>
                    <a:pt x="3819512" y="0"/>
                  </a:lnTo>
                  <a:lnTo>
                    <a:pt x="3819512" y="28575"/>
                  </a:lnTo>
                  <a:lnTo>
                    <a:pt x="3848087" y="28575"/>
                  </a:lnTo>
                  <a:lnTo>
                    <a:pt x="3848087" y="0"/>
                  </a:lnTo>
                  <a:close/>
                </a:path>
                <a:path w="7590155" h="4984115">
                  <a:moveTo>
                    <a:pt x="3884053" y="4955400"/>
                  </a:moveTo>
                  <a:lnTo>
                    <a:pt x="3855478" y="4955400"/>
                  </a:lnTo>
                  <a:lnTo>
                    <a:pt x="3855478" y="4983975"/>
                  </a:lnTo>
                  <a:lnTo>
                    <a:pt x="3884053" y="4983975"/>
                  </a:lnTo>
                  <a:lnTo>
                    <a:pt x="3884053" y="4955400"/>
                  </a:lnTo>
                  <a:close/>
                </a:path>
                <a:path w="7590155" h="4984115">
                  <a:moveTo>
                    <a:pt x="3884053" y="2409825"/>
                  </a:moveTo>
                  <a:lnTo>
                    <a:pt x="3855478" y="2409825"/>
                  </a:lnTo>
                  <a:lnTo>
                    <a:pt x="3855478" y="2438400"/>
                  </a:lnTo>
                  <a:lnTo>
                    <a:pt x="3884053" y="2438400"/>
                  </a:lnTo>
                  <a:lnTo>
                    <a:pt x="3884053" y="2409825"/>
                  </a:lnTo>
                  <a:close/>
                </a:path>
                <a:path w="7590155" h="4984115">
                  <a:moveTo>
                    <a:pt x="3905237" y="2545575"/>
                  </a:moveTo>
                  <a:lnTo>
                    <a:pt x="3876662" y="2545575"/>
                  </a:lnTo>
                  <a:lnTo>
                    <a:pt x="3876662" y="2574150"/>
                  </a:lnTo>
                  <a:lnTo>
                    <a:pt x="3905237" y="2574150"/>
                  </a:lnTo>
                  <a:lnTo>
                    <a:pt x="3905237" y="2545575"/>
                  </a:lnTo>
                  <a:close/>
                </a:path>
                <a:path w="7590155" h="4984115">
                  <a:moveTo>
                    <a:pt x="3905237" y="0"/>
                  </a:moveTo>
                  <a:lnTo>
                    <a:pt x="3876662" y="0"/>
                  </a:lnTo>
                  <a:lnTo>
                    <a:pt x="3876662" y="28575"/>
                  </a:lnTo>
                  <a:lnTo>
                    <a:pt x="3905237" y="28575"/>
                  </a:lnTo>
                  <a:lnTo>
                    <a:pt x="3905237" y="0"/>
                  </a:lnTo>
                  <a:close/>
                </a:path>
                <a:path w="7590155" h="4984115">
                  <a:moveTo>
                    <a:pt x="3941203" y="4955400"/>
                  </a:moveTo>
                  <a:lnTo>
                    <a:pt x="3912628" y="4955400"/>
                  </a:lnTo>
                  <a:lnTo>
                    <a:pt x="3912628" y="4983975"/>
                  </a:lnTo>
                  <a:lnTo>
                    <a:pt x="3941203" y="4983975"/>
                  </a:lnTo>
                  <a:lnTo>
                    <a:pt x="3941203" y="4955400"/>
                  </a:lnTo>
                  <a:close/>
                </a:path>
                <a:path w="7590155" h="4984115">
                  <a:moveTo>
                    <a:pt x="3941203" y="2409825"/>
                  </a:moveTo>
                  <a:lnTo>
                    <a:pt x="3912628" y="2409825"/>
                  </a:lnTo>
                  <a:lnTo>
                    <a:pt x="3912628" y="2438400"/>
                  </a:lnTo>
                  <a:lnTo>
                    <a:pt x="3941203" y="2438400"/>
                  </a:lnTo>
                  <a:lnTo>
                    <a:pt x="3941203" y="2409825"/>
                  </a:lnTo>
                  <a:close/>
                </a:path>
                <a:path w="7590155" h="4984115">
                  <a:moveTo>
                    <a:pt x="3962387" y="2545575"/>
                  </a:moveTo>
                  <a:lnTo>
                    <a:pt x="3933812" y="2545575"/>
                  </a:lnTo>
                  <a:lnTo>
                    <a:pt x="3933812" y="2574150"/>
                  </a:lnTo>
                  <a:lnTo>
                    <a:pt x="3962387" y="2574150"/>
                  </a:lnTo>
                  <a:lnTo>
                    <a:pt x="3962387" y="2545575"/>
                  </a:lnTo>
                  <a:close/>
                </a:path>
                <a:path w="7590155" h="4984115">
                  <a:moveTo>
                    <a:pt x="3962387" y="0"/>
                  </a:moveTo>
                  <a:lnTo>
                    <a:pt x="3933812" y="0"/>
                  </a:lnTo>
                  <a:lnTo>
                    <a:pt x="3933812" y="28575"/>
                  </a:lnTo>
                  <a:lnTo>
                    <a:pt x="3962387" y="28575"/>
                  </a:lnTo>
                  <a:lnTo>
                    <a:pt x="3962387" y="0"/>
                  </a:lnTo>
                  <a:close/>
                </a:path>
                <a:path w="7590155" h="4984115">
                  <a:moveTo>
                    <a:pt x="3998353" y="4955400"/>
                  </a:moveTo>
                  <a:lnTo>
                    <a:pt x="3969778" y="4955400"/>
                  </a:lnTo>
                  <a:lnTo>
                    <a:pt x="3969778" y="4983975"/>
                  </a:lnTo>
                  <a:lnTo>
                    <a:pt x="3998353" y="4983975"/>
                  </a:lnTo>
                  <a:lnTo>
                    <a:pt x="3998353" y="4955400"/>
                  </a:lnTo>
                  <a:close/>
                </a:path>
                <a:path w="7590155" h="4984115">
                  <a:moveTo>
                    <a:pt x="3998353" y="2409825"/>
                  </a:moveTo>
                  <a:lnTo>
                    <a:pt x="3969778" y="2409825"/>
                  </a:lnTo>
                  <a:lnTo>
                    <a:pt x="3969778" y="2438400"/>
                  </a:lnTo>
                  <a:lnTo>
                    <a:pt x="3998353" y="2438400"/>
                  </a:lnTo>
                  <a:lnTo>
                    <a:pt x="3998353" y="2409825"/>
                  </a:lnTo>
                  <a:close/>
                </a:path>
                <a:path w="7590155" h="4984115">
                  <a:moveTo>
                    <a:pt x="4019537" y="2545575"/>
                  </a:moveTo>
                  <a:lnTo>
                    <a:pt x="3990962" y="2545575"/>
                  </a:lnTo>
                  <a:lnTo>
                    <a:pt x="3990962" y="2574150"/>
                  </a:lnTo>
                  <a:lnTo>
                    <a:pt x="4019537" y="2574150"/>
                  </a:lnTo>
                  <a:lnTo>
                    <a:pt x="4019537" y="2545575"/>
                  </a:lnTo>
                  <a:close/>
                </a:path>
                <a:path w="7590155" h="4984115">
                  <a:moveTo>
                    <a:pt x="4019537" y="0"/>
                  </a:moveTo>
                  <a:lnTo>
                    <a:pt x="3990962" y="0"/>
                  </a:lnTo>
                  <a:lnTo>
                    <a:pt x="3990962" y="28575"/>
                  </a:lnTo>
                  <a:lnTo>
                    <a:pt x="4019537" y="28575"/>
                  </a:lnTo>
                  <a:lnTo>
                    <a:pt x="4019537" y="0"/>
                  </a:lnTo>
                  <a:close/>
                </a:path>
                <a:path w="7590155" h="4984115">
                  <a:moveTo>
                    <a:pt x="4055503" y="4955400"/>
                  </a:moveTo>
                  <a:lnTo>
                    <a:pt x="4026928" y="4955400"/>
                  </a:lnTo>
                  <a:lnTo>
                    <a:pt x="4026928" y="4983975"/>
                  </a:lnTo>
                  <a:lnTo>
                    <a:pt x="4055503" y="4983975"/>
                  </a:lnTo>
                  <a:lnTo>
                    <a:pt x="4055503" y="4955400"/>
                  </a:lnTo>
                  <a:close/>
                </a:path>
                <a:path w="7590155" h="4984115">
                  <a:moveTo>
                    <a:pt x="4055503" y="2409825"/>
                  </a:moveTo>
                  <a:lnTo>
                    <a:pt x="4026928" y="2409825"/>
                  </a:lnTo>
                  <a:lnTo>
                    <a:pt x="4026928" y="2438400"/>
                  </a:lnTo>
                  <a:lnTo>
                    <a:pt x="4055503" y="2438400"/>
                  </a:lnTo>
                  <a:lnTo>
                    <a:pt x="4055503" y="2409825"/>
                  </a:lnTo>
                  <a:close/>
                </a:path>
                <a:path w="7590155" h="4984115">
                  <a:moveTo>
                    <a:pt x="4076687" y="2545575"/>
                  </a:moveTo>
                  <a:lnTo>
                    <a:pt x="4048112" y="2545575"/>
                  </a:lnTo>
                  <a:lnTo>
                    <a:pt x="4048112" y="2574150"/>
                  </a:lnTo>
                  <a:lnTo>
                    <a:pt x="4076687" y="2574150"/>
                  </a:lnTo>
                  <a:lnTo>
                    <a:pt x="4076687" y="2545575"/>
                  </a:lnTo>
                  <a:close/>
                </a:path>
                <a:path w="7590155" h="4984115">
                  <a:moveTo>
                    <a:pt x="4076687" y="0"/>
                  </a:moveTo>
                  <a:lnTo>
                    <a:pt x="4048112" y="0"/>
                  </a:lnTo>
                  <a:lnTo>
                    <a:pt x="4048112" y="28575"/>
                  </a:lnTo>
                  <a:lnTo>
                    <a:pt x="4076687" y="28575"/>
                  </a:lnTo>
                  <a:lnTo>
                    <a:pt x="4076687" y="0"/>
                  </a:lnTo>
                  <a:close/>
                </a:path>
                <a:path w="7590155" h="4984115">
                  <a:moveTo>
                    <a:pt x="4112653" y="4955400"/>
                  </a:moveTo>
                  <a:lnTo>
                    <a:pt x="4084078" y="4955400"/>
                  </a:lnTo>
                  <a:lnTo>
                    <a:pt x="4084078" y="4983975"/>
                  </a:lnTo>
                  <a:lnTo>
                    <a:pt x="4112653" y="4983975"/>
                  </a:lnTo>
                  <a:lnTo>
                    <a:pt x="4112653" y="4955400"/>
                  </a:lnTo>
                  <a:close/>
                </a:path>
                <a:path w="7590155" h="4984115">
                  <a:moveTo>
                    <a:pt x="4112653" y="2409825"/>
                  </a:moveTo>
                  <a:lnTo>
                    <a:pt x="4084078" y="2409825"/>
                  </a:lnTo>
                  <a:lnTo>
                    <a:pt x="4084078" y="2438400"/>
                  </a:lnTo>
                  <a:lnTo>
                    <a:pt x="4112653" y="2438400"/>
                  </a:lnTo>
                  <a:lnTo>
                    <a:pt x="4112653" y="2409825"/>
                  </a:lnTo>
                  <a:close/>
                </a:path>
                <a:path w="7590155" h="4984115">
                  <a:moveTo>
                    <a:pt x="4133837" y="2545575"/>
                  </a:moveTo>
                  <a:lnTo>
                    <a:pt x="4105262" y="2545575"/>
                  </a:lnTo>
                  <a:lnTo>
                    <a:pt x="4105262" y="2574150"/>
                  </a:lnTo>
                  <a:lnTo>
                    <a:pt x="4133837" y="2574150"/>
                  </a:lnTo>
                  <a:lnTo>
                    <a:pt x="4133837" y="2545575"/>
                  </a:lnTo>
                  <a:close/>
                </a:path>
                <a:path w="7590155" h="4984115">
                  <a:moveTo>
                    <a:pt x="4133837" y="0"/>
                  </a:moveTo>
                  <a:lnTo>
                    <a:pt x="4105262" y="0"/>
                  </a:lnTo>
                  <a:lnTo>
                    <a:pt x="4105262" y="28575"/>
                  </a:lnTo>
                  <a:lnTo>
                    <a:pt x="4133837" y="28575"/>
                  </a:lnTo>
                  <a:lnTo>
                    <a:pt x="4133837" y="0"/>
                  </a:lnTo>
                  <a:close/>
                </a:path>
                <a:path w="7590155" h="4984115">
                  <a:moveTo>
                    <a:pt x="4169803" y="4955400"/>
                  </a:moveTo>
                  <a:lnTo>
                    <a:pt x="4141228" y="4955400"/>
                  </a:lnTo>
                  <a:lnTo>
                    <a:pt x="4141228" y="4983975"/>
                  </a:lnTo>
                  <a:lnTo>
                    <a:pt x="4169803" y="4983975"/>
                  </a:lnTo>
                  <a:lnTo>
                    <a:pt x="4169803" y="4955400"/>
                  </a:lnTo>
                  <a:close/>
                </a:path>
                <a:path w="7590155" h="4984115">
                  <a:moveTo>
                    <a:pt x="4169803" y="2409825"/>
                  </a:moveTo>
                  <a:lnTo>
                    <a:pt x="4141228" y="2409825"/>
                  </a:lnTo>
                  <a:lnTo>
                    <a:pt x="4141228" y="2438400"/>
                  </a:lnTo>
                  <a:lnTo>
                    <a:pt x="4169803" y="2438400"/>
                  </a:lnTo>
                  <a:lnTo>
                    <a:pt x="4169803" y="2409825"/>
                  </a:lnTo>
                  <a:close/>
                </a:path>
                <a:path w="7590155" h="4984115">
                  <a:moveTo>
                    <a:pt x="4190987" y="2545575"/>
                  </a:moveTo>
                  <a:lnTo>
                    <a:pt x="4162412" y="2545575"/>
                  </a:lnTo>
                  <a:lnTo>
                    <a:pt x="4162412" y="2574150"/>
                  </a:lnTo>
                  <a:lnTo>
                    <a:pt x="4190987" y="2574150"/>
                  </a:lnTo>
                  <a:lnTo>
                    <a:pt x="4190987" y="2545575"/>
                  </a:lnTo>
                  <a:close/>
                </a:path>
                <a:path w="7590155" h="4984115">
                  <a:moveTo>
                    <a:pt x="4190987" y="0"/>
                  </a:moveTo>
                  <a:lnTo>
                    <a:pt x="4162412" y="0"/>
                  </a:lnTo>
                  <a:lnTo>
                    <a:pt x="4162412" y="28575"/>
                  </a:lnTo>
                  <a:lnTo>
                    <a:pt x="4190987" y="28575"/>
                  </a:lnTo>
                  <a:lnTo>
                    <a:pt x="4190987" y="0"/>
                  </a:lnTo>
                  <a:close/>
                </a:path>
                <a:path w="7590155" h="4984115">
                  <a:moveTo>
                    <a:pt x="4226953" y="4955400"/>
                  </a:moveTo>
                  <a:lnTo>
                    <a:pt x="4198378" y="4955400"/>
                  </a:lnTo>
                  <a:lnTo>
                    <a:pt x="4198378" y="4983975"/>
                  </a:lnTo>
                  <a:lnTo>
                    <a:pt x="4226953" y="4983975"/>
                  </a:lnTo>
                  <a:lnTo>
                    <a:pt x="4226953" y="4955400"/>
                  </a:lnTo>
                  <a:close/>
                </a:path>
                <a:path w="7590155" h="4984115">
                  <a:moveTo>
                    <a:pt x="4226953" y="2409825"/>
                  </a:moveTo>
                  <a:lnTo>
                    <a:pt x="4198378" y="2409825"/>
                  </a:lnTo>
                  <a:lnTo>
                    <a:pt x="4198378" y="2438400"/>
                  </a:lnTo>
                  <a:lnTo>
                    <a:pt x="4226953" y="2438400"/>
                  </a:lnTo>
                  <a:lnTo>
                    <a:pt x="4226953" y="2409825"/>
                  </a:lnTo>
                  <a:close/>
                </a:path>
                <a:path w="7590155" h="4984115">
                  <a:moveTo>
                    <a:pt x="4248137" y="2545575"/>
                  </a:moveTo>
                  <a:lnTo>
                    <a:pt x="4219562" y="2545575"/>
                  </a:lnTo>
                  <a:lnTo>
                    <a:pt x="4219562" y="2574150"/>
                  </a:lnTo>
                  <a:lnTo>
                    <a:pt x="4248137" y="2574150"/>
                  </a:lnTo>
                  <a:lnTo>
                    <a:pt x="4248137" y="2545575"/>
                  </a:lnTo>
                  <a:close/>
                </a:path>
                <a:path w="7590155" h="4984115">
                  <a:moveTo>
                    <a:pt x="4248137" y="0"/>
                  </a:moveTo>
                  <a:lnTo>
                    <a:pt x="4219562" y="0"/>
                  </a:lnTo>
                  <a:lnTo>
                    <a:pt x="4219562" y="28575"/>
                  </a:lnTo>
                  <a:lnTo>
                    <a:pt x="4248137" y="28575"/>
                  </a:lnTo>
                  <a:lnTo>
                    <a:pt x="4248137" y="0"/>
                  </a:lnTo>
                  <a:close/>
                </a:path>
                <a:path w="7590155" h="4984115">
                  <a:moveTo>
                    <a:pt x="4284103" y="4955400"/>
                  </a:moveTo>
                  <a:lnTo>
                    <a:pt x="4255528" y="4955400"/>
                  </a:lnTo>
                  <a:lnTo>
                    <a:pt x="4255528" y="4983975"/>
                  </a:lnTo>
                  <a:lnTo>
                    <a:pt x="4284103" y="4983975"/>
                  </a:lnTo>
                  <a:lnTo>
                    <a:pt x="4284103" y="4955400"/>
                  </a:lnTo>
                  <a:close/>
                </a:path>
                <a:path w="7590155" h="4984115">
                  <a:moveTo>
                    <a:pt x="4284103" y="2409825"/>
                  </a:moveTo>
                  <a:lnTo>
                    <a:pt x="4255528" y="2409825"/>
                  </a:lnTo>
                  <a:lnTo>
                    <a:pt x="4255528" y="2438400"/>
                  </a:lnTo>
                  <a:lnTo>
                    <a:pt x="4284103" y="2438400"/>
                  </a:lnTo>
                  <a:lnTo>
                    <a:pt x="4284103" y="2409825"/>
                  </a:lnTo>
                  <a:close/>
                </a:path>
                <a:path w="7590155" h="4984115">
                  <a:moveTo>
                    <a:pt x="4305287" y="2545575"/>
                  </a:moveTo>
                  <a:lnTo>
                    <a:pt x="4276712" y="2545575"/>
                  </a:lnTo>
                  <a:lnTo>
                    <a:pt x="4276712" y="2574150"/>
                  </a:lnTo>
                  <a:lnTo>
                    <a:pt x="4305287" y="2574150"/>
                  </a:lnTo>
                  <a:lnTo>
                    <a:pt x="4305287" y="2545575"/>
                  </a:lnTo>
                  <a:close/>
                </a:path>
                <a:path w="7590155" h="4984115">
                  <a:moveTo>
                    <a:pt x="4305287" y="0"/>
                  </a:moveTo>
                  <a:lnTo>
                    <a:pt x="4276712" y="0"/>
                  </a:lnTo>
                  <a:lnTo>
                    <a:pt x="4276712" y="28575"/>
                  </a:lnTo>
                  <a:lnTo>
                    <a:pt x="4305287" y="28575"/>
                  </a:lnTo>
                  <a:lnTo>
                    <a:pt x="4305287" y="0"/>
                  </a:lnTo>
                  <a:close/>
                </a:path>
                <a:path w="7590155" h="4984115">
                  <a:moveTo>
                    <a:pt x="4341253" y="4955400"/>
                  </a:moveTo>
                  <a:lnTo>
                    <a:pt x="4312678" y="4955400"/>
                  </a:lnTo>
                  <a:lnTo>
                    <a:pt x="4312678" y="4983975"/>
                  </a:lnTo>
                  <a:lnTo>
                    <a:pt x="4341253" y="4983975"/>
                  </a:lnTo>
                  <a:lnTo>
                    <a:pt x="4341253" y="4955400"/>
                  </a:lnTo>
                  <a:close/>
                </a:path>
                <a:path w="7590155" h="4984115">
                  <a:moveTo>
                    <a:pt x="4341253" y="2409825"/>
                  </a:moveTo>
                  <a:lnTo>
                    <a:pt x="4312678" y="2409825"/>
                  </a:lnTo>
                  <a:lnTo>
                    <a:pt x="4312678" y="2438400"/>
                  </a:lnTo>
                  <a:lnTo>
                    <a:pt x="4341253" y="2438400"/>
                  </a:lnTo>
                  <a:lnTo>
                    <a:pt x="4341253" y="2409825"/>
                  </a:lnTo>
                  <a:close/>
                </a:path>
                <a:path w="7590155" h="4984115">
                  <a:moveTo>
                    <a:pt x="4362437" y="2545575"/>
                  </a:moveTo>
                  <a:lnTo>
                    <a:pt x="4333862" y="2545575"/>
                  </a:lnTo>
                  <a:lnTo>
                    <a:pt x="4333862" y="2574150"/>
                  </a:lnTo>
                  <a:lnTo>
                    <a:pt x="4362437" y="2574150"/>
                  </a:lnTo>
                  <a:lnTo>
                    <a:pt x="4362437" y="2545575"/>
                  </a:lnTo>
                  <a:close/>
                </a:path>
                <a:path w="7590155" h="4984115">
                  <a:moveTo>
                    <a:pt x="4362437" y="0"/>
                  </a:moveTo>
                  <a:lnTo>
                    <a:pt x="4333862" y="0"/>
                  </a:lnTo>
                  <a:lnTo>
                    <a:pt x="4333862" y="28575"/>
                  </a:lnTo>
                  <a:lnTo>
                    <a:pt x="4362437" y="28575"/>
                  </a:lnTo>
                  <a:lnTo>
                    <a:pt x="4362437" y="0"/>
                  </a:lnTo>
                  <a:close/>
                </a:path>
                <a:path w="7590155" h="4984115">
                  <a:moveTo>
                    <a:pt x="4398403" y="4955400"/>
                  </a:moveTo>
                  <a:lnTo>
                    <a:pt x="4369828" y="4955400"/>
                  </a:lnTo>
                  <a:lnTo>
                    <a:pt x="4369828" y="4983975"/>
                  </a:lnTo>
                  <a:lnTo>
                    <a:pt x="4398403" y="4983975"/>
                  </a:lnTo>
                  <a:lnTo>
                    <a:pt x="4398403" y="4955400"/>
                  </a:lnTo>
                  <a:close/>
                </a:path>
                <a:path w="7590155" h="4984115">
                  <a:moveTo>
                    <a:pt x="4398403" y="2409825"/>
                  </a:moveTo>
                  <a:lnTo>
                    <a:pt x="4369828" y="2409825"/>
                  </a:lnTo>
                  <a:lnTo>
                    <a:pt x="4369828" y="2438400"/>
                  </a:lnTo>
                  <a:lnTo>
                    <a:pt x="4398403" y="2438400"/>
                  </a:lnTo>
                  <a:lnTo>
                    <a:pt x="4398403" y="2409825"/>
                  </a:lnTo>
                  <a:close/>
                </a:path>
                <a:path w="7590155" h="4984115">
                  <a:moveTo>
                    <a:pt x="4419587" y="2545575"/>
                  </a:moveTo>
                  <a:lnTo>
                    <a:pt x="4391012" y="2545575"/>
                  </a:lnTo>
                  <a:lnTo>
                    <a:pt x="4391012" y="2574150"/>
                  </a:lnTo>
                  <a:lnTo>
                    <a:pt x="4419587" y="2574150"/>
                  </a:lnTo>
                  <a:lnTo>
                    <a:pt x="4419587" y="2545575"/>
                  </a:lnTo>
                  <a:close/>
                </a:path>
                <a:path w="7590155" h="4984115">
                  <a:moveTo>
                    <a:pt x="4419587" y="0"/>
                  </a:moveTo>
                  <a:lnTo>
                    <a:pt x="4391012" y="0"/>
                  </a:lnTo>
                  <a:lnTo>
                    <a:pt x="4391012" y="28575"/>
                  </a:lnTo>
                  <a:lnTo>
                    <a:pt x="4419587" y="28575"/>
                  </a:lnTo>
                  <a:lnTo>
                    <a:pt x="4419587" y="0"/>
                  </a:lnTo>
                  <a:close/>
                </a:path>
                <a:path w="7590155" h="4984115">
                  <a:moveTo>
                    <a:pt x="4455553" y="4955400"/>
                  </a:moveTo>
                  <a:lnTo>
                    <a:pt x="4426978" y="4955400"/>
                  </a:lnTo>
                  <a:lnTo>
                    <a:pt x="4426978" y="4983975"/>
                  </a:lnTo>
                  <a:lnTo>
                    <a:pt x="4455553" y="4983975"/>
                  </a:lnTo>
                  <a:lnTo>
                    <a:pt x="4455553" y="4955400"/>
                  </a:lnTo>
                  <a:close/>
                </a:path>
                <a:path w="7590155" h="4984115">
                  <a:moveTo>
                    <a:pt x="4455553" y="2409825"/>
                  </a:moveTo>
                  <a:lnTo>
                    <a:pt x="4426978" y="2409825"/>
                  </a:lnTo>
                  <a:lnTo>
                    <a:pt x="4426978" y="2438400"/>
                  </a:lnTo>
                  <a:lnTo>
                    <a:pt x="4455553" y="2438400"/>
                  </a:lnTo>
                  <a:lnTo>
                    <a:pt x="4455553" y="2409825"/>
                  </a:lnTo>
                  <a:close/>
                </a:path>
                <a:path w="7590155" h="4984115">
                  <a:moveTo>
                    <a:pt x="4476737" y="2545575"/>
                  </a:moveTo>
                  <a:lnTo>
                    <a:pt x="4448162" y="2545575"/>
                  </a:lnTo>
                  <a:lnTo>
                    <a:pt x="4448162" y="2574150"/>
                  </a:lnTo>
                  <a:lnTo>
                    <a:pt x="4476737" y="2574150"/>
                  </a:lnTo>
                  <a:lnTo>
                    <a:pt x="4476737" y="2545575"/>
                  </a:lnTo>
                  <a:close/>
                </a:path>
                <a:path w="7590155" h="4984115">
                  <a:moveTo>
                    <a:pt x="4476737" y="0"/>
                  </a:moveTo>
                  <a:lnTo>
                    <a:pt x="4448162" y="0"/>
                  </a:lnTo>
                  <a:lnTo>
                    <a:pt x="4448162" y="28575"/>
                  </a:lnTo>
                  <a:lnTo>
                    <a:pt x="4476737" y="28575"/>
                  </a:lnTo>
                  <a:lnTo>
                    <a:pt x="4476737" y="0"/>
                  </a:lnTo>
                  <a:close/>
                </a:path>
                <a:path w="7590155" h="4984115">
                  <a:moveTo>
                    <a:pt x="4512703" y="4955400"/>
                  </a:moveTo>
                  <a:lnTo>
                    <a:pt x="4484128" y="4955400"/>
                  </a:lnTo>
                  <a:lnTo>
                    <a:pt x="4484128" y="4983975"/>
                  </a:lnTo>
                  <a:lnTo>
                    <a:pt x="4512703" y="4983975"/>
                  </a:lnTo>
                  <a:lnTo>
                    <a:pt x="4512703" y="4955400"/>
                  </a:lnTo>
                  <a:close/>
                </a:path>
                <a:path w="7590155" h="4984115">
                  <a:moveTo>
                    <a:pt x="4512703" y="2409825"/>
                  </a:moveTo>
                  <a:lnTo>
                    <a:pt x="4484128" y="2409825"/>
                  </a:lnTo>
                  <a:lnTo>
                    <a:pt x="4484128" y="2438400"/>
                  </a:lnTo>
                  <a:lnTo>
                    <a:pt x="4512703" y="2438400"/>
                  </a:lnTo>
                  <a:lnTo>
                    <a:pt x="4512703" y="2409825"/>
                  </a:lnTo>
                  <a:close/>
                </a:path>
                <a:path w="7590155" h="4984115">
                  <a:moveTo>
                    <a:pt x="4533887" y="2545575"/>
                  </a:moveTo>
                  <a:lnTo>
                    <a:pt x="4505312" y="2545575"/>
                  </a:lnTo>
                  <a:lnTo>
                    <a:pt x="4505312" y="2574150"/>
                  </a:lnTo>
                  <a:lnTo>
                    <a:pt x="4533887" y="2574150"/>
                  </a:lnTo>
                  <a:lnTo>
                    <a:pt x="4533887" y="2545575"/>
                  </a:lnTo>
                  <a:close/>
                </a:path>
                <a:path w="7590155" h="4984115">
                  <a:moveTo>
                    <a:pt x="4533887" y="0"/>
                  </a:moveTo>
                  <a:lnTo>
                    <a:pt x="4505312" y="0"/>
                  </a:lnTo>
                  <a:lnTo>
                    <a:pt x="4505312" y="28575"/>
                  </a:lnTo>
                  <a:lnTo>
                    <a:pt x="4533887" y="28575"/>
                  </a:lnTo>
                  <a:lnTo>
                    <a:pt x="4533887" y="0"/>
                  </a:lnTo>
                  <a:close/>
                </a:path>
                <a:path w="7590155" h="4984115">
                  <a:moveTo>
                    <a:pt x="4569853" y="4955400"/>
                  </a:moveTo>
                  <a:lnTo>
                    <a:pt x="4541278" y="4955400"/>
                  </a:lnTo>
                  <a:lnTo>
                    <a:pt x="4541278" y="4983975"/>
                  </a:lnTo>
                  <a:lnTo>
                    <a:pt x="4569853" y="4983975"/>
                  </a:lnTo>
                  <a:lnTo>
                    <a:pt x="4569853" y="4955400"/>
                  </a:lnTo>
                  <a:close/>
                </a:path>
                <a:path w="7590155" h="4984115">
                  <a:moveTo>
                    <a:pt x="4569853" y="2409825"/>
                  </a:moveTo>
                  <a:lnTo>
                    <a:pt x="4541278" y="2409825"/>
                  </a:lnTo>
                  <a:lnTo>
                    <a:pt x="4541278" y="2438400"/>
                  </a:lnTo>
                  <a:lnTo>
                    <a:pt x="4569853" y="2438400"/>
                  </a:lnTo>
                  <a:lnTo>
                    <a:pt x="4569853" y="2409825"/>
                  </a:lnTo>
                  <a:close/>
                </a:path>
                <a:path w="7590155" h="4984115">
                  <a:moveTo>
                    <a:pt x="4591037" y="2545575"/>
                  </a:moveTo>
                  <a:lnTo>
                    <a:pt x="4562462" y="2545575"/>
                  </a:lnTo>
                  <a:lnTo>
                    <a:pt x="4562462" y="2574150"/>
                  </a:lnTo>
                  <a:lnTo>
                    <a:pt x="4591037" y="2574150"/>
                  </a:lnTo>
                  <a:lnTo>
                    <a:pt x="4591037" y="2545575"/>
                  </a:lnTo>
                  <a:close/>
                </a:path>
                <a:path w="7590155" h="4984115">
                  <a:moveTo>
                    <a:pt x="4591037" y="0"/>
                  </a:moveTo>
                  <a:lnTo>
                    <a:pt x="4562462" y="0"/>
                  </a:lnTo>
                  <a:lnTo>
                    <a:pt x="4562462" y="28575"/>
                  </a:lnTo>
                  <a:lnTo>
                    <a:pt x="4591037" y="28575"/>
                  </a:lnTo>
                  <a:lnTo>
                    <a:pt x="4591037" y="0"/>
                  </a:lnTo>
                  <a:close/>
                </a:path>
                <a:path w="7590155" h="4984115">
                  <a:moveTo>
                    <a:pt x="4627003" y="4955400"/>
                  </a:moveTo>
                  <a:lnTo>
                    <a:pt x="4598428" y="4955400"/>
                  </a:lnTo>
                  <a:lnTo>
                    <a:pt x="4598428" y="4983975"/>
                  </a:lnTo>
                  <a:lnTo>
                    <a:pt x="4627003" y="4983975"/>
                  </a:lnTo>
                  <a:lnTo>
                    <a:pt x="4627003" y="4955400"/>
                  </a:lnTo>
                  <a:close/>
                </a:path>
                <a:path w="7590155" h="4984115">
                  <a:moveTo>
                    <a:pt x="4627003" y="2409825"/>
                  </a:moveTo>
                  <a:lnTo>
                    <a:pt x="4598428" y="2409825"/>
                  </a:lnTo>
                  <a:lnTo>
                    <a:pt x="4598428" y="2438400"/>
                  </a:lnTo>
                  <a:lnTo>
                    <a:pt x="4627003" y="2438400"/>
                  </a:lnTo>
                  <a:lnTo>
                    <a:pt x="4627003" y="2409825"/>
                  </a:lnTo>
                  <a:close/>
                </a:path>
                <a:path w="7590155" h="4984115">
                  <a:moveTo>
                    <a:pt x="4648187" y="2545575"/>
                  </a:moveTo>
                  <a:lnTo>
                    <a:pt x="4619612" y="2545575"/>
                  </a:lnTo>
                  <a:lnTo>
                    <a:pt x="4619612" y="2574150"/>
                  </a:lnTo>
                  <a:lnTo>
                    <a:pt x="4648187" y="2574150"/>
                  </a:lnTo>
                  <a:lnTo>
                    <a:pt x="4648187" y="2545575"/>
                  </a:lnTo>
                  <a:close/>
                </a:path>
                <a:path w="7590155" h="4984115">
                  <a:moveTo>
                    <a:pt x="4648187" y="0"/>
                  </a:moveTo>
                  <a:lnTo>
                    <a:pt x="4619612" y="0"/>
                  </a:lnTo>
                  <a:lnTo>
                    <a:pt x="4619612" y="28575"/>
                  </a:lnTo>
                  <a:lnTo>
                    <a:pt x="4648187" y="28575"/>
                  </a:lnTo>
                  <a:lnTo>
                    <a:pt x="4648187" y="0"/>
                  </a:lnTo>
                  <a:close/>
                </a:path>
                <a:path w="7590155" h="4984115">
                  <a:moveTo>
                    <a:pt x="4684153" y="4955400"/>
                  </a:moveTo>
                  <a:lnTo>
                    <a:pt x="4655578" y="4955400"/>
                  </a:lnTo>
                  <a:lnTo>
                    <a:pt x="4655578" y="4983975"/>
                  </a:lnTo>
                  <a:lnTo>
                    <a:pt x="4684153" y="4983975"/>
                  </a:lnTo>
                  <a:lnTo>
                    <a:pt x="4684153" y="4955400"/>
                  </a:lnTo>
                  <a:close/>
                </a:path>
                <a:path w="7590155" h="4984115">
                  <a:moveTo>
                    <a:pt x="4684153" y="2409825"/>
                  </a:moveTo>
                  <a:lnTo>
                    <a:pt x="4655578" y="2409825"/>
                  </a:lnTo>
                  <a:lnTo>
                    <a:pt x="4655578" y="2438400"/>
                  </a:lnTo>
                  <a:lnTo>
                    <a:pt x="4684153" y="2438400"/>
                  </a:lnTo>
                  <a:lnTo>
                    <a:pt x="4684153" y="2409825"/>
                  </a:lnTo>
                  <a:close/>
                </a:path>
                <a:path w="7590155" h="4984115">
                  <a:moveTo>
                    <a:pt x="4705337" y="2545575"/>
                  </a:moveTo>
                  <a:lnTo>
                    <a:pt x="4676762" y="2545575"/>
                  </a:lnTo>
                  <a:lnTo>
                    <a:pt x="4676762" y="2574150"/>
                  </a:lnTo>
                  <a:lnTo>
                    <a:pt x="4705337" y="2574150"/>
                  </a:lnTo>
                  <a:lnTo>
                    <a:pt x="4705337" y="2545575"/>
                  </a:lnTo>
                  <a:close/>
                </a:path>
                <a:path w="7590155" h="4984115">
                  <a:moveTo>
                    <a:pt x="4705337" y="0"/>
                  </a:moveTo>
                  <a:lnTo>
                    <a:pt x="4676762" y="0"/>
                  </a:lnTo>
                  <a:lnTo>
                    <a:pt x="4676762" y="28575"/>
                  </a:lnTo>
                  <a:lnTo>
                    <a:pt x="4705337" y="28575"/>
                  </a:lnTo>
                  <a:lnTo>
                    <a:pt x="4705337" y="0"/>
                  </a:lnTo>
                  <a:close/>
                </a:path>
                <a:path w="7590155" h="4984115">
                  <a:moveTo>
                    <a:pt x="4741303" y="4955400"/>
                  </a:moveTo>
                  <a:lnTo>
                    <a:pt x="4712728" y="4955400"/>
                  </a:lnTo>
                  <a:lnTo>
                    <a:pt x="4712728" y="4983975"/>
                  </a:lnTo>
                  <a:lnTo>
                    <a:pt x="4741303" y="4983975"/>
                  </a:lnTo>
                  <a:lnTo>
                    <a:pt x="4741303" y="4955400"/>
                  </a:lnTo>
                  <a:close/>
                </a:path>
                <a:path w="7590155" h="4984115">
                  <a:moveTo>
                    <a:pt x="4741303" y="2409825"/>
                  </a:moveTo>
                  <a:lnTo>
                    <a:pt x="4712728" y="2409825"/>
                  </a:lnTo>
                  <a:lnTo>
                    <a:pt x="4712728" y="2438400"/>
                  </a:lnTo>
                  <a:lnTo>
                    <a:pt x="4741303" y="2438400"/>
                  </a:lnTo>
                  <a:lnTo>
                    <a:pt x="4741303" y="2409825"/>
                  </a:lnTo>
                  <a:close/>
                </a:path>
                <a:path w="7590155" h="4984115">
                  <a:moveTo>
                    <a:pt x="4762487" y="2545575"/>
                  </a:moveTo>
                  <a:lnTo>
                    <a:pt x="4733912" y="2545575"/>
                  </a:lnTo>
                  <a:lnTo>
                    <a:pt x="4733912" y="2574150"/>
                  </a:lnTo>
                  <a:lnTo>
                    <a:pt x="4762487" y="2574150"/>
                  </a:lnTo>
                  <a:lnTo>
                    <a:pt x="4762487" y="2545575"/>
                  </a:lnTo>
                  <a:close/>
                </a:path>
                <a:path w="7590155" h="4984115">
                  <a:moveTo>
                    <a:pt x="4762487" y="0"/>
                  </a:moveTo>
                  <a:lnTo>
                    <a:pt x="4733912" y="0"/>
                  </a:lnTo>
                  <a:lnTo>
                    <a:pt x="4733912" y="28575"/>
                  </a:lnTo>
                  <a:lnTo>
                    <a:pt x="4762487" y="28575"/>
                  </a:lnTo>
                  <a:lnTo>
                    <a:pt x="4762487" y="0"/>
                  </a:lnTo>
                  <a:close/>
                </a:path>
                <a:path w="7590155" h="4984115">
                  <a:moveTo>
                    <a:pt x="4798453" y="4955400"/>
                  </a:moveTo>
                  <a:lnTo>
                    <a:pt x="4769878" y="4955400"/>
                  </a:lnTo>
                  <a:lnTo>
                    <a:pt x="4769878" y="4983975"/>
                  </a:lnTo>
                  <a:lnTo>
                    <a:pt x="4798453" y="4983975"/>
                  </a:lnTo>
                  <a:lnTo>
                    <a:pt x="4798453" y="4955400"/>
                  </a:lnTo>
                  <a:close/>
                </a:path>
                <a:path w="7590155" h="4984115">
                  <a:moveTo>
                    <a:pt x="4798453" y="2409825"/>
                  </a:moveTo>
                  <a:lnTo>
                    <a:pt x="4769878" y="2409825"/>
                  </a:lnTo>
                  <a:lnTo>
                    <a:pt x="4769878" y="2438400"/>
                  </a:lnTo>
                  <a:lnTo>
                    <a:pt x="4798453" y="2438400"/>
                  </a:lnTo>
                  <a:lnTo>
                    <a:pt x="4798453" y="2409825"/>
                  </a:lnTo>
                  <a:close/>
                </a:path>
                <a:path w="7590155" h="4984115">
                  <a:moveTo>
                    <a:pt x="4819637" y="2545575"/>
                  </a:moveTo>
                  <a:lnTo>
                    <a:pt x="4791062" y="2545575"/>
                  </a:lnTo>
                  <a:lnTo>
                    <a:pt x="4791062" y="2574150"/>
                  </a:lnTo>
                  <a:lnTo>
                    <a:pt x="4819637" y="2574150"/>
                  </a:lnTo>
                  <a:lnTo>
                    <a:pt x="4819637" y="2545575"/>
                  </a:lnTo>
                  <a:close/>
                </a:path>
                <a:path w="7590155" h="4984115">
                  <a:moveTo>
                    <a:pt x="4819637" y="0"/>
                  </a:moveTo>
                  <a:lnTo>
                    <a:pt x="4791062" y="0"/>
                  </a:lnTo>
                  <a:lnTo>
                    <a:pt x="4791062" y="28575"/>
                  </a:lnTo>
                  <a:lnTo>
                    <a:pt x="4819637" y="28575"/>
                  </a:lnTo>
                  <a:lnTo>
                    <a:pt x="4819637" y="0"/>
                  </a:lnTo>
                  <a:close/>
                </a:path>
                <a:path w="7590155" h="4984115">
                  <a:moveTo>
                    <a:pt x="4855603" y="4955400"/>
                  </a:moveTo>
                  <a:lnTo>
                    <a:pt x="4827028" y="4955400"/>
                  </a:lnTo>
                  <a:lnTo>
                    <a:pt x="4827028" y="4983975"/>
                  </a:lnTo>
                  <a:lnTo>
                    <a:pt x="4855603" y="4983975"/>
                  </a:lnTo>
                  <a:lnTo>
                    <a:pt x="4855603" y="4955400"/>
                  </a:lnTo>
                  <a:close/>
                </a:path>
                <a:path w="7590155" h="4984115">
                  <a:moveTo>
                    <a:pt x="4855603" y="2409825"/>
                  </a:moveTo>
                  <a:lnTo>
                    <a:pt x="4827028" y="2409825"/>
                  </a:lnTo>
                  <a:lnTo>
                    <a:pt x="4827028" y="2438400"/>
                  </a:lnTo>
                  <a:lnTo>
                    <a:pt x="4855603" y="2438400"/>
                  </a:lnTo>
                  <a:lnTo>
                    <a:pt x="4855603" y="2409825"/>
                  </a:lnTo>
                  <a:close/>
                </a:path>
                <a:path w="7590155" h="4984115">
                  <a:moveTo>
                    <a:pt x="4876787" y="2545575"/>
                  </a:moveTo>
                  <a:lnTo>
                    <a:pt x="4848212" y="2545575"/>
                  </a:lnTo>
                  <a:lnTo>
                    <a:pt x="4848212" y="2574150"/>
                  </a:lnTo>
                  <a:lnTo>
                    <a:pt x="4876787" y="2574150"/>
                  </a:lnTo>
                  <a:lnTo>
                    <a:pt x="4876787" y="2545575"/>
                  </a:lnTo>
                  <a:close/>
                </a:path>
                <a:path w="7590155" h="4984115">
                  <a:moveTo>
                    <a:pt x="4876787" y="0"/>
                  </a:moveTo>
                  <a:lnTo>
                    <a:pt x="4848212" y="0"/>
                  </a:lnTo>
                  <a:lnTo>
                    <a:pt x="4848212" y="28575"/>
                  </a:lnTo>
                  <a:lnTo>
                    <a:pt x="4876787" y="28575"/>
                  </a:lnTo>
                  <a:lnTo>
                    <a:pt x="4876787" y="0"/>
                  </a:lnTo>
                  <a:close/>
                </a:path>
                <a:path w="7590155" h="4984115">
                  <a:moveTo>
                    <a:pt x="4912753" y="4955400"/>
                  </a:moveTo>
                  <a:lnTo>
                    <a:pt x="4884178" y="4955400"/>
                  </a:lnTo>
                  <a:lnTo>
                    <a:pt x="4884178" y="4983975"/>
                  </a:lnTo>
                  <a:lnTo>
                    <a:pt x="4912753" y="4983975"/>
                  </a:lnTo>
                  <a:lnTo>
                    <a:pt x="4912753" y="4955400"/>
                  </a:lnTo>
                  <a:close/>
                </a:path>
                <a:path w="7590155" h="4984115">
                  <a:moveTo>
                    <a:pt x="4912753" y="2409825"/>
                  </a:moveTo>
                  <a:lnTo>
                    <a:pt x="4884178" y="2409825"/>
                  </a:lnTo>
                  <a:lnTo>
                    <a:pt x="4884178" y="2438400"/>
                  </a:lnTo>
                  <a:lnTo>
                    <a:pt x="4912753" y="2438400"/>
                  </a:lnTo>
                  <a:lnTo>
                    <a:pt x="4912753" y="2409825"/>
                  </a:lnTo>
                  <a:close/>
                </a:path>
                <a:path w="7590155" h="4984115">
                  <a:moveTo>
                    <a:pt x="4933937" y="2545575"/>
                  </a:moveTo>
                  <a:lnTo>
                    <a:pt x="4905362" y="2545575"/>
                  </a:lnTo>
                  <a:lnTo>
                    <a:pt x="4905362" y="2574150"/>
                  </a:lnTo>
                  <a:lnTo>
                    <a:pt x="4933937" y="2574150"/>
                  </a:lnTo>
                  <a:lnTo>
                    <a:pt x="4933937" y="2545575"/>
                  </a:lnTo>
                  <a:close/>
                </a:path>
                <a:path w="7590155" h="4984115">
                  <a:moveTo>
                    <a:pt x="4933937" y="0"/>
                  </a:moveTo>
                  <a:lnTo>
                    <a:pt x="4905362" y="0"/>
                  </a:lnTo>
                  <a:lnTo>
                    <a:pt x="4905362" y="28575"/>
                  </a:lnTo>
                  <a:lnTo>
                    <a:pt x="4933937" y="28575"/>
                  </a:lnTo>
                  <a:lnTo>
                    <a:pt x="4933937" y="0"/>
                  </a:lnTo>
                  <a:close/>
                </a:path>
                <a:path w="7590155" h="4984115">
                  <a:moveTo>
                    <a:pt x="4969903" y="4955400"/>
                  </a:moveTo>
                  <a:lnTo>
                    <a:pt x="4941328" y="4955400"/>
                  </a:lnTo>
                  <a:lnTo>
                    <a:pt x="4941328" y="4983975"/>
                  </a:lnTo>
                  <a:lnTo>
                    <a:pt x="4969903" y="4983975"/>
                  </a:lnTo>
                  <a:lnTo>
                    <a:pt x="4969903" y="4955400"/>
                  </a:lnTo>
                  <a:close/>
                </a:path>
                <a:path w="7590155" h="4984115">
                  <a:moveTo>
                    <a:pt x="4969903" y="2409825"/>
                  </a:moveTo>
                  <a:lnTo>
                    <a:pt x="4941328" y="2409825"/>
                  </a:lnTo>
                  <a:lnTo>
                    <a:pt x="4941328" y="2438400"/>
                  </a:lnTo>
                  <a:lnTo>
                    <a:pt x="4969903" y="2438400"/>
                  </a:lnTo>
                  <a:lnTo>
                    <a:pt x="4969903" y="2409825"/>
                  </a:lnTo>
                  <a:close/>
                </a:path>
                <a:path w="7590155" h="4984115">
                  <a:moveTo>
                    <a:pt x="4991087" y="2545575"/>
                  </a:moveTo>
                  <a:lnTo>
                    <a:pt x="4962512" y="2545575"/>
                  </a:lnTo>
                  <a:lnTo>
                    <a:pt x="4962512" y="2574150"/>
                  </a:lnTo>
                  <a:lnTo>
                    <a:pt x="4991087" y="2574150"/>
                  </a:lnTo>
                  <a:lnTo>
                    <a:pt x="4991087" y="2545575"/>
                  </a:lnTo>
                  <a:close/>
                </a:path>
                <a:path w="7590155" h="4984115">
                  <a:moveTo>
                    <a:pt x="4991087" y="0"/>
                  </a:moveTo>
                  <a:lnTo>
                    <a:pt x="4962512" y="0"/>
                  </a:lnTo>
                  <a:lnTo>
                    <a:pt x="4962512" y="28575"/>
                  </a:lnTo>
                  <a:lnTo>
                    <a:pt x="4991087" y="28575"/>
                  </a:lnTo>
                  <a:lnTo>
                    <a:pt x="4991087" y="0"/>
                  </a:lnTo>
                  <a:close/>
                </a:path>
                <a:path w="7590155" h="4984115">
                  <a:moveTo>
                    <a:pt x="5027053" y="4955400"/>
                  </a:moveTo>
                  <a:lnTo>
                    <a:pt x="4998478" y="4955400"/>
                  </a:lnTo>
                  <a:lnTo>
                    <a:pt x="4998478" y="4983975"/>
                  </a:lnTo>
                  <a:lnTo>
                    <a:pt x="5027053" y="4983975"/>
                  </a:lnTo>
                  <a:lnTo>
                    <a:pt x="5027053" y="4955400"/>
                  </a:lnTo>
                  <a:close/>
                </a:path>
                <a:path w="7590155" h="4984115">
                  <a:moveTo>
                    <a:pt x="5027053" y="2409825"/>
                  </a:moveTo>
                  <a:lnTo>
                    <a:pt x="4998478" y="2409825"/>
                  </a:lnTo>
                  <a:lnTo>
                    <a:pt x="4998478" y="2438400"/>
                  </a:lnTo>
                  <a:lnTo>
                    <a:pt x="5027053" y="2438400"/>
                  </a:lnTo>
                  <a:lnTo>
                    <a:pt x="5027053" y="2409825"/>
                  </a:lnTo>
                  <a:close/>
                </a:path>
                <a:path w="7590155" h="4984115">
                  <a:moveTo>
                    <a:pt x="5048237" y="2545575"/>
                  </a:moveTo>
                  <a:lnTo>
                    <a:pt x="5019662" y="2545575"/>
                  </a:lnTo>
                  <a:lnTo>
                    <a:pt x="5019662" y="2574150"/>
                  </a:lnTo>
                  <a:lnTo>
                    <a:pt x="5048237" y="2574150"/>
                  </a:lnTo>
                  <a:lnTo>
                    <a:pt x="5048237" y="2545575"/>
                  </a:lnTo>
                  <a:close/>
                </a:path>
                <a:path w="7590155" h="4984115">
                  <a:moveTo>
                    <a:pt x="5048237" y="0"/>
                  </a:moveTo>
                  <a:lnTo>
                    <a:pt x="5019662" y="0"/>
                  </a:lnTo>
                  <a:lnTo>
                    <a:pt x="5019662" y="28575"/>
                  </a:lnTo>
                  <a:lnTo>
                    <a:pt x="5048237" y="28575"/>
                  </a:lnTo>
                  <a:lnTo>
                    <a:pt x="5048237" y="0"/>
                  </a:lnTo>
                  <a:close/>
                </a:path>
                <a:path w="7590155" h="4984115">
                  <a:moveTo>
                    <a:pt x="5084203" y="4955400"/>
                  </a:moveTo>
                  <a:lnTo>
                    <a:pt x="5055628" y="4955400"/>
                  </a:lnTo>
                  <a:lnTo>
                    <a:pt x="5055628" y="4983975"/>
                  </a:lnTo>
                  <a:lnTo>
                    <a:pt x="5084203" y="4983975"/>
                  </a:lnTo>
                  <a:lnTo>
                    <a:pt x="5084203" y="4955400"/>
                  </a:lnTo>
                  <a:close/>
                </a:path>
                <a:path w="7590155" h="4984115">
                  <a:moveTo>
                    <a:pt x="5084203" y="2409825"/>
                  </a:moveTo>
                  <a:lnTo>
                    <a:pt x="5055628" y="2409825"/>
                  </a:lnTo>
                  <a:lnTo>
                    <a:pt x="5055628" y="2438400"/>
                  </a:lnTo>
                  <a:lnTo>
                    <a:pt x="5084203" y="2438400"/>
                  </a:lnTo>
                  <a:lnTo>
                    <a:pt x="5084203" y="2409825"/>
                  </a:lnTo>
                  <a:close/>
                </a:path>
                <a:path w="7590155" h="4984115">
                  <a:moveTo>
                    <a:pt x="5105387" y="2545575"/>
                  </a:moveTo>
                  <a:lnTo>
                    <a:pt x="5076812" y="2545575"/>
                  </a:lnTo>
                  <a:lnTo>
                    <a:pt x="5076812" y="2574150"/>
                  </a:lnTo>
                  <a:lnTo>
                    <a:pt x="5105387" y="2574150"/>
                  </a:lnTo>
                  <a:lnTo>
                    <a:pt x="5105387" y="2545575"/>
                  </a:lnTo>
                  <a:close/>
                </a:path>
                <a:path w="7590155" h="4984115">
                  <a:moveTo>
                    <a:pt x="5105387" y="0"/>
                  </a:moveTo>
                  <a:lnTo>
                    <a:pt x="5076812" y="0"/>
                  </a:lnTo>
                  <a:lnTo>
                    <a:pt x="5076812" y="28575"/>
                  </a:lnTo>
                  <a:lnTo>
                    <a:pt x="5105387" y="28575"/>
                  </a:lnTo>
                  <a:lnTo>
                    <a:pt x="5105387" y="0"/>
                  </a:lnTo>
                  <a:close/>
                </a:path>
                <a:path w="7590155" h="4984115">
                  <a:moveTo>
                    <a:pt x="5141353" y="4955400"/>
                  </a:moveTo>
                  <a:lnTo>
                    <a:pt x="5112778" y="4955400"/>
                  </a:lnTo>
                  <a:lnTo>
                    <a:pt x="5112778" y="4983975"/>
                  </a:lnTo>
                  <a:lnTo>
                    <a:pt x="5141353" y="4983975"/>
                  </a:lnTo>
                  <a:lnTo>
                    <a:pt x="5141353" y="4955400"/>
                  </a:lnTo>
                  <a:close/>
                </a:path>
                <a:path w="7590155" h="4984115">
                  <a:moveTo>
                    <a:pt x="5141353" y="2409825"/>
                  </a:moveTo>
                  <a:lnTo>
                    <a:pt x="5112778" y="2409825"/>
                  </a:lnTo>
                  <a:lnTo>
                    <a:pt x="5112778" y="2438400"/>
                  </a:lnTo>
                  <a:lnTo>
                    <a:pt x="5141353" y="2438400"/>
                  </a:lnTo>
                  <a:lnTo>
                    <a:pt x="5141353" y="2409825"/>
                  </a:lnTo>
                  <a:close/>
                </a:path>
                <a:path w="7590155" h="4984115">
                  <a:moveTo>
                    <a:pt x="5162537" y="2545575"/>
                  </a:moveTo>
                  <a:lnTo>
                    <a:pt x="5133962" y="2545575"/>
                  </a:lnTo>
                  <a:lnTo>
                    <a:pt x="5133962" y="2574150"/>
                  </a:lnTo>
                  <a:lnTo>
                    <a:pt x="5162537" y="2574150"/>
                  </a:lnTo>
                  <a:lnTo>
                    <a:pt x="5162537" y="2545575"/>
                  </a:lnTo>
                  <a:close/>
                </a:path>
                <a:path w="7590155" h="4984115">
                  <a:moveTo>
                    <a:pt x="5162537" y="0"/>
                  </a:moveTo>
                  <a:lnTo>
                    <a:pt x="5133962" y="0"/>
                  </a:lnTo>
                  <a:lnTo>
                    <a:pt x="5133962" y="28575"/>
                  </a:lnTo>
                  <a:lnTo>
                    <a:pt x="5162537" y="28575"/>
                  </a:lnTo>
                  <a:lnTo>
                    <a:pt x="5162537" y="0"/>
                  </a:lnTo>
                  <a:close/>
                </a:path>
                <a:path w="7590155" h="4984115">
                  <a:moveTo>
                    <a:pt x="5198503" y="4955400"/>
                  </a:moveTo>
                  <a:lnTo>
                    <a:pt x="5169928" y="4955400"/>
                  </a:lnTo>
                  <a:lnTo>
                    <a:pt x="5169928" y="4983975"/>
                  </a:lnTo>
                  <a:lnTo>
                    <a:pt x="5198503" y="4983975"/>
                  </a:lnTo>
                  <a:lnTo>
                    <a:pt x="5198503" y="4955400"/>
                  </a:lnTo>
                  <a:close/>
                </a:path>
                <a:path w="7590155" h="4984115">
                  <a:moveTo>
                    <a:pt x="5198503" y="2409825"/>
                  </a:moveTo>
                  <a:lnTo>
                    <a:pt x="5169928" y="2409825"/>
                  </a:lnTo>
                  <a:lnTo>
                    <a:pt x="5169928" y="2438400"/>
                  </a:lnTo>
                  <a:lnTo>
                    <a:pt x="5198503" y="2438400"/>
                  </a:lnTo>
                  <a:lnTo>
                    <a:pt x="5198503" y="2409825"/>
                  </a:lnTo>
                  <a:close/>
                </a:path>
                <a:path w="7590155" h="4984115">
                  <a:moveTo>
                    <a:pt x="5219687" y="2545575"/>
                  </a:moveTo>
                  <a:lnTo>
                    <a:pt x="5191112" y="2545575"/>
                  </a:lnTo>
                  <a:lnTo>
                    <a:pt x="5191112" y="2574150"/>
                  </a:lnTo>
                  <a:lnTo>
                    <a:pt x="5219687" y="2574150"/>
                  </a:lnTo>
                  <a:lnTo>
                    <a:pt x="5219687" y="2545575"/>
                  </a:lnTo>
                  <a:close/>
                </a:path>
                <a:path w="7590155" h="4984115">
                  <a:moveTo>
                    <a:pt x="5219687" y="0"/>
                  </a:moveTo>
                  <a:lnTo>
                    <a:pt x="5191112" y="0"/>
                  </a:lnTo>
                  <a:lnTo>
                    <a:pt x="5191112" y="28575"/>
                  </a:lnTo>
                  <a:lnTo>
                    <a:pt x="5219687" y="28575"/>
                  </a:lnTo>
                  <a:lnTo>
                    <a:pt x="5219687" y="0"/>
                  </a:lnTo>
                  <a:close/>
                </a:path>
                <a:path w="7590155" h="4984115">
                  <a:moveTo>
                    <a:pt x="5255653" y="4955400"/>
                  </a:moveTo>
                  <a:lnTo>
                    <a:pt x="5227078" y="4955400"/>
                  </a:lnTo>
                  <a:lnTo>
                    <a:pt x="5227078" y="4983975"/>
                  </a:lnTo>
                  <a:lnTo>
                    <a:pt x="5255653" y="4983975"/>
                  </a:lnTo>
                  <a:lnTo>
                    <a:pt x="5255653" y="4955400"/>
                  </a:lnTo>
                  <a:close/>
                </a:path>
                <a:path w="7590155" h="4984115">
                  <a:moveTo>
                    <a:pt x="5255653" y="2409825"/>
                  </a:moveTo>
                  <a:lnTo>
                    <a:pt x="5227078" y="2409825"/>
                  </a:lnTo>
                  <a:lnTo>
                    <a:pt x="5227078" y="2438400"/>
                  </a:lnTo>
                  <a:lnTo>
                    <a:pt x="5255653" y="2438400"/>
                  </a:lnTo>
                  <a:lnTo>
                    <a:pt x="5255653" y="2409825"/>
                  </a:lnTo>
                  <a:close/>
                </a:path>
                <a:path w="7590155" h="4984115">
                  <a:moveTo>
                    <a:pt x="5276837" y="2545575"/>
                  </a:moveTo>
                  <a:lnTo>
                    <a:pt x="5248262" y="2545575"/>
                  </a:lnTo>
                  <a:lnTo>
                    <a:pt x="5248262" y="2574150"/>
                  </a:lnTo>
                  <a:lnTo>
                    <a:pt x="5276837" y="2574150"/>
                  </a:lnTo>
                  <a:lnTo>
                    <a:pt x="5276837" y="2545575"/>
                  </a:lnTo>
                  <a:close/>
                </a:path>
                <a:path w="7590155" h="4984115">
                  <a:moveTo>
                    <a:pt x="5276837" y="0"/>
                  </a:moveTo>
                  <a:lnTo>
                    <a:pt x="5248262" y="0"/>
                  </a:lnTo>
                  <a:lnTo>
                    <a:pt x="5248262" y="28575"/>
                  </a:lnTo>
                  <a:lnTo>
                    <a:pt x="5276837" y="28575"/>
                  </a:lnTo>
                  <a:lnTo>
                    <a:pt x="5276837" y="0"/>
                  </a:lnTo>
                  <a:close/>
                </a:path>
                <a:path w="7590155" h="4984115">
                  <a:moveTo>
                    <a:pt x="5312803" y="4955400"/>
                  </a:moveTo>
                  <a:lnTo>
                    <a:pt x="5284228" y="4955400"/>
                  </a:lnTo>
                  <a:lnTo>
                    <a:pt x="5284228" y="4983975"/>
                  </a:lnTo>
                  <a:lnTo>
                    <a:pt x="5312803" y="4983975"/>
                  </a:lnTo>
                  <a:lnTo>
                    <a:pt x="5312803" y="4955400"/>
                  </a:lnTo>
                  <a:close/>
                </a:path>
                <a:path w="7590155" h="4984115">
                  <a:moveTo>
                    <a:pt x="5312803" y="2409825"/>
                  </a:moveTo>
                  <a:lnTo>
                    <a:pt x="5284228" y="2409825"/>
                  </a:lnTo>
                  <a:lnTo>
                    <a:pt x="5284228" y="2438400"/>
                  </a:lnTo>
                  <a:lnTo>
                    <a:pt x="5312803" y="2438400"/>
                  </a:lnTo>
                  <a:lnTo>
                    <a:pt x="5312803" y="2409825"/>
                  </a:lnTo>
                  <a:close/>
                </a:path>
                <a:path w="7590155" h="4984115">
                  <a:moveTo>
                    <a:pt x="5333987" y="2545575"/>
                  </a:moveTo>
                  <a:lnTo>
                    <a:pt x="5305412" y="2545575"/>
                  </a:lnTo>
                  <a:lnTo>
                    <a:pt x="5305412" y="2574150"/>
                  </a:lnTo>
                  <a:lnTo>
                    <a:pt x="5333987" y="2574150"/>
                  </a:lnTo>
                  <a:lnTo>
                    <a:pt x="5333987" y="2545575"/>
                  </a:lnTo>
                  <a:close/>
                </a:path>
                <a:path w="7590155" h="4984115">
                  <a:moveTo>
                    <a:pt x="5333987" y="0"/>
                  </a:moveTo>
                  <a:lnTo>
                    <a:pt x="5305412" y="0"/>
                  </a:lnTo>
                  <a:lnTo>
                    <a:pt x="5305412" y="28575"/>
                  </a:lnTo>
                  <a:lnTo>
                    <a:pt x="5333987" y="28575"/>
                  </a:lnTo>
                  <a:lnTo>
                    <a:pt x="5333987" y="0"/>
                  </a:lnTo>
                  <a:close/>
                </a:path>
                <a:path w="7590155" h="4984115">
                  <a:moveTo>
                    <a:pt x="5369953" y="4955400"/>
                  </a:moveTo>
                  <a:lnTo>
                    <a:pt x="5341378" y="4955400"/>
                  </a:lnTo>
                  <a:lnTo>
                    <a:pt x="5341378" y="4983975"/>
                  </a:lnTo>
                  <a:lnTo>
                    <a:pt x="5369953" y="4983975"/>
                  </a:lnTo>
                  <a:lnTo>
                    <a:pt x="5369953" y="4955400"/>
                  </a:lnTo>
                  <a:close/>
                </a:path>
                <a:path w="7590155" h="4984115">
                  <a:moveTo>
                    <a:pt x="5369953" y="2409825"/>
                  </a:moveTo>
                  <a:lnTo>
                    <a:pt x="5341378" y="2409825"/>
                  </a:lnTo>
                  <a:lnTo>
                    <a:pt x="5341378" y="2438400"/>
                  </a:lnTo>
                  <a:lnTo>
                    <a:pt x="5369953" y="2438400"/>
                  </a:lnTo>
                  <a:lnTo>
                    <a:pt x="5369953" y="2409825"/>
                  </a:lnTo>
                  <a:close/>
                </a:path>
                <a:path w="7590155" h="4984115">
                  <a:moveTo>
                    <a:pt x="5391137" y="2545575"/>
                  </a:moveTo>
                  <a:lnTo>
                    <a:pt x="5362562" y="2545575"/>
                  </a:lnTo>
                  <a:lnTo>
                    <a:pt x="5362562" y="2574150"/>
                  </a:lnTo>
                  <a:lnTo>
                    <a:pt x="5391137" y="2574150"/>
                  </a:lnTo>
                  <a:lnTo>
                    <a:pt x="5391137" y="2545575"/>
                  </a:lnTo>
                  <a:close/>
                </a:path>
                <a:path w="7590155" h="4984115">
                  <a:moveTo>
                    <a:pt x="5391137" y="0"/>
                  </a:moveTo>
                  <a:lnTo>
                    <a:pt x="5362562" y="0"/>
                  </a:lnTo>
                  <a:lnTo>
                    <a:pt x="5362562" y="28575"/>
                  </a:lnTo>
                  <a:lnTo>
                    <a:pt x="5391137" y="28575"/>
                  </a:lnTo>
                  <a:lnTo>
                    <a:pt x="5391137" y="0"/>
                  </a:lnTo>
                  <a:close/>
                </a:path>
                <a:path w="7590155" h="4984115">
                  <a:moveTo>
                    <a:pt x="5427103" y="4955400"/>
                  </a:moveTo>
                  <a:lnTo>
                    <a:pt x="5398528" y="4955400"/>
                  </a:lnTo>
                  <a:lnTo>
                    <a:pt x="5398528" y="4983975"/>
                  </a:lnTo>
                  <a:lnTo>
                    <a:pt x="5427103" y="4983975"/>
                  </a:lnTo>
                  <a:lnTo>
                    <a:pt x="5427103" y="4955400"/>
                  </a:lnTo>
                  <a:close/>
                </a:path>
                <a:path w="7590155" h="4984115">
                  <a:moveTo>
                    <a:pt x="5427103" y="2409825"/>
                  </a:moveTo>
                  <a:lnTo>
                    <a:pt x="5398528" y="2409825"/>
                  </a:lnTo>
                  <a:lnTo>
                    <a:pt x="5398528" y="2438400"/>
                  </a:lnTo>
                  <a:lnTo>
                    <a:pt x="5427103" y="2438400"/>
                  </a:lnTo>
                  <a:lnTo>
                    <a:pt x="5427103" y="2409825"/>
                  </a:lnTo>
                  <a:close/>
                </a:path>
                <a:path w="7590155" h="4984115">
                  <a:moveTo>
                    <a:pt x="5448287" y="2545575"/>
                  </a:moveTo>
                  <a:lnTo>
                    <a:pt x="5419712" y="2545575"/>
                  </a:lnTo>
                  <a:lnTo>
                    <a:pt x="5419712" y="2574150"/>
                  </a:lnTo>
                  <a:lnTo>
                    <a:pt x="5448287" y="2574150"/>
                  </a:lnTo>
                  <a:lnTo>
                    <a:pt x="5448287" y="2545575"/>
                  </a:lnTo>
                  <a:close/>
                </a:path>
                <a:path w="7590155" h="4984115">
                  <a:moveTo>
                    <a:pt x="5448287" y="0"/>
                  </a:moveTo>
                  <a:lnTo>
                    <a:pt x="5419712" y="0"/>
                  </a:lnTo>
                  <a:lnTo>
                    <a:pt x="5419712" y="28575"/>
                  </a:lnTo>
                  <a:lnTo>
                    <a:pt x="5448287" y="28575"/>
                  </a:lnTo>
                  <a:lnTo>
                    <a:pt x="5448287" y="0"/>
                  </a:lnTo>
                  <a:close/>
                </a:path>
                <a:path w="7590155" h="4984115">
                  <a:moveTo>
                    <a:pt x="5484253" y="4955400"/>
                  </a:moveTo>
                  <a:lnTo>
                    <a:pt x="5455678" y="4955400"/>
                  </a:lnTo>
                  <a:lnTo>
                    <a:pt x="5455678" y="4983975"/>
                  </a:lnTo>
                  <a:lnTo>
                    <a:pt x="5484253" y="4983975"/>
                  </a:lnTo>
                  <a:lnTo>
                    <a:pt x="5484253" y="4955400"/>
                  </a:lnTo>
                  <a:close/>
                </a:path>
                <a:path w="7590155" h="4984115">
                  <a:moveTo>
                    <a:pt x="5484253" y="2409825"/>
                  </a:moveTo>
                  <a:lnTo>
                    <a:pt x="5455678" y="2409825"/>
                  </a:lnTo>
                  <a:lnTo>
                    <a:pt x="5455678" y="2438400"/>
                  </a:lnTo>
                  <a:lnTo>
                    <a:pt x="5484253" y="2438400"/>
                  </a:lnTo>
                  <a:lnTo>
                    <a:pt x="5484253" y="2409825"/>
                  </a:lnTo>
                  <a:close/>
                </a:path>
                <a:path w="7590155" h="4984115">
                  <a:moveTo>
                    <a:pt x="5505437" y="2545575"/>
                  </a:moveTo>
                  <a:lnTo>
                    <a:pt x="5476862" y="2545575"/>
                  </a:lnTo>
                  <a:lnTo>
                    <a:pt x="5476862" y="2574150"/>
                  </a:lnTo>
                  <a:lnTo>
                    <a:pt x="5505437" y="2574150"/>
                  </a:lnTo>
                  <a:lnTo>
                    <a:pt x="5505437" y="2545575"/>
                  </a:lnTo>
                  <a:close/>
                </a:path>
                <a:path w="7590155" h="4984115">
                  <a:moveTo>
                    <a:pt x="5505437" y="0"/>
                  </a:moveTo>
                  <a:lnTo>
                    <a:pt x="5476862" y="0"/>
                  </a:lnTo>
                  <a:lnTo>
                    <a:pt x="5476862" y="28575"/>
                  </a:lnTo>
                  <a:lnTo>
                    <a:pt x="5505437" y="28575"/>
                  </a:lnTo>
                  <a:lnTo>
                    <a:pt x="5505437" y="0"/>
                  </a:lnTo>
                  <a:close/>
                </a:path>
                <a:path w="7590155" h="4984115">
                  <a:moveTo>
                    <a:pt x="5541403" y="4955400"/>
                  </a:moveTo>
                  <a:lnTo>
                    <a:pt x="5512828" y="4955400"/>
                  </a:lnTo>
                  <a:lnTo>
                    <a:pt x="5512828" y="4983975"/>
                  </a:lnTo>
                  <a:lnTo>
                    <a:pt x="5541403" y="4983975"/>
                  </a:lnTo>
                  <a:lnTo>
                    <a:pt x="5541403" y="4955400"/>
                  </a:lnTo>
                  <a:close/>
                </a:path>
                <a:path w="7590155" h="4984115">
                  <a:moveTo>
                    <a:pt x="5541403" y="2409825"/>
                  </a:moveTo>
                  <a:lnTo>
                    <a:pt x="5512828" y="2409825"/>
                  </a:lnTo>
                  <a:lnTo>
                    <a:pt x="5512828" y="2438400"/>
                  </a:lnTo>
                  <a:lnTo>
                    <a:pt x="5541403" y="2438400"/>
                  </a:lnTo>
                  <a:lnTo>
                    <a:pt x="5541403" y="2409825"/>
                  </a:lnTo>
                  <a:close/>
                </a:path>
                <a:path w="7590155" h="4984115">
                  <a:moveTo>
                    <a:pt x="5562587" y="2545575"/>
                  </a:moveTo>
                  <a:lnTo>
                    <a:pt x="5534012" y="2545575"/>
                  </a:lnTo>
                  <a:lnTo>
                    <a:pt x="5534012" y="2574150"/>
                  </a:lnTo>
                  <a:lnTo>
                    <a:pt x="5562587" y="2574150"/>
                  </a:lnTo>
                  <a:lnTo>
                    <a:pt x="5562587" y="2545575"/>
                  </a:lnTo>
                  <a:close/>
                </a:path>
                <a:path w="7590155" h="4984115">
                  <a:moveTo>
                    <a:pt x="5562587" y="0"/>
                  </a:moveTo>
                  <a:lnTo>
                    <a:pt x="5534012" y="0"/>
                  </a:lnTo>
                  <a:lnTo>
                    <a:pt x="5534012" y="28575"/>
                  </a:lnTo>
                  <a:lnTo>
                    <a:pt x="5562587" y="28575"/>
                  </a:lnTo>
                  <a:lnTo>
                    <a:pt x="5562587" y="0"/>
                  </a:lnTo>
                  <a:close/>
                </a:path>
                <a:path w="7590155" h="4984115">
                  <a:moveTo>
                    <a:pt x="5598553" y="4955400"/>
                  </a:moveTo>
                  <a:lnTo>
                    <a:pt x="5569978" y="4955400"/>
                  </a:lnTo>
                  <a:lnTo>
                    <a:pt x="5569978" y="4983975"/>
                  </a:lnTo>
                  <a:lnTo>
                    <a:pt x="5598553" y="4983975"/>
                  </a:lnTo>
                  <a:lnTo>
                    <a:pt x="5598553" y="4955400"/>
                  </a:lnTo>
                  <a:close/>
                </a:path>
                <a:path w="7590155" h="4984115">
                  <a:moveTo>
                    <a:pt x="5598553" y="2409825"/>
                  </a:moveTo>
                  <a:lnTo>
                    <a:pt x="5569978" y="2409825"/>
                  </a:lnTo>
                  <a:lnTo>
                    <a:pt x="5569978" y="2438400"/>
                  </a:lnTo>
                  <a:lnTo>
                    <a:pt x="5598553" y="2438400"/>
                  </a:lnTo>
                  <a:lnTo>
                    <a:pt x="5598553" y="2409825"/>
                  </a:lnTo>
                  <a:close/>
                </a:path>
                <a:path w="7590155" h="4984115">
                  <a:moveTo>
                    <a:pt x="5619737" y="2545575"/>
                  </a:moveTo>
                  <a:lnTo>
                    <a:pt x="5591162" y="2545575"/>
                  </a:lnTo>
                  <a:lnTo>
                    <a:pt x="5591162" y="2574150"/>
                  </a:lnTo>
                  <a:lnTo>
                    <a:pt x="5619737" y="2574150"/>
                  </a:lnTo>
                  <a:lnTo>
                    <a:pt x="5619737" y="2545575"/>
                  </a:lnTo>
                  <a:close/>
                </a:path>
                <a:path w="7590155" h="4984115">
                  <a:moveTo>
                    <a:pt x="5619737" y="0"/>
                  </a:moveTo>
                  <a:lnTo>
                    <a:pt x="5591162" y="0"/>
                  </a:lnTo>
                  <a:lnTo>
                    <a:pt x="5591162" y="28575"/>
                  </a:lnTo>
                  <a:lnTo>
                    <a:pt x="5619737" y="28575"/>
                  </a:lnTo>
                  <a:lnTo>
                    <a:pt x="5619737" y="0"/>
                  </a:lnTo>
                  <a:close/>
                </a:path>
                <a:path w="7590155" h="4984115">
                  <a:moveTo>
                    <a:pt x="5655703" y="4955400"/>
                  </a:moveTo>
                  <a:lnTo>
                    <a:pt x="5627128" y="4955400"/>
                  </a:lnTo>
                  <a:lnTo>
                    <a:pt x="5627128" y="4983975"/>
                  </a:lnTo>
                  <a:lnTo>
                    <a:pt x="5655703" y="4983975"/>
                  </a:lnTo>
                  <a:lnTo>
                    <a:pt x="5655703" y="4955400"/>
                  </a:lnTo>
                  <a:close/>
                </a:path>
                <a:path w="7590155" h="4984115">
                  <a:moveTo>
                    <a:pt x="5655703" y="2409825"/>
                  </a:moveTo>
                  <a:lnTo>
                    <a:pt x="5627128" y="2409825"/>
                  </a:lnTo>
                  <a:lnTo>
                    <a:pt x="5627128" y="2438400"/>
                  </a:lnTo>
                  <a:lnTo>
                    <a:pt x="5655703" y="2438400"/>
                  </a:lnTo>
                  <a:lnTo>
                    <a:pt x="5655703" y="2409825"/>
                  </a:lnTo>
                  <a:close/>
                </a:path>
                <a:path w="7590155" h="4984115">
                  <a:moveTo>
                    <a:pt x="5676887" y="2545575"/>
                  </a:moveTo>
                  <a:lnTo>
                    <a:pt x="5648312" y="2545575"/>
                  </a:lnTo>
                  <a:lnTo>
                    <a:pt x="5648312" y="2574150"/>
                  </a:lnTo>
                  <a:lnTo>
                    <a:pt x="5676887" y="2574150"/>
                  </a:lnTo>
                  <a:lnTo>
                    <a:pt x="5676887" y="2545575"/>
                  </a:lnTo>
                  <a:close/>
                </a:path>
                <a:path w="7590155" h="4984115">
                  <a:moveTo>
                    <a:pt x="5676887" y="0"/>
                  </a:moveTo>
                  <a:lnTo>
                    <a:pt x="5648312" y="0"/>
                  </a:lnTo>
                  <a:lnTo>
                    <a:pt x="5648312" y="28575"/>
                  </a:lnTo>
                  <a:lnTo>
                    <a:pt x="5676887" y="28575"/>
                  </a:lnTo>
                  <a:lnTo>
                    <a:pt x="5676887" y="0"/>
                  </a:lnTo>
                  <a:close/>
                </a:path>
                <a:path w="7590155" h="4984115">
                  <a:moveTo>
                    <a:pt x="5712853" y="4955400"/>
                  </a:moveTo>
                  <a:lnTo>
                    <a:pt x="5684278" y="4955400"/>
                  </a:lnTo>
                  <a:lnTo>
                    <a:pt x="5684278" y="4983975"/>
                  </a:lnTo>
                  <a:lnTo>
                    <a:pt x="5712853" y="4983975"/>
                  </a:lnTo>
                  <a:lnTo>
                    <a:pt x="5712853" y="4955400"/>
                  </a:lnTo>
                  <a:close/>
                </a:path>
                <a:path w="7590155" h="4984115">
                  <a:moveTo>
                    <a:pt x="5712853" y="2409825"/>
                  </a:moveTo>
                  <a:lnTo>
                    <a:pt x="5684278" y="2409825"/>
                  </a:lnTo>
                  <a:lnTo>
                    <a:pt x="5684278" y="2438400"/>
                  </a:lnTo>
                  <a:lnTo>
                    <a:pt x="5712853" y="2438400"/>
                  </a:lnTo>
                  <a:lnTo>
                    <a:pt x="5712853" y="2409825"/>
                  </a:lnTo>
                  <a:close/>
                </a:path>
                <a:path w="7590155" h="4984115">
                  <a:moveTo>
                    <a:pt x="5734037" y="2545575"/>
                  </a:moveTo>
                  <a:lnTo>
                    <a:pt x="5705462" y="2545575"/>
                  </a:lnTo>
                  <a:lnTo>
                    <a:pt x="5705462" y="2574150"/>
                  </a:lnTo>
                  <a:lnTo>
                    <a:pt x="5734037" y="2574150"/>
                  </a:lnTo>
                  <a:lnTo>
                    <a:pt x="5734037" y="2545575"/>
                  </a:lnTo>
                  <a:close/>
                </a:path>
                <a:path w="7590155" h="4984115">
                  <a:moveTo>
                    <a:pt x="5734037" y="0"/>
                  </a:moveTo>
                  <a:lnTo>
                    <a:pt x="5705462" y="0"/>
                  </a:lnTo>
                  <a:lnTo>
                    <a:pt x="5705462" y="28575"/>
                  </a:lnTo>
                  <a:lnTo>
                    <a:pt x="5734037" y="28575"/>
                  </a:lnTo>
                  <a:lnTo>
                    <a:pt x="5734037" y="0"/>
                  </a:lnTo>
                  <a:close/>
                </a:path>
                <a:path w="7590155" h="4984115">
                  <a:moveTo>
                    <a:pt x="5770003" y="4955400"/>
                  </a:moveTo>
                  <a:lnTo>
                    <a:pt x="5741428" y="4955400"/>
                  </a:lnTo>
                  <a:lnTo>
                    <a:pt x="5741428" y="4983975"/>
                  </a:lnTo>
                  <a:lnTo>
                    <a:pt x="5770003" y="4983975"/>
                  </a:lnTo>
                  <a:lnTo>
                    <a:pt x="5770003" y="4955400"/>
                  </a:lnTo>
                  <a:close/>
                </a:path>
                <a:path w="7590155" h="4984115">
                  <a:moveTo>
                    <a:pt x="5770003" y="2409825"/>
                  </a:moveTo>
                  <a:lnTo>
                    <a:pt x="5741428" y="2409825"/>
                  </a:lnTo>
                  <a:lnTo>
                    <a:pt x="5741428" y="2438400"/>
                  </a:lnTo>
                  <a:lnTo>
                    <a:pt x="5770003" y="2438400"/>
                  </a:lnTo>
                  <a:lnTo>
                    <a:pt x="5770003" y="2409825"/>
                  </a:lnTo>
                  <a:close/>
                </a:path>
                <a:path w="7590155" h="4984115">
                  <a:moveTo>
                    <a:pt x="5791187" y="2545575"/>
                  </a:moveTo>
                  <a:lnTo>
                    <a:pt x="5762612" y="2545575"/>
                  </a:lnTo>
                  <a:lnTo>
                    <a:pt x="5762612" y="2574150"/>
                  </a:lnTo>
                  <a:lnTo>
                    <a:pt x="5791187" y="2574150"/>
                  </a:lnTo>
                  <a:lnTo>
                    <a:pt x="5791187" y="2545575"/>
                  </a:lnTo>
                  <a:close/>
                </a:path>
                <a:path w="7590155" h="4984115">
                  <a:moveTo>
                    <a:pt x="5791187" y="0"/>
                  </a:moveTo>
                  <a:lnTo>
                    <a:pt x="5762612" y="0"/>
                  </a:lnTo>
                  <a:lnTo>
                    <a:pt x="5762612" y="28575"/>
                  </a:lnTo>
                  <a:lnTo>
                    <a:pt x="5791187" y="28575"/>
                  </a:lnTo>
                  <a:lnTo>
                    <a:pt x="5791187" y="0"/>
                  </a:lnTo>
                  <a:close/>
                </a:path>
                <a:path w="7590155" h="4984115">
                  <a:moveTo>
                    <a:pt x="5827153" y="4955400"/>
                  </a:moveTo>
                  <a:lnTo>
                    <a:pt x="5798578" y="4955400"/>
                  </a:lnTo>
                  <a:lnTo>
                    <a:pt x="5798578" y="4983975"/>
                  </a:lnTo>
                  <a:lnTo>
                    <a:pt x="5827153" y="4983975"/>
                  </a:lnTo>
                  <a:lnTo>
                    <a:pt x="5827153" y="4955400"/>
                  </a:lnTo>
                  <a:close/>
                </a:path>
                <a:path w="7590155" h="4984115">
                  <a:moveTo>
                    <a:pt x="5827153" y="2409825"/>
                  </a:moveTo>
                  <a:lnTo>
                    <a:pt x="5798578" y="2409825"/>
                  </a:lnTo>
                  <a:lnTo>
                    <a:pt x="5798578" y="2438400"/>
                  </a:lnTo>
                  <a:lnTo>
                    <a:pt x="5827153" y="2438400"/>
                  </a:lnTo>
                  <a:lnTo>
                    <a:pt x="5827153" y="2409825"/>
                  </a:lnTo>
                  <a:close/>
                </a:path>
                <a:path w="7590155" h="4984115">
                  <a:moveTo>
                    <a:pt x="5848337" y="2545575"/>
                  </a:moveTo>
                  <a:lnTo>
                    <a:pt x="5819762" y="2545575"/>
                  </a:lnTo>
                  <a:lnTo>
                    <a:pt x="5819762" y="2574150"/>
                  </a:lnTo>
                  <a:lnTo>
                    <a:pt x="5848337" y="2574150"/>
                  </a:lnTo>
                  <a:lnTo>
                    <a:pt x="5848337" y="2545575"/>
                  </a:lnTo>
                  <a:close/>
                </a:path>
                <a:path w="7590155" h="4984115">
                  <a:moveTo>
                    <a:pt x="5848337" y="0"/>
                  </a:moveTo>
                  <a:lnTo>
                    <a:pt x="5819762" y="0"/>
                  </a:lnTo>
                  <a:lnTo>
                    <a:pt x="5819762" y="28575"/>
                  </a:lnTo>
                  <a:lnTo>
                    <a:pt x="5848337" y="28575"/>
                  </a:lnTo>
                  <a:lnTo>
                    <a:pt x="5848337" y="0"/>
                  </a:lnTo>
                  <a:close/>
                </a:path>
                <a:path w="7590155" h="4984115">
                  <a:moveTo>
                    <a:pt x="5884303" y="4955400"/>
                  </a:moveTo>
                  <a:lnTo>
                    <a:pt x="5855728" y="4955400"/>
                  </a:lnTo>
                  <a:lnTo>
                    <a:pt x="5855728" y="4983975"/>
                  </a:lnTo>
                  <a:lnTo>
                    <a:pt x="5884303" y="4983975"/>
                  </a:lnTo>
                  <a:lnTo>
                    <a:pt x="5884303" y="4955400"/>
                  </a:lnTo>
                  <a:close/>
                </a:path>
                <a:path w="7590155" h="4984115">
                  <a:moveTo>
                    <a:pt x="5884303" y="2409825"/>
                  </a:moveTo>
                  <a:lnTo>
                    <a:pt x="5855728" y="2409825"/>
                  </a:lnTo>
                  <a:lnTo>
                    <a:pt x="5855728" y="2438400"/>
                  </a:lnTo>
                  <a:lnTo>
                    <a:pt x="5884303" y="2438400"/>
                  </a:lnTo>
                  <a:lnTo>
                    <a:pt x="5884303" y="2409825"/>
                  </a:lnTo>
                  <a:close/>
                </a:path>
                <a:path w="7590155" h="4984115">
                  <a:moveTo>
                    <a:pt x="5905487" y="2545575"/>
                  </a:moveTo>
                  <a:lnTo>
                    <a:pt x="5876912" y="2545575"/>
                  </a:lnTo>
                  <a:lnTo>
                    <a:pt x="5876912" y="2574150"/>
                  </a:lnTo>
                  <a:lnTo>
                    <a:pt x="5905487" y="2574150"/>
                  </a:lnTo>
                  <a:lnTo>
                    <a:pt x="5905487" y="2545575"/>
                  </a:lnTo>
                  <a:close/>
                </a:path>
                <a:path w="7590155" h="4984115">
                  <a:moveTo>
                    <a:pt x="5905487" y="0"/>
                  </a:moveTo>
                  <a:lnTo>
                    <a:pt x="5876912" y="0"/>
                  </a:lnTo>
                  <a:lnTo>
                    <a:pt x="5876912" y="28575"/>
                  </a:lnTo>
                  <a:lnTo>
                    <a:pt x="5905487" y="28575"/>
                  </a:lnTo>
                  <a:lnTo>
                    <a:pt x="5905487" y="0"/>
                  </a:lnTo>
                  <a:close/>
                </a:path>
                <a:path w="7590155" h="4984115">
                  <a:moveTo>
                    <a:pt x="5941453" y="4955400"/>
                  </a:moveTo>
                  <a:lnTo>
                    <a:pt x="5912878" y="4955400"/>
                  </a:lnTo>
                  <a:lnTo>
                    <a:pt x="5912878" y="4983975"/>
                  </a:lnTo>
                  <a:lnTo>
                    <a:pt x="5941453" y="4983975"/>
                  </a:lnTo>
                  <a:lnTo>
                    <a:pt x="5941453" y="4955400"/>
                  </a:lnTo>
                  <a:close/>
                </a:path>
                <a:path w="7590155" h="4984115">
                  <a:moveTo>
                    <a:pt x="5941453" y="2409825"/>
                  </a:moveTo>
                  <a:lnTo>
                    <a:pt x="5912878" y="2409825"/>
                  </a:lnTo>
                  <a:lnTo>
                    <a:pt x="5912878" y="2438400"/>
                  </a:lnTo>
                  <a:lnTo>
                    <a:pt x="5941453" y="2438400"/>
                  </a:lnTo>
                  <a:lnTo>
                    <a:pt x="5941453" y="2409825"/>
                  </a:lnTo>
                  <a:close/>
                </a:path>
                <a:path w="7590155" h="4984115">
                  <a:moveTo>
                    <a:pt x="5962637" y="2545575"/>
                  </a:moveTo>
                  <a:lnTo>
                    <a:pt x="5934062" y="2545575"/>
                  </a:lnTo>
                  <a:lnTo>
                    <a:pt x="5934062" y="2574150"/>
                  </a:lnTo>
                  <a:lnTo>
                    <a:pt x="5962637" y="2574150"/>
                  </a:lnTo>
                  <a:lnTo>
                    <a:pt x="5962637" y="2545575"/>
                  </a:lnTo>
                  <a:close/>
                </a:path>
                <a:path w="7590155" h="4984115">
                  <a:moveTo>
                    <a:pt x="5962637" y="0"/>
                  </a:moveTo>
                  <a:lnTo>
                    <a:pt x="5934062" y="0"/>
                  </a:lnTo>
                  <a:lnTo>
                    <a:pt x="5934062" y="28575"/>
                  </a:lnTo>
                  <a:lnTo>
                    <a:pt x="5962637" y="28575"/>
                  </a:lnTo>
                  <a:lnTo>
                    <a:pt x="5962637" y="0"/>
                  </a:lnTo>
                  <a:close/>
                </a:path>
                <a:path w="7590155" h="4984115">
                  <a:moveTo>
                    <a:pt x="5998603" y="4955400"/>
                  </a:moveTo>
                  <a:lnTo>
                    <a:pt x="5970028" y="4955400"/>
                  </a:lnTo>
                  <a:lnTo>
                    <a:pt x="5970028" y="4983975"/>
                  </a:lnTo>
                  <a:lnTo>
                    <a:pt x="5998603" y="4983975"/>
                  </a:lnTo>
                  <a:lnTo>
                    <a:pt x="5998603" y="4955400"/>
                  </a:lnTo>
                  <a:close/>
                </a:path>
                <a:path w="7590155" h="4984115">
                  <a:moveTo>
                    <a:pt x="5998603" y="2409825"/>
                  </a:moveTo>
                  <a:lnTo>
                    <a:pt x="5970028" y="2409825"/>
                  </a:lnTo>
                  <a:lnTo>
                    <a:pt x="5970028" y="2438400"/>
                  </a:lnTo>
                  <a:lnTo>
                    <a:pt x="5998603" y="2438400"/>
                  </a:lnTo>
                  <a:lnTo>
                    <a:pt x="5998603" y="2409825"/>
                  </a:lnTo>
                  <a:close/>
                </a:path>
                <a:path w="7590155" h="4984115">
                  <a:moveTo>
                    <a:pt x="6019787" y="2545575"/>
                  </a:moveTo>
                  <a:lnTo>
                    <a:pt x="5991212" y="2545575"/>
                  </a:lnTo>
                  <a:lnTo>
                    <a:pt x="5991212" y="2574150"/>
                  </a:lnTo>
                  <a:lnTo>
                    <a:pt x="6019787" y="2574150"/>
                  </a:lnTo>
                  <a:lnTo>
                    <a:pt x="6019787" y="2545575"/>
                  </a:lnTo>
                  <a:close/>
                </a:path>
                <a:path w="7590155" h="4984115">
                  <a:moveTo>
                    <a:pt x="6019787" y="0"/>
                  </a:moveTo>
                  <a:lnTo>
                    <a:pt x="5991212" y="0"/>
                  </a:lnTo>
                  <a:lnTo>
                    <a:pt x="5991212" y="28575"/>
                  </a:lnTo>
                  <a:lnTo>
                    <a:pt x="6019787" y="28575"/>
                  </a:lnTo>
                  <a:lnTo>
                    <a:pt x="6019787" y="0"/>
                  </a:lnTo>
                  <a:close/>
                </a:path>
                <a:path w="7590155" h="4984115">
                  <a:moveTo>
                    <a:pt x="6055753" y="4955400"/>
                  </a:moveTo>
                  <a:lnTo>
                    <a:pt x="6027178" y="4955400"/>
                  </a:lnTo>
                  <a:lnTo>
                    <a:pt x="6027178" y="4983975"/>
                  </a:lnTo>
                  <a:lnTo>
                    <a:pt x="6055753" y="4983975"/>
                  </a:lnTo>
                  <a:lnTo>
                    <a:pt x="6055753" y="4955400"/>
                  </a:lnTo>
                  <a:close/>
                </a:path>
                <a:path w="7590155" h="4984115">
                  <a:moveTo>
                    <a:pt x="6055753" y="2409825"/>
                  </a:moveTo>
                  <a:lnTo>
                    <a:pt x="6027178" y="2409825"/>
                  </a:lnTo>
                  <a:lnTo>
                    <a:pt x="6027178" y="2438400"/>
                  </a:lnTo>
                  <a:lnTo>
                    <a:pt x="6055753" y="2438400"/>
                  </a:lnTo>
                  <a:lnTo>
                    <a:pt x="6055753" y="2409825"/>
                  </a:lnTo>
                  <a:close/>
                </a:path>
                <a:path w="7590155" h="4984115">
                  <a:moveTo>
                    <a:pt x="6076937" y="2545575"/>
                  </a:moveTo>
                  <a:lnTo>
                    <a:pt x="6048362" y="2545575"/>
                  </a:lnTo>
                  <a:lnTo>
                    <a:pt x="6048362" y="2574150"/>
                  </a:lnTo>
                  <a:lnTo>
                    <a:pt x="6076937" y="2574150"/>
                  </a:lnTo>
                  <a:lnTo>
                    <a:pt x="6076937" y="2545575"/>
                  </a:lnTo>
                  <a:close/>
                </a:path>
                <a:path w="7590155" h="4984115">
                  <a:moveTo>
                    <a:pt x="6076937" y="0"/>
                  </a:moveTo>
                  <a:lnTo>
                    <a:pt x="6048362" y="0"/>
                  </a:lnTo>
                  <a:lnTo>
                    <a:pt x="6048362" y="28575"/>
                  </a:lnTo>
                  <a:lnTo>
                    <a:pt x="6076937" y="28575"/>
                  </a:lnTo>
                  <a:lnTo>
                    <a:pt x="6076937" y="0"/>
                  </a:lnTo>
                  <a:close/>
                </a:path>
                <a:path w="7590155" h="4984115">
                  <a:moveTo>
                    <a:pt x="6112903" y="4955400"/>
                  </a:moveTo>
                  <a:lnTo>
                    <a:pt x="6084328" y="4955400"/>
                  </a:lnTo>
                  <a:lnTo>
                    <a:pt x="6084328" y="4983975"/>
                  </a:lnTo>
                  <a:lnTo>
                    <a:pt x="6112903" y="4983975"/>
                  </a:lnTo>
                  <a:lnTo>
                    <a:pt x="6112903" y="4955400"/>
                  </a:lnTo>
                  <a:close/>
                </a:path>
                <a:path w="7590155" h="4984115">
                  <a:moveTo>
                    <a:pt x="6112903" y="2409825"/>
                  </a:moveTo>
                  <a:lnTo>
                    <a:pt x="6084328" y="2409825"/>
                  </a:lnTo>
                  <a:lnTo>
                    <a:pt x="6084328" y="2438400"/>
                  </a:lnTo>
                  <a:lnTo>
                    <a:pt x="6112903" y="2438400"/>
                  </a:lnTo>
                  <a:lnTo>
                    <a:pt x="6112903" y="2409825"/>
                  </a:lnTo>
                  <a:close/>
                </a:path>
                <a:path w="7590155" h="4984115">
                  <a:moveTo>
                    <a:pt x="6134087" y="2545575"/>
                  </a:moveTo>
                  <a:lnTo>
                    <a:pt x="6105512" y="2545575"/>
                  </a:lnTo>
                  <a:lnTo>
                    <a:pt x="6105512" y="2574150"/>
                  </a:lnTo>
                  <a:lnTo>
                    <a:pt x="6134087" y="2574150"/>
                  </a:lnTo>
                  <a:lnTo>
                    <a:pt x="6134087" y="2545575"/>
                  </a:lnTo>
                  <a:close/>
                </a:path>
                <a:path w="7590155" h="4984115">
                  <a:moveTo>
                    <a:pt x="6134087" y="0"/>
                  </a:moveTo>
                  <a:lnTo>
                    <a:pt x="6105512" y="0"/>
                  </a:lnTo>
                  <a:lnTo>
                    <a:pt x="6105512" y="28575"/>
                  </a:lnTo>
                  <a:lnTo>
                    <a:pt x="6134087" y="28575"/>
                  </a:lnTo>
                  <a:lnTo>
                    <a:pt x="6134087" y="0"/>
                  </a:lnTo>
                  <a:close/>
                </a:path>
                <a:path w="7590155" h="4984115">
                  <a:moveTo>
                    <a:pt x="6170053" y="4955400"/>
                  </a:moveTo>
                  <a:lnTo>
                    <a:pt x="6141478" y="4955400"/>
                  </a:lnTo>
                  <a:lnTo>
                    <a:pt x="6141478" y="4983975"/>
                  </a:lnTo>
                  <a:lnTo>
                    <a:pt x="6170053" y="4983975"/>
                  </a:lnTo>
                  <a:lnTo>
                    <a:pt x="6170053" y="4955400"/>
                  </a:lnTo>
                  <a:close/>
                </a:path>
                <a:path w="7590155" h="4984115">
                  <a:moveTo>
                    <a:pt x="6170053" y="2409825"/>
                  </a:moveTo>
                  <a:lnTo>
                    <a:pt x="6141478" y="2409825"/>
                  </a:lnTo>
                  <a:lnTo>
                    <a:pt x="6141478" y="2438400"/>
                  </a:lnTo>
                  <a:lnTo>
                    <a:pt x="6170053" y="2438400"/>
                  </a:lnTo>
                  <a:lnTo>
                    <a:pt x="6170053" y="2409825"/>
                  </a:lnTo>
                  <a:close/>
                </a:path>
                <a:path w="7590155" h="4984115">
                  <a:moveTo>
                    <a:pt x="6191237" y="2545575"/>
                  </a:moveTo>
                  <a:lnTo>
                    <a:pt x="6162662" y="2545575"/>
                  </a:lnTo>
                  <a:lnTo>
                    <a:pt x="6162662" y="2574150"/>
                  </a:lnTo>
                  <a:lnTo>
                    <a:pt x="6191237" y="2574150"/>
                  </a:lnTo>
                  <a:lnTo>
                    <a:pt x="6191237" y="2545575"/>
                  </a:lnTo>
                  <a:close/>
                </a:path>
                <a:path w="7590155" h="4984115">
                  <a:moveTo>
                    <a:pt x="6191237" y="0"/>
                  </a:moveTo>
                  <a:lnTo>
                    <a:pt x="6162662" y="0"/>
                  </a:lnTo>
                  <a:lnTo>
                    <a:pt x="6162662" y="28575"/>
                  </a:lnTo>
                  <a:lnTo>
                    <a:pt x="6191237" y="28575"/>
                  </a:lnTo>
                  <a:lnTo>
                    <a:pt x="6191237" y="0"/>
                  </a:lnTo>
                  <a:close/>
                </a:path>
                <a:path w="7590155" h="4984115">
                  <a:moveTo>
                    <a:pt x="6227203" y="4955400"/>
                  </a:moveTo>
                  <a:lnTo>
                    <a:pt x="6198628" y="4955400"/>
                  </a:lnTo>
                  <a:lnTo>
                    <a:pt x="6198628" y="4983975"/>
                  </a:lnTo>
                  <a:lnTo>
                    <a:pt x="6227203" y="4983975"/>
                  </a:lnTo>
                  <a:lnTo>
                    <a:pt x="6227203" y="4955400"/>
                  </a:lnTo>
                  <a:close/>
                </a:path>
                <a:path w="7590155" h="4984115">
                  <a:moveTo>
                    <a:pt x="6227203" y="2409825"/>
                  </a:moveTo>
                  <a:lnTo>
                    <a:pt x="6198628" y="2409825"/>
                  </a:lnTo>
                  <a:lnTo>
                    <a:pt x="6198628" y="2438400"/>
                  </a:lnTo>
                  <a:lnTo>
                    <a:pt x="6227203" y="2438400"/>
                  </a:lnTo>
                  <a:lnTo>
                    <a:pt x="6227203" y="2409825"/>
                  </a:lnTo>
                  <a:close/>
                </a:path>
                <a:path w="7590155" h="4984115">
                  <a:moveTo>
                    <a:pt x="6248387" y="2545575"/>
                  </a:moveTo>
                  <a:lnTo>
                    <a:pt x="6219812" y="2545575"/>
                  </a:lnTo>
                  <a:lnTo>
                    <a:pt x="6219812" y="2574150"/>
                  </a:lnTo>
                  <a:lnTo>
                    <a:pt x="6248387" y="2574150"/>
                  </a:lnTo>
                  <a:lnTo>
                    <a:pt x="6248387" y="2545575"/>
                  </a:lnTo>
                  <a:close/>
                </a:path>
                <a:path w="7590155" h="4984115">
                  <a:moveTo>
                    <a:pt x="6248387" y="0"/>
                  </a:moveTo>
                  <a:lnTo>
                    <a:pt x="6219812" y="0"/>
                  </a:lnTo>
                  <a:lnTo>
                    <a:pt x="6219812" y="28575"/>
                  </a:lnTo>
                  <a:lnTo>
                    <a:pt x="6248387" y="28575"/>
                  </a:lnTo>
                  <a:lnTo>
                    <a:pt x="6248387" y="0"/>
                  </a:lnTo>
                  <a:close/>
                </a:path>
                <a:path w="7590155" h="4984115">
                  <a:moveTo>
                    <a:pt x="6284353" y="4955400"/>
                  </a:moveTo>
                  <a:lnTo>
                    <a:pt x="6255778" y="4955400"/>
                  </a:lnTo>
                  <a:lnTo>
                    <a:pt x="6255778" y="4983975"/>
                  </a:lnTo>
                  <a:lnTo>
                    <a:pt x="6284353" y="4983975"/>
                  </a:lnTo>
                  <a:lnTo>
                    <a:pt x="6284353" y="4955400"/>
                  </a:lnTo>
                  <a:close/>
                </a:path>
                <a:path w="7590155" h="4984115">
                  <a:moveTo>
                    <a:pt x="6284353" y="2409825"/>
                  </a:moveTo>
                  <a:lnTo>
                    <a:pt x="6255778" y="2409825"/>
                  </a:lnTo>
                  <a:lnTo>
                    <a:pt x="6255778" y="2438400"/>
                  </a:lnTo>
                  <a:lnTo>
                    <a:pt x="6284353" y="2438400"/>
                  </a:lnTo>
                  <a:lnTo>
                    <a:pt x="6284353" y="2409825"/>
                  </a:lnTo>
                  <a:close/>
                </a:path>
                <a:path w="7590155" h="4984115">
                  <a:moveTo>
                    <a:pt x="6305537" y="2545575"/>
                  </a:moveTo>
                  <a:lnTo>
                    <a:pt x="6276962" y="2545575"/>
                  </a:lnTo>
                  <a:lnTo>
                    <a:pt x="6276962" y="2574150"/>
                  </a:lnTo>
                  <a:lnTo>
                    <a:pt x="6305537" y="2574150"/>
                  </a:lnTo>
                  <a:lnTo>
                    <a:pt x="6305537" y="2545575"/>
                  </a:lnTo>
                  <a:close/>
                </a:path>
                <a:path w="7590155" h="4984115">
                  <a:moveTo>
                    <a:pt x="6305537" y="0"/>
                  </a:moveTo>
                  <a:lnTo>
                    <a:pt x="6276962" y="0"/>
                  </a:lnTo>
                  <a:lnTo>
                    <a:pt x="6276962" y="28575"/>
                  </a:lnTo>
                  <a:lnTo>
                    <a:pt x="6305537" y="28575"/>
                  </a:lnTo>
                  <a:lnTo>
                    <a:pt x="6305537" y="0"/>
                  </a:lnTo>
                  <a:close/>
                </a:path>
                <a:path w="7590155" h="4984115">
                  <a:moveTo>
                    <a:pt x="6341504" y="4955400"/>
                  </a:moveTo>
                  <a:lnTo>
                    <a:pt x="6312928" y="4955400"/>
                  </a:lnTo>
                  <a:lnTo>
                    <a:pt x="6312928" y="4983975"/>
                  </a:lnTo>
                  <a:lnTo>
                    <a:pt x="6341504" y="4983975"/>
                  </a:lnTo>
                  <a:lnTo>
                    <a:pt x="6341504" y="4955400"/>
                  </a:lnTo>
                  <a:close/>
                </a:path>
                <a:path w="7590155" h="4984115">
                  <a:moveTo>
                    <a:pt x="6341504" y="2409825"/>
                  </a:moveTo>
                  <a:lnTo>
                    <a:pt x="6312928" y="2409825"/>
                  </a:lnTo>
                  <a:lnTo>
                    <a:pt x="6312928" y="2438400"/>
                  </a:lnTo>
                  <a:lnTo>
                    <a:pt x="6341504" y="2438400"/>
                  </a:lnTo>
                  <a:lnTo>
                    <a:pt x="6341504" y="2409825"/>
                  </a:lnTo>
                  <a:close/>
                </a:path>
                <a:path w="7590155" h="4984115">
                  <a:moveTo>
                    <a:pt x="6362687" y="2545575"/>
                  </a:moveTo>
                  <a:lnTo>
                    <a:pt x="6334112" y="2545575"/>
                  </a:lnTo>
                  <a:lnTo>
                    <a:pt x="6334112" y="2574150"/>
                  </a:lnTo>
                  <a:lnTo>
                    <a:pt x="6362687" y="2574150"/>
                  </a:lnTo>
                  <a:lnTo>
                    <a:pt x="6362687" y="2545575"/>
                  </a:lnTo>
                  <a:close/>
                </a:path>
                <a:path w="7590155" h="4984115">
                  <a:moveTo>
                    <a:pt x="6362687" y="0"/>
                  </a:moveTo>
                  <a:lnTo>
                    <a:pt x="6334112" y="0"/>
                  </a:lnTo>
                  <a:lnTo>
                    <a:pt x="6334112" y="28575"/>
                  </a:lnTo>
                  <a:lnTo>
                    <a:pt x="6362687" y="28575"/>
                  </a:lnTo>
                  <a:lnTo>
                    <a:pt x="6362687" y="0"/>
                  </a:lnTo>
                  <a:close/>
                </a:path>
                <a:path w="7590155" h="4984115">
                  <a:moveTo>
                    <a:pt x="6398654" y="4955400"/>
                  </a:moveTo>
                  <a:lnTo>
                    <a:pt x="6370079" y="4955400"/>
                  </a:lnTo>
                  <a:lnTo>
                    <a:pt x="6370079" y="4983975"/>
                  </a:lnTo>
                  <a:lnTo>
                    <a:pt x="6398654" y="4983975"/>
                  </a:lnTo>
                  <a:lnTo>
                    <a:pt x="6398654" y="4955400"/>
                  </a:lnTo>
                  <a:close/>
                </a:path>
                <a:path w="7590155" h="4984115">
                  <a:moveTo>
                    <a:pt x="6398654" y="2409825"/>
                  </a:moveTo>
                  <a:lnTo>
                    <a:pt x="6370079" y="2409825"/>
                  </a:lnTo>
                  <a:lnTo>
                    <a:pt x="6370079" y="2438400"/>
                  </a:lnTo>
                  <a:lnTo>
                    <a:pt x="6398654" y="2438400"/>
                  </a:lnTo>
                  <a:lnTo>
                    <a:pt x="6398654" y="2409825"/>
                  </a:lnTo>
                  <a:close/>
                </a:path>
                <a:path w="7590155" h="4984115">
                  <a:moveTo>
                    <a:pt x="6419837" y="2545575"/>
                  </a:moveTo>
                  <a:lnTo>
                    <a:pt x="6391262" y="2545575"/>
                  </a:lnTo>
                  <a:lnTo>
                    <a:pt x="6391262" y="2574150"/>
                  </a:lnTo>
                  <a:lnTo>
                    <a:pt x="6419837" y="2574150"/>
                  </a:lnTo>
                  <a:lnTo>
                    <a:pt x="6419837" y="2545575"/>
                  </a:lnTo>
                  <a:close/>
                </a:path>
                <a:path w="7590155" h="4984115">
                  <a:moveTo>
                    <a:pt x="6419837" y="0"/>
                  </a:moveTo>
                  <a:lnTo>
                    <a:pt x="6391262" y="0"/>
                  </a:lnTo>
                  <a:lnTo>
                    <a:pt x="6391262" y="28575"/>
                  </a:lnTo>
                  <a:lnTo>
                    <a:pt x="6419837" y="28575"/>
                  </a:lnTo>
                  <a:lnTo>
                    <a:pt x="6419837" y="0"/>
                  </a:lnTo>
                  <a:close/>
                </a:path>
                <a:path w="7590155" h="4984115">
                  <a:moveTo>
                    <a:pt x="6455804" y="4955400"/>
                  </a:moveTo>
                  <a:lnTo>
                    <a:pt x="6427229" y="4955400"/>
                  </a:lnTo>
                  <a:lnTo>
                    <a:pt x="6427229" y="4983975"/>
                  </a:lnTo>
                  <a:lnTo>
                    <a:pt x="6455804" y="4983975"/>
                  </a:lnTo>
                  <a:lnTo>
                    <a:pt x="6455804" y="4955400"/>
                  </a:lnTo>
                  <a:close/>
                </a:path>
                <a:path w="7590155" h="4984115">
                  <a:moveTo>
                    <a:pt x="6455804" y="2409825"/>
                  </a:moveTo>
                  <a:lnTo>
                    <a:pt x="6427229" y="2409825"/>
                  </a:lnTo>
                  <a:lnTo>
                    <a:pt x="6427229" y="2438400"/>
                  </a:lnTo>
                  <a:lnTo>
                    <a:pt x="6455804" y="2438400"/>
                  </a:lnTo>
                  <a:lnTo>
                    <a:pt x="6455804" y="2409825"/>
                  </a:lnTo>
                  <a:close/>
                </a:path>
                <a:path w="7590155" h="4984115">
                  <a:moveTo>
                    <a:pt x="6476987" y="2545575"/>
                  </a:moveTo>
                  <a:lnTo>
                    <a:pt x="6448412" y="2545575"/>
                  </a:lnTo>
                  <a:lnTo>
                    <a:pt x="6448412" y="2574150"/>
                  </a:lnTo>
                  <a:lnTo>
                    <a:pt x="6476987" y="2574150"/>
                  </a:lnTo>
                  <a:lnTo>
                    <a:pt x="6476987" y="2545575"/>
                  </a:lnTo>
                  <a:close/>
                </a:path>
                <a:path w="7590155" h="4984115">
                  <a:moveTo>
                    <a:pt x="6476987" y="0"/>
                  </a:moveTo>
                  <a:lnTo>
                    <a:pt x="6448412" y="0"/>
                  </a:lnTo>
                  <a:lnTo>
                    <a:pt x="6448412" y="28575"/>
                  </a:lnTo>
                  <a:lnTo>
                    <a:pt x="6476987" y="28575"/>
                  </a:lnTo>
                  <a:lnTo>
                    <a:pt x="6476987" y="0"/>
                  </a:lnTo>
                  <a:close/>
                </a:path>
                <a:path w="7590155" h="4984115">
                  <a:moveTo>
                    <a:pt x="6512954" y="4955400"/>
                  </a:moveTo>
                  <a:lnTo>
                    <a:pt x="6484379" y="4955400"/>
                  </a:lnTo>
                  <a:lnTo>
                    <a:pt x="6484379" y="4983975"/>
                  </a:lnTo>
                  <a:lnTo>
                    <a:pt x="6512954" y="4983975"/>
                  </a:lnTo>
                  <a:lnTo>
                    <a:pt x="6512954" y="4955400"/>
                  </a:lnTo>
                  <a:close/>
                </a:path>
                <a:path w="7590155" h="4984115">
                  <a:moveTo>
                    <a:pt x="6512954" y="2409825"/>
                  </a:moveTo>
                  <a:lnTo>
                    <a:pt x="6484379" y="2409825"/>
                  </a:lnTo>
                  <a:lnTo>
                    <a:pt x="6484379" y="2438400"/>
                  </a:lnTo>
                  <a:lnTo>
                    <a:pt x="6512954" y="2438400"/>
                  </a:lnTo>
                  <a:lnTo>
                    <a:pt x="6512954" y="2409825"/>
                  </a:lnTo>
                  <a:close/>
                </a:path>
                <a:path w="7590155" h="4984115">
                  <a:moveTo>
                    <a:pt x="6534137" y="2545575"/>
                  </a:moveTo>
                  <a:lnTo>
                    <a:pt x="6505562" y="2545575"/>
                  </a:lnTo>
                  <a:lnTo>
                    <a:pt x="6505562" y="2574150"/>
                  </a:lnTo>
                  <a:lnTo>
                    <a:pt x="6534137" y="2574150"/>
                  </a:lnTo>
                  <a:lnTo>
                    <a:pt x="6534137" y="2545575"/>
                  </a:lnTo>
                  <a:close/>
                </a:path>
                <a:path w="7590155" h="4984115">
                  <a:moveTo>
                    <a:pt x="6534137" y="0"/>
                  </a:moveTo>
                  <a:lnTo>
                    <a:pt x="6505562" y="0"/>
                  </a:lnTo>
                  <a:lnTo>
                    <a:pt x="6505562" y="28575"/>
                  </a:lnTo>
                  <a:lnTo>
                    <a:pt x="6534137" y="28575"/>
                  </a:lnTo>
                  <a:lnTo>
                    <a:pt x="6534137" y="0"/>
                  </a:lnTo>
                  <a:close/>
                </a:path>
                <a:path w="7590155" h="4984115">
                  <a:moveTo>
                    <a:pt x="6570104" y="4955400"/>
                  </a:moveTo>
                  <a:lnTo>
                    <a:pt x="6541529" y="4955400"/>
                  </a:lnTo>
                  <a:lnTo>
                    <a:pt x="6541529" y="4983975"/>
                  </a:lnTo>
                  <a:lnTo>
                    <a:pt x="6570104" y="4983975"/>
                  </a:lnTo>
                  <a:lnTo>
                    <a:pt x="6570104" y="4955400"/>
                  </a:lnTo>
                  <a:close/>
                </a:path>
                <a:path w="7590155" h="4984115">
                  <a:moveTo>
                    <a:pt x="6570104" y="2409825"/>
                  </a:moveTo>
                  <a:lnTo>
                    <a:pt x="6541529" y="2409825"/>
                  </a:lnTo>
                  <a:lnTo>
                    <a:pt x="6541529" y="2438400"/>
                  </a:lnTo>
                  <a:lnTo>
                    <a:pt x="6570104" y="2438400"/>
                  </a:lnTo>
                  <a:lnTo>
                    <a:pt x="6570104" y="2409825"/>
                  </a:lnTo>
                  <a:close/>
                </a:path>
                <a:path w="7590155" h="4984115">
                  <a:moveTo>
                    <a:pt x="6591287" y="2545575"/>
                  </a:moveTo>
                  <a:lnTo>
                    <a:pt x="6562712" y="2545575"/>
                  </a:lnTo>
                  <a:lnTo>
                    <a:pt x="6562712" y="2574150"/>
                  </a:lnTo>
                  <a:lnTo>
                    <a:pt x="6591287" y="2574150"/>
                  </a:lnTo>
                  <a:lnTo>
                    <a:pt x="6591287" y="2545575"/>
                  </a:lnTo>
                  <a:close/>
                </a:path>
                <a:path w="7590155" h="4984115">
                  <a:moveTo>
                    <a:pt x="6591287" y="0"/>
                  </a:moveTo>
                  <a:lnTo>
                    <a:pt x="6562712" y="0"/>
                  </a:lnTo>
                  <a:lnTo>
                    <a:pt x="6562712" y="28575"/>
                  </a:lnTo>
                  <a:lnTo>
                    <a:pt x="6591287" y="28575"/>
                  </a:lnTo>
                  <a:lnTo>
                    <a:pt x="6591287" y="0"/>
                  </a:lnTo>
                  <a:close/>
                </a:path>
                <a:path w="7590155" h="4984115">
                  <a:moveTo>
                    <a:pt x="6627254" y="4955400"/>
                  </a:moveTo>
                  <a:lnTo>
                    <a:pt x="6598679" y="4955400"/>
                  </a:lnTo>
                  <a:lnTo>
                    <a:pt x="6598679" y="4983975"/>
                  </a:lnTo>
                  <a:lnTo>
                    <a:pt x="6627254" y="4983975"/>
                  </a:lnTo>
                  <a:lnTo>
                    <a:pt x="6627254" y="4955400"/>
                  </a:lnTo>
                  <a:close/>
                </a:path>
                <a:path w="7590155" h="4984115">
                  <a:moveTo>
                    <a:pt x="6627254" y="2409825"/>
                  </a:moveTo>
                  <a:lnTo>
                    <a:pt x="6598679" y="2409825"/>
                  </a:lnTo>
                  <a:lnTo>
                    <a:pt x="6598679" y="2438400"/>
                  </a:lnTo>
                  <a:lnTo>
                    <a:pt x="6627254" y="2438400"/>
                  </a:lnTo>
                  <a:lnTo>
                    <a:pt x="6627254" y="2409825"/>
                  </a:lnTo>
                  <a:close/>
                </a:path>
                <a:path w="7590155" h="4984115">
                  <a:moveTo>
                    <a:pt x="6648437" y="2545575"/>
                  </a:moveTo>
                  <a:lnTo>
                    <a:pt x="6619862" y="2545575"/>
                  </a:lnTo>
                  <a:lnTo>
                    <a:pt x="6619862" y="2574150"/>
                  </a:lnTo>
                  <a:lnTo>
                    <a:pt x="6648437" y="2574150"/>
                  </a:lnTo>
                  <a:lnTo>
                    <a:pt x="6648437" y="2545575"/>
                  </a:lnTo>
                  <a:close/>
                </a:path>
                <a:path w="7590155" h="4984115">
                  <a:moveTo>
                    <a:pt x="6648437" y="0"/>
                  </a:moveTo>
                  <a:lnTo>
                    <a:pt x="6619862" y="0"/>
                  </a:lnTo>
                  <a:lnTo>
                    <a:pt x="6619862" y="28575"/>
                  </a:lnTo>
                  <a:lnTo>
                    <a:pt x="6648437" y="28575"/>
                  </a:lnTo>
                  <a:lnTo>
                    <a:pt x="6648437" y="0"/>
                  </a:lnTo>
                  <a:close/>
                </a:path>
                <a:path w="7590155" h="4984115">
                  <a:moveTo>
                    <a:pt x="6684404" y="4955400"/>
                  </a:moveTo>
                  <a:lnTo>
                    <a:pt x="6655829" y="4955400"/>
                  </a:lnTo>
                  <a:lnTo>
                    <a:pt x="6655829" y="4983975"/>
                  </a:lnTo>
                  <a:lnTo>
                    <a:pt x="6684404" y="4983975"/>
                  </a:lnTo>
                  <a:lnTo>
                    <a:pt x="6684404" y="4955400"/>
                  </a:lnTo>
                  <a:close/>
                </a:path>
                <a:path w="7590155" h="4984115">
                  <a:moveTo>
                    <a:pt x="6684404" y="2409825"/>
                  </a:moveTo>
                  <a:lnTo>
                    <a:pt x="6655829" y="2409825"/>
                  </a:lnTo>
                  <a:lnTo>
                    <a:pt x="6655829" y="2438400"/>
                  </a:lnTo>
                  <a:lnTo>
                    <a:pt x="6684404" y="2438400"/>
                  </a:lnTo>
                  <a:lnTo>
                    <a:pt x="6684404" y="2409825"/>
                  </a:lnTo>
                  <a:close/>
                </a:path>
                <a:path w="7590155" h="4984115">
                  <a:moveTo>
                    <a:pt x="6705587" y="2545575"/>
                  </a:moveTo>
                  <a:lnTo>
                    <a:pt x="6677012" y="2545575"/>
                  </a:lnTo>
                  <a:lnTo>
                    <a:pt x="6677012" y="2574150"/>
                  </a:lnTo>
                  <a:lnTo>
                    <a:pt x="6705587" y="2574150"/>
                  </a:lnTo>
                  <a:lnTo>
                    <a:pt x="6705587" y="2545575"/>
                  </a:lnTo>
                  <a:close/>
                </a:path>
                <a:path w="7590155" h="4984115">
                  <a:moveTo>
                    <a:pt x="6705587" y="0"/>
                  </a:moveTo>
                  <a:lnTo>
                    <a:pt x="6677012" y="0"/>
                  </a:lnTo>
                  <a:lnTo>
                    <a:pt x="6677012" y="28575"/>
                  </a:lnTo>
                  <a:lnTo>
                    <a:pt x="6705587" y="28575"/>
                  </a:lnTo>
                  <a:lnTo>
                    <a:pt x="6705587" y="0"/>
                  </a:lnTo>
                  <a:close/>
                </a:path>
                <a:path w="7590155" h="4984115">
                  <a:moveTo>
                    <a:pt x="6741554" y="4955400"/>
                  </a:moveTo>
                  <a:lnTo>
                    <a:pt x="6712979" y="4955400"/>
                  </a:lnTo>
                  <a:lnTo>
                    <a:pt x="6712979" y="4983975"/>
                  </a:lnTo>
                  <a:lnTo>
                    <a:pt x="6741554" y="4983975"/>
                  </a:lnTo>
                  <a:lnTo>
                    <a:pt x="6741554" y="4955400"/>
                  </a:lnTo>
                  <a:close/>
                </a:path>
                <a:path w="7590155" h="4984115">
                  <a:moveTo>
                    <a:pt x="6741554" y="2409825"/>
                  </a:moveTo>
                  <a:lnTo>
                    <a:pt x="6712979" y="2409825"/>
                  </a:lnTo>
                  <a:lnTo>
                    <a:pt x="6712979" y="2438400"/>
                  </a:lnTo>
                  <a:lnTo>
                    <a:pt x="6741554" y="2438400"/>
                  </a:lnTo>
                  <a:lnTo>
                    <a:pt x="6741554" y="2409825"/>
                  </a:lnTo>
                  <a:close/>
                </a:path>
                <a:path w="7590155" h="4984115">
                  <a:moveTo>
                    <a:pt x="6762737" y="2545575"/>
                  </a:moveTo>
                  <a:lnTo>
                    <a:pt x="6734162" y="2545575"/>
                  </a:lnTo>
                  <a:lnTo>
                    <a:pt x="6734162" y="2574150"/>
                  </a:lnTo>
                  <a:lnTo>
                    <a:pt x="6762737" y="2574150"/>
                  </a:lnTo>
                  <a:lnTo>
                    <a:pt x="6762737" y="2545575"/>
                  </a:lnTo>
                  <a:close/>
                </a:path>
                <a:path w="7590155" h="4984115">
                  <a:moveTo>
                    <a:pt x="6762737" y="0"/>
                  </a:moveTo>
                  <a:lnTo>
                    <a:pt x="6734162" y="0"/>
                  </a:lnTo>
                  <a:lnTo>
                    <a:pt x="6734162" y="28575"/>
                  </a:lnTo>
                  <a:lnTo>
                    <a:pt x="6762737" y="28575"/>
                  </a:lnTo>
                  <a:lnTo>
                    <a:pt x="6762737" y="0"/>
                  </a:lnTo>
                  <a:close/>
                </a:path>
                <a:path w="7590155" h="4984115">
                  <a:moveTo>
                    <a:pt x="6798704" y="4955400"/>
                  </a:moveTo>
                  <a:lnTo>
                    <a:pt x="6770129" y="4955400"/>
                  </a:lnTo>
                  <a:lnTo>
                    <a:pt x="6770129" y="4983975"/>
                  </a:lnTo>
                  <a:lnTo>
                    <a:pt x="6798704" y="4983975"/>
                  </a:lnTo>
                  <a:lnTo>
                    <a:pt x="6798704" y="4955400"/>
                  </a:lnTo>
                  <a:close/>
                </a:path>
                <a:path w="7590155" h="4984115">
                  <a:moveTo>
                    <a:pt x="6798704" y="2409825"/>
                  </a:moveTo>
                  <a:lnTo>
                    <a:pt x="6770129" y="2409825"/>
                  </a:lnTo>
                  <a:lnTo>
                    <a:pt x="6770129" y="2438400"/>
                  </a:lnTo>
                  <a:lnTo>
                    <a:pt x="6798704" y="2438400"/>
                  </a:lnTo>
                  <a:lnTo>
                    <a:pt x="6798704" y="2409825"/>
                  </a:lnTo>
                  <a:close/>
                </a:path>
                <a:path w="7590155" h="4984115">
                  <a:moveTo>
                    <a:pt x="6819887" y="2545575"/>
                  </a:moveTo>
                  <a:lnTo>
                    <a:pt x="6791312" y="2545575"/>
                  </a:lnTo>
                  <a:lnTo>
                    <a:pt x="6791312" y="2574150"/>
                  </a:lnTo>
                  <a:lnTo>
                    <a:pt x="6819887" y="2574150"/>
                  </a:lnTo>
                  <a:lnTo>
                    <a:pt x="6819887" y="2545575"/>
                  </a:lnTo>
                  <a:close/>
                </a:path>
                <a:path w="7590155" h="4984115">
                  <a:moveTo>
                    <a:pt x="6819887" y="0"/>
                  </a:moveTo>
                  <a:lnTo>
                    <a:pt x="6791312" y="0"/>
                  </a:lnTo>
                  <a:lnTo>
                    <a:pt x="6791312" y="28575"/>
                  </a:lnTo>
                  <a:lnTo>
                    <a:pt x="6819887" y="28575"/>
                  </a:lnTo>
                  <a:lnTo>
                    <a:pt x="6819887" y="0"/>
                  </a:lnTo>
                  <a:close/>
                </a:path>
                <a:path w="7590155" h="4984115">
                  <a:moveTo>
                    <a:pt x="6855854" y="4955400"/>
                  </a:moveTo>
                  <a:lnTo>
                    <a:pt x="6827279" y="4955400"/>
                  </a:lnTo>
                  <a:lnTo>
                    <a:pt x="6827279" y="4983975"/>
                  </a:lnTo>
                  <a:lnTo>
                    <a:pt x="6855854" y="4983975"/>
                  </a:lnTo>
                  <a:lnTo>
                    <a:pt x="6855854" y="4955400"/>
                  </a:lnTo>
                  <a:close/>
                </a:path>
                <a:path w="7590155" h="4984115">
                  <a:moveTo>
                    <a:pt x="6855854" y="2409825"/>
                  </a:moveTo>
                  <a:lnTo>
                    <a:pt x="6827279" y="2409825"/>
                  </a:lnTo>
                  <a:lnTo>
                    <a:pt x="6827279" y="2438400"/>
                  </a:lnTo>
                  <a:lnTo>
                    <a:pt x="6855854" y="2438400"/>
                  </a:lnTo>
                  <a:lnTo>
                    <a:pt x="6855854" y="2409825"/>
                  </a:lnTo>
                  <a:close/>
                </a:path>
                <a:path w="7590155" h="4984115">
                  <a:moveTo>
                    <a:pt x="6877037" y="2545575"/>
                  </a:moveTo>
                  <a:lnTo>
                    <a:pt x="6848462" y="2545575"/>
                  </a:lnTo>
                  <a:lnTo>
                    <a:pt x="6848462" y="2574150"/>
                  </a:lnTo>
                  <a:lnTo>
                    <a:pt x="6877037" y="2574150"/>
                  </a:lnTo>
                  <a:lnTo>
                    <a:pt x="6877037" y="2545575"/>
                  </a:lnTo>
                  <a:close/>
                </a:path>
                <a:path w="7590155" h="4984115">
                  <a:moveTo>
                    <a:pt x="6877037" y="0"/>
                  </a:moveTo>
                  <a:lnTo>
                    <a:pt x="6848462" y="0"/>
                  </a:lnTo>
                  <a:lnTo>
                    <a:pt x="6848462" y="28575"/>
                  </a:lnTo>
                  <a:lnTo>
                    <a:pt x="6877037" y="28575"/>
                  </a:lnTo>
                  <a:lnTo>
                    <a:pt x="6877037" y="0"/>
                  </a:lnTo>
                  <a:close/>
                </a:path>
                <a:path w="7590155" h="4984115">
                  <a:moveTo>
                    <a:pt x="6913004" y="4955400"/>
                  </a:moveTo>
                  <a:lnTo>
                    <a:pt x="6884429" y="4955400"/>
                  </a:lnTo>
                  <a:lnTo>
                    <a:pt x="6884429" y="4983975"/>
                  </a:lnTo>
                  <a:lnTo>
                    <a:pt x="6913004" y="4983975"/>
                  </a:lnTo>
                  <a:lnTo>
                    <a:pt x="6913004" y="4955400"/>
                  </a:lnTo>
                  <a:close/>
                </a:path>
                <a:path w="7590155" h="4984115">
                  <a:moveTo>
                    <a:pt x="6913004" y="2409825"/>
                  </a:moveTo>
                  <a:lnTo>
                    <a:pt x="6884429" y="2409825"/>
                  </a:lnTo>
                  <a:lnTo>
                    <a:pt x="6884429" y="2438400"/>
                  </a:lnTo>
                  <a:lnTo>
                    <a:pt x="6913004" y="2438400"/>
                  </a:lnTo>
                  <a:lnTo>
                    <a:pt x="6913004" y="2409825"/>
                  </a:lnTo>
                  <a:close/>
                </a:path>
                <a:path w="7590155" h="4984115">
                  <a:moveTo>
                    <a:pt x="6934187" y="2545575"/>
                  </a:moveTo>
                  <a:lnTo>
                    <a:pt x="6905612" y="2545575"/>
                  </a:lnTo>
                  <a:lnTo>
                    <a:pt x="6905612" y="2574150"/>
                  </a:lnTo>
                  <a:lnTo>
                    <a:pt x="6934187" y="2574150"/>
                  </a:lnTo>
                  <a:lnTo>
                    <a:pt x="6934187" y="2545575"/>
                  </a:lnTo>
                  <a:close/>
                </a:path>
                <a:path w="7590155" h="4984115">
                  <a:moveTo>
                    <a:pt x="6934187" y="0"/>
                  </a:moveTo>
                  <a:lnTo>
                    <a:pt x="6905612" y="0"/>
                  </a:lnTo>
                  <a:lnTo>
                    <a:pt x="6905612" y="28575"/>
                  </a:lnTo>
                  <a:lnTo>
                    <a:pt x="6934187" y="28575"/>
                  </a:lnTo>
                  <a:lnTo>
                    <a:pt x="6934187" y="0"/>
                  </a:lnTo>
                  <a:close/>
                </a:path>
                <a:path w="7590155" h="4984115">
                  <a:moveTo>
                    <a:pt x="6970154" y="4955400"/>
                  </a:moveTo>
                  <a:lnTo>
                    <a:pt x="6941579" y="4955400"/>
                  </a:lnTo>
                  <a:lnTo>
                    <a:pt x="6941579" y="4983975"/>
                  </a:lnTo>
                  <a:lnTo>
                    <a:pt x="6970154" y="4983975"/>
                  </a:lnTo>
                  <a:lnTo>
                    <a:pt x="6970154" y="4955400"/>
                  </a:lnTo>
                  <a:close/>
                </a:path>
                <a:path w="7590155" h="4984115">
                  <a:moveTo>
                    <a:pt x="6970154" y="2409825"/>
                  </a:moveTo>
                  <a:lnTo>
                    <a:pt x="6941579" y="2409825"/>
                  </a:lnTo>
                  <a:lnTo>
                    <a:pt x="6941579" y="2438400"/>
                  </a:lnTo>
                  <a:lnTo>
                    <a:pt x="6970154" y="2438400"/>
                  </a:lnTo>
                  <a:lnTo>
                    <a:pt x="6970154" y="2409825"/>
                  </a:lnTo>
                  <a:close/>
                </a:path>
                <a:path w="7590155" h="4984115">
                  <a:moveTo>
                    <a:pt x="6991337" y="2545575"/>
                  </a:moveTo>
                  <a:lnTo>
                    <a:pt x="6962762" y="2545575"/>
                  </a:lnTo>
                  <a:lnTo>
                    <a:pt x="6962762" y="2574150"/>
                  </a:lnTo>
                  <a:lnTo>
                    <a:pt x="6991337" y="2574150"/>
                  </a:lnTo>
                  <a:lnTo>
                    <a:pt x="6991337" y="2545575"/>
                  </a:lnTo>
                  <a:close/>
                </a:path>
                <a:path w="7590155" h="4984115">
                  <a:moveTo>
                    <a:pt x="6991337" y="0"/>
                  </a:moveTo>
                  <a:lnTo>
                    <a:pt x="6962762" y="0"/>
                  </a:lnTo>
                  <a:lnTo>
                    <a:pt x="6962762" y="28575"/>
                  </a:lnTo>
                  <a:lnTo>
                    <a:pt x="6991337" y="28575"/>
                  </a:lnTo>
                  <a:lnTo>
                    <a:pt x="6991337" y="0"/>
                  </a:lnTo>
                  <a:close/>
                </a:path>
                <a:path w="7590155" h="4984115">
                  <a:moveTo>
                    <a:pt x="7027304" y="4955400"/>
                  </a:moveTo>
                  <a:lnTo>
                    <a:pt x="6998729" y="4955400"/>
                  </a:lnTo>
                  <a:lnTo>
                    <a:pt x="6998729" y="4983975"/>
                  </a:lnTo>
                  <a:lnTo>
                    <a:pt x="7027304" y="4983975"/>
                  </a:lnTo>
                  <a:lnTo>
                    <a:pt x="7027304" y="4955400"/>
                  </a:lnTo>
                  <a:close/>
                </a:path>
                <a:path w="7590155" h="4984115">
                  <a:moveTo>
                    <a:pt x="7027304" y="2409825"/>
                  </a:moveTo>
                  <a:lnTo>
                    <a:pt x="6998729" y="2409825"/>
                  </a:lnTo>
                  <a:lnTo>
                    <a:pt x="6998729" y="2438400"/>
                  </a:lnTo>
                  <a:lnTo>
                    <a:pt x="7027304" y="2438400"/>
                  </a:lnTo>
                  <a:lnTo>
                    <a:pt x="7027304" y="2409825"/>
                  </a:lnTo>
                  <a:close/>
                </a:path>
                <a:path w="7590155" h="4984115">
                  <a:moveTo>
                    <a:pt x="7048487" y="2545575"/>
                  </a:moveTo>
                  <a:lnTo>
                    <a:pt x="7019912" y="2545575"/>
                  </a:lnTo>
                  <a:lnTo>
                    <a:pt x="7019912" y="2574150"/>
                  </a:lnTo>
                  <a:lnTo>
                    <a:pt x="7048487" y="2574150"/>
                  </a:lnTo>
                  <a:lnTo>
                    <a:pt x="7048487" y="2545575"/>
                  </a:lnTo>
                  <a:close/>
                </a:path>
                <a:path w="7590155" h="4984115">
                  <a:moveTo>
                    <a:pt x="7048487" y="0"/>
                  </a:moveTo>
                  <a:lnTo>
                    <a:pt x="7019912" y="0"/>
                  </a:lnTo>
                  <a:lnTo>
                    <a:pt x="7019912" y="28575"/>
                  </a:lnTo>
                  <a:lnTo>
                    <a:pt x="7048487" y="28575"/>
                  </a:lnTo>
                  <a:lnTo>
                    <a:pt x="7048487" y="0"/>
                  </a:lnTo>
                  <a:close/>
                </a:path>
                <a:path w="7590155" h="4984115">
                  <a:moveTo>
                    <a:pt x="7084454" y="4955400"/>
                  </a:moveTo>
                  <a:lnTo>
                    <a:pt x="7055879" y="4955400"/>
                  </a:lnTo>
                  <a:lnTo>
                    <a:pt x="7055879" y="4983975"/>
                  </a:lnTo>
                  <a:lnTo>
                    <a:pt x="7084454" y="4983975"/>
                  </a:lnTo>
                  <a:lnTo>
                    <a:pt x="7084454" y="4955400"/>
                  </a:lnTo>
                  <a:close/>
                </a:path>
                <a:path w="7590155" h="4984115">
                  <a:moveTo>
                    <a:pt x="7084454" y="2409825"/>
                  </a:moveTo>
                  <a:lnTo>
                    <a:pt x="7055879" y="2409825"/>
                  </a:lnTo>
                  <a:lnTo>
                    <a:pt x="7055879" y="2438400"/>
                  </a:lnTo>
                  <a:lnTo>
                    <a:pt x="7084454" y="2438400"/>
                  </a:lnTo>
                  <a:lnTo>
                    <a:pt x="7084454" y="2409825"/>
                  </a:lnTo>
                  <a:close/>
                </a:path>
                <a:path w="7590155" h="4984115">
                  <a:moveTo>
                    <a:pt x="7105637" y="2545575"/>
                  </a:moveTo>
                  <a:lnTo>
                    <a:pt x="7077062" y="2545575"/>
                  </a:lnTo>
                  <a:lnTo>
                    <a:pt x="7077062" y="2574150"/>
                  </a:lnTo>
                  <a:lnTo>
                    <a:pt x="7105637" y="2574150"/>
                  </a:lnTo>
                  <a:lnTo>
                    <a:pt x="7105637" y="2545575"/>
                  </a:lnTo>
                  <a:close/>
                </a:path>
                <a:path w="7590155" h="4984115">
                  <a:moveTo>
                    <a:pt x="7105637" y="0"/>
                  </a:moveTo>
                  <a:lnTo>
                    <a:pt x="7077062" y="0"/>
                  </a:lnTo>
                  <a:lnTo>
                    <a:pt x="7077062" y="28575"/>
                  </a:lnTo>
                  <a:lnTo>
                    <a:pt x="7105637" y="28575"/>
                  </a:lnTo>
                  <a:lnTo>
                    <a:pt x="7105637" y="0"/>
                  </a:lnTo>
                  <a:close/>
                </a:path>
                <a:path w="7590155" h="4984115">
                  <a:moveTo>
                    <a:pt x="7141604" y="4955400"/>
                  </a:moveTo>
                  <a:lnTo>
                    <a:pt x="7113029" y="4955400"/>
                  </a:lnTo>
                  <a:lnTo>
                    <a:pt x="7113029" y="4983975"/>
                  </a:lnTo>
                  <a:lnTo>
                    <a:pt x="7141604" y="4983975"/>
                  </a:lnTo>
                  <a:lnTo>
                    <a:pt x="7141604" y="4955400"/>
                  </a:lnTo>
                  <a:close/>
                </a:path>
                <a:path w="7590155" h="4984115">
                  <a:moveTo>
                    <a:pt x="7141604" y="2409825"/>
                  </a:moveTo>
                  <a:lnTo>
                    <a:pt x="7113029" y="2409825"/>
                  </a:lnTo>
                  <a:lnTo>
                    <a:pt x="7113029" y="2438400"/>
                  </a:lnTo>
                  <a:lnTo>
                    <a:pt x="7141604" y="2438400"/>
                  </a:lnTo>
                  <a:lnTo>
                    <a:pt x="7141604" y="2409825"/>
                  </a:lnTo>
                  <a:close/>
                </a:path>
                <a:path w="7590155" h="4984115">
                  <a:moveTo>
                    <a:pt x="7162787" y="2545575"/>
                  </a:moveTo>
                  <a:lnTo>
                    <a:pt x="7134212" y="2545575"/>
                  </a:lnTo>
                  <a:lnTo>
                    <a:pt x="7134212" y="2574150"/>
                  </a:lnTo>
                  <a:lnTo>
                    <a:pt x="7162787" y="2574150"/>
                  </a:lnTo>
                  <a:lnTo>
                    <a:pt x="7162787" y="2545575"/>
                  </a:lnTo>
                  <a:close/>
                </a:path>
                <a:path w="7590155" h="4984115">
                  <a:moveTo>
                    <a:pt x="7162787" y="0"/>
                  </a:moveTo>
                  <a:lnTo>
                    <a:pt x="7134212" y="0"/>
                  </a:lnTo>
                  <a:lnTo>
                    <a:pt x="7134212" y="28575"/>
                  </a:lnTo>
                  <a:lnTo>
                    <a:pt x="7162787" y="28575"/>
                  </a:lnTo>
                  <a:lnTo>
                    <a:pt x="7162787" y="0"/>
                  </a:lnTo>
                  <a:close/>
                </a:path>
                <a:path w="7590155" h="4984115">
                  <a:moveTo>
                    <a:pt x="7198754" y="4955400"/>
                  </a:moveTo>
                  <a:lnTo>
                    <a:pt x="7170179" y="4955400"/>
                  </a:lnTo>
                  <a:lnTo>
                    <a:pt x="7170179" y="4983975"/>
                  </a:lnTo>
                  <a:lnTo>
                    <a:pt x="7198754" y="4983975"/>
                  </a:lnTo>
                  <a:lnTo>
                    <a:pt x="7198754" y="4955400"/>
                  </a:lnTo>
                  <a:close/>
                </a:path>
                <a:path w="7590155" h="4984115">
                  <a:moveTo>
                    <a:pt x="7198754" y="2409825"/>
                  </a:moveTo>
                  <a:lnTo>
                    <a:pt x="7170179" y="2409825"/>
                  </a:lnTo>
                  <a:lnTo>
                    <a:pt x="7170179" y="2438400"/>
                  </a:lnTo>
                  <a:lnTo>
                    <a:pt x="7198754" y="2438400"/>
                  </a:lnTo>
                  <a:lnTo>
                    <a:pt x="7198754" y="2409825"/>
                  </a:lnTo>
                  <a:close/>
                </a:path>
                <a:path w="7590155" h="4984115">
                  <a:moveTo>
                    <a:pt x="7219937" y="2545575"/>
                  </a:moveTo>
                  <a:lnTo>
                    <a:pt x="7191362" y="2545575"/>
                  </a:lnTo>
                  <a:lnTo>
                    <a:pt x="7191362" y="2574150"/>
                  </a:lnTo>
                  <a:lnTo>
                    <a:pt x="7219937" y="2574150"/>
                  </a:lnTo>
                  <a:lnTo>
                    <a:pt x="7219937" y="2545575"/>
                  </a:lnTo>
                  <a:close/>
                </a:path>
                <a:path w="7590155" h="4984115">
                  <a:moveTo>
                    <a:pt x="7219937" y="0"/>
                  </a:moveTo>
                  <a:lnTo>
                    <a:pt x="7191362" y="0"/>
                  </a:lnTo>
                  <a:lnTo>
                    <a:pt x="7191362" y="28575"/>
                  </a:lnTo>
                  <a:lnTo>
                    <a:pt x="7219937" y="28575"/>
                  </a:lnTo>
                  <a:lnTo>
                    <a:pt x="7219937" y="0"/>
                  </a:lnTo>
                  <a:close/>
                </a:path>
                <a:path w="7590155" h="4984115">
                  <a:moveTo>
                    <a:pt x="7255904" y="4955400"/>
                  </a:moveTo>
                  <a:lnTo>
                    <a:pt x="7227329" y="4955400"/>
                  </a:lnTo>
                  <a:lnTo>
                    <a:pt x="7227329" y="4983975"/>
                  </a:lnTo>
                  <a:lnTo>
                    <a:pt x="7255904" y="4983975"/>
                  </a:lnTo>
                  <a:lnTo>
                    <a:pt x="7255904" y="4955400"/>
                  </a:lnTo>
                  <a:close/>
                </a:path>
                <a:path w="7590155" h="4984115">
                  <a:moveTo>
                    <a:pt x="7255904" y="2409825"/>
                  </a:moveTo>
                  <a:lnTo>
                    <a:pt x="7227329" y="2409825"/>
                  </a:lnTo>
                  <a:lnTo>
                    <a:pt x="7227329" y="2438400"/>
                  </a:lnTo>
                  <a:lnTo>
                    <a:pt x="7255904" y="2438400"/>
                  </a:lnTo>
                  <a:lnTo>
                    <a:pt x="7255904" y="2409825"/>
                  </a:lnTo>
                  <a:close/>
                </a:path>
                <a:path w="7590155" h="4984115">
                  <a:moveTo>
                    <a:pt x="7277087" y="2545575"/>
                  </a:moveTo>
                  <a:lnTo>
                    <a:pt x="7248512" y="2545575"/>
                  </a:lnTo>
                  <a:lnTo>
                    <a:pt x="7248512" y="2574150"/>
                  </a:lnTo>
                  <a:lnTo>
                    <a:pt x="7277087" y="2574150"/>
                  </a:lnTo>
                  <a:lnTo>
                    <a:pt x="7277087" y="2545575"/>
                  </a:lnTo>
                  <a:close/>
                </a:path>
                <a:path w="7590155" h="4984115">
                  <a:moveTo>
                    <a:pt x="7277087" y="0"/>
                  </a:moveTo>
                  <a:lnTo>
                    <a:pt x="7248512" y="0"/>
                  </a:lnTo>
                  <a:lnTo>
                    <a:pt x="7248512" y="28575"/>
                  </a:lnTo>
                  <a:lnTo>
                    <a:pt x="7277087" y="28575"/>
                  </a:lnTo>
                  <a:lnTo>
                    <a:pt x="7277087" y="0"/>
                  </a:lnTo>
                  <a:close/>
                </a:path>
                <a:path w="7590155" h="4984115">
                  <a:moveTo>
                    <a:pt x="7313054" y="4955400"/>
                  </a:moveTo>
                  <a:lnTo>
                    <a:pt x="7284479" y="4955400"/>
                  </a:lnTo>
                  <a:lnTo>
                    <a:pt x="7284479" y="4983975"/>
                  </a:lnTo>
                  <a:lnTo>
                    <a:pt x="7313054" y="4983975"/>
                  </a:lnTo>
                  <a:lnTo>
                    <a:pt x="7313054" y="4955400"/>
                  </a:lnTo>
                  <a:close/>
                </a:path>
                <a:path w="7590155" h="4984115">
                  <a:moveTo>
                    <a:pt x="7313054" y="2409825"/>
                  </a:moveTo>
                  <a:lnTo>
                    <a:pt x="7284479" y="2409825"/>
                  </a:lnTo>
                  <a:lnTo>
                    <a:pt x="7284479" y="2438400"/>
                  </a:lnTo>
                  <a:lnTo>
                    <a:pt x="7313054" y="2438400"/>
                  </a:lnTo>
                  <a:lnTo>
                    <a:pt x="7313054" y="2409825"/>
                  </a:lnTo>
                  <a:close/>
                </a:path>
                <a:path w="7590155" h="4984115">
                  <a:moveTo>
                    <a:pt x="7334237" y="2545575"/>
                  </a:moveTo>
                  <a:lnTo>
                    <a:pt x="7305662" y="2545575"/>
                  </a:lnTo>
                  <a:lnTo>
                    <a:pt x="7305662" y="2574150"/>
                  </a:lnTo>
                  <a:lnTo>
                    <a:pt x="7334237" y="2574150"/>
                  </a:lnTo>
                  <a:lnTo>
                    <a:pt x="7334237" y="2545575"/>
                  </a:lnTo>
                  <a:close/>
                </a:path>
                <a:path w="7590155" h="4984115">
                  <a:moveTo>
                    <a:pt x="7334237" y="0"/>
                  </a:moveTo>
                  <a:lnTo>
                    <a:pt x="7305662" y="0"/>
                  </a:lnTo>
                  <a:lnTo>
                    <a:pt x="7305662" y="28575"/>
                  </a:lnTo>
                  <a:lnTo>
                    <a:pt x="7334237" y="28575"/>
                  </a:lnTo>
                  <a:lnTo>
                    <a:pt x="7334237" y="0"/>
                  </a:lnTo>
                  <a:close/>
                </a:path>
                <a:path w="7590155" h="4984115">
                  <a:moveTo>
                    <a:pt x="7370204" y="4955400"/>
                  </a:moveTo>
                  <a:lnTo>
                    <a:pt x="7341629" y="4955400"/>
                  </a:lnTo>
                  <a:lnTo>
                    <a:pt x="7341629" y="4983975"/>
                  </a:lnTo>
                  <a:lnTo>
                    <a:pt x="7370204" y="4983975"/>
                  </a:lnTo>
                  <a:lnTo>
                    <a:pt x="7370204" y="4955400"/>
                  </a:lnTo>
                  <a:close/>
                </a:path>
                <a:path w="7590155" h="4984115">
                  <a:moveTo>
                    <a:pt x="7370204" y="2409825"/>
                  </a:moveTo>
                  <a:lnTo>
                    <a:pt x="7341629" y="2409825"/>
                  </a:lnTo>
                  <a:lnTo>
                    <a:pt x="7341629" y="2438400"/>
                  </a:lnTo>
                  <a:lnTo>
                    <a:pt x="7370204" y="2438400"/>
                  </a:lnTo>
                  <a:lnTo>
                    <a:pt x="7370204" y="2409825"/>
                  </a:lnTo>
                  <a:close/>
                </a:path>
                <a:path w="7590155" h="4984115">
                  <a:moveTo>
                    <a:pt x="7391387" y="2545575"/>
                  </a:moveTo>
                  <a:lnTo>
                    <a:pt x="7362812" y="2545575"/>
                  </a:lnTo>
                  <a:lnTo>
                    <a:pt x="7362812" y="2574150"/>
                  </a:lnTo>
                  <a:lnTo>
                    <a:pt x="7391387" y="2574150"/>
                  </a:lnTo>
                  <a:lnTo>
                    <a:pt x="7391387" y="2545575"/>
                  </a:lnTo>
                  <a:close/>
                </a:path>
                <a:path w="7590155" h="4984115">
                  <a:moveTo>
                    <a:pt x="7391387" y="0"/>
                  </a:moveTo>
                  <a:lnTo>
                    <a:pt x="7362812" y="0"/>
                  </a:lnTo>
                  <a:lnTo>
                    <a:pt x="7362812" y="28575"/>
                  </a:lnTo>
                  <a:lnTo>
                    <a:pt x="7391387" y="28575"/>
                  </a:lnTo>
                  <a:lnTo>
                    <a:pt x="7391387" y="0"/>
                  </a:lnTo>
                  <a:close/>
                </a:path>
                <a:path w="7590155" h="4984115">
                  <a:moveTo>
                    <a:pt x="7427354" y="4955400"/>
                  </a:moveTo>
                  <a:lnTo>
                    <a:pt x="7398779" y="4955400"/>
                  </a:lnTo>
                  <a:lnTo>
                    <a:pt x="7398779" y="4983975"/>
                  </a:lnTo>
                  <a:lnTo>
                    <a:pt x="7427354" y="4983975"/>
                  </a:lnTo>
                  <a:lnTo>
                    <a:pt x="7427354" y="4955400"/>
                  </a:lnTo>
                  <a:close/>
                </a:path>
                <a:path w="7590155" h="4984115">
                  <a:moveTo>
                    <a:pt x="7427354" y="2409825"/>
                  </a:moveTo>
                  <a:lnTo>
                    <a:pt x="7398779" y="2409825"/>
                  </a:lnTo>
                  <a:lnTo>
                    <a:pt x="7398779" y="2438400"/>
                  </a:lnTo>
                  <a:lnTo>
                    <a:pt x="7427354" y="2438400"/>
                  </a:lnTo>
                  <a:lnTo>
                    <a:pt x="7427354" y="2409825"/>
                  </a:lnTo>
                  <a:close/>
                </a:path>
                <a:path w="7590155" h="4984115">
                  <a:moveTo>
                    <a:pt x="7448677" y="2547607"/>
                  </a:moveTo>
                  <a:lnTo>
                    <a:pt x="7428116" y="2545575"/>
                  </a:lnTo>
                  <a:lnTo>
                    <a:pt x="7419962" y="2545575"/>
                  </a:lnTo>
                  <a:lnTo>
                    <a:pt x="7419962" y="2574150"/>
                  </a:lnTo>
                  <a:lnTo>
                    <a:pt x="7433805" y="2574150"/>
                  </a:lnTo>
                  <a:lnTo>
                    <a:pt x="7439482" y="2574518"/>
                  </a:lnTo>
                  <a:lnTo>
                    <a:pt x="7445121" y="2575242"/>
                  </a:lnTo>
                  <a:lnTo>
                    <a:pt x="7445210" y="2574518"/>
                  </a:lnTo>
                  <a:lnTo>
                    <a:pt x="7445261" y="2574150"/>
                  </a:lnTo>
                  <a:lnTo>
                    <a:pt x="7448677" y="2547607"/>
                  </a:lnTo>
                  <a:close/>
                </a:path>
                <a:path w="7590155" h="4984115">
                  <a:moveTo>
                    <a:pt x="7448677" y="2032"/>
                  </a:moveTo>
                  <a:lnTo>
                    <a:pt x="7428116" y="0"/>
                  </a:lnTo>
                  <a:lnTo>
                    <a:pt x="7419962" y="0"/>
                  </a:lnTo>
                  <a:lnTo>
                    <a:pt x="7419962" y="28575"/>
                  </a:lnTo>
                  <a:lnTo>
                    <a:pt x="7433805" y="28575"/>
                  </a:lnTo>
                  <a:lnTo>
                    <a:pt x="7439482" y="28930"/>
                  </a:lnTo>
                  <a:lnTo>
                    <a:pt x="7445121" y="29654"/>
                  </a:lnTo>
                  <a:lnTo>
                    <a:pt x="7445210" y="28930"/>
                  </a:lnTo>
                  <a:lnTo>
                    <a:pt x="7445261" y="28575"/>
                  </a:lnTo>
                  <a:lnTo>
                    <a:pt x="7448677" y="2032"/>
                  </a:lnTo>
                  <a:close/>
                </a:path>
                <a:path w="7590155" h="4984115">
                  <a:moveTo>
                    <a:pt x="7483564" y="4973625"/>
                  </a:moveTo>
                  <a:lnTo>
                    <a:pt x="7473924" y="4947285"/>
                  </a:lnTo>
                  <a:lnTo>
                    <a:pt x="7466520" y="4949990"/>
                  </a:lnTo>
                  <a:lnTo>
                    <a:pt x="7458938" y="4952035"/>
                  </a:lnTo>
                  <a:lnTo>
                    <a:pt x="7451179" y="4953393"/>
                  </a:lnTo>
                  <a:lnTo>
                    <a:pt x="7456056" y="4981206"/>
                  </a:lnTo>
                  <a:lnTo>
                    <a:pt x="7459853" y="4980838"/>
                  </a:lnTo>
                  <a:lnTo>
                    <a:pt x="7483564" y="4973625"/>
                  </a:lnTo>
                  <a:close/>
                </a:path>
                <a:path w="7590155" h="4984115">
                  <a:moveTo>
                    <a:pt x="7483564" y="2428049"/>
                  </a:moveTo>
                  <a:lnTo>
                    <a:pt x="7473924" y="2401697"/>
                  </a:lnTo>
                  <a:lnTo>
                    <a:pt x="7466520" y="2404414"/>
                  </a:lnTo>
                  <a:lnTo>
                    <a:pt x="7458938" y="2406446"/>
                  </a:lnTo>
                  <a:lnTo>
                    <a:pt x="7451179" y="2407805"/>
                  </a:lnTo>
                  <a:lnTo>
                    <a:pt x="7456056" y="2435631"/>
                  </a:lnTo>
                  <a:lnTo>
                    <a:pt x="7459853" y="2435250"/>
                  </a:lnTo>
                  <a:lnTo>
                    <a:pt x="7483564" y="2428049"/>
                  </a:lnTo>
                  <a:close/>
                </a:path>
                <a:path w="7590155" h="4984115">
                  <a:moveTo>
                    <a:pt x="7502766" y="2564676"/>
                  </a:moveTo>
                  <a:lnTo>
                    <a:pt x="7490079" y="2557907"/>
                  </a:lnTo>
                  <a:lnTo>
                    <a:pt x="7476528" y="2553779"/>
                  </a:lnTo>
                  <a:lnTo>
                    <a:pt x="7468171" y="2580309"/>
                  </a:lnTo>
                  <a:lnTo>
                    <a:pt x="7475677" y="2582672"/>
                  </a:lnTo>
                  <a:lnTo>
                    <a:pt x="7482916" y="2585682"/>
                  </a:lnTo>
                  <a:lnTo>
                    <a:pt x="7489888" y="2589326"/>
                  </a:lnTo>
                  <a:lnTo>
                    <a:pt x="7502766" y="2564676"/>
                  </a:lnTo>
                  <a:close/>
                </a:path>
                <a:path w="7590155" h="4984115">
                  <a:moveTo>
                    <a:pt x="7502766" y="19100"/>
                  </a:moveTo>
                  <a:lnTo>
                    <a:pt x="7490079" y="12319"/>
                  </a:lnTo>
                  <a:lnTo>
                    <a:pt x="7476528" y="8204"/>
                  </a:lnTo>
                  <a:lnTo>
                    <a:pt x="7468171" y="34721"/>
                  </a:lnTo>
                  <a:lnTo>
                    <a:pt x="7475677" y="37096"/>
                  </a:lnTo>
                  <a:lnTo>
                    <a:pt x="7482916" y="40093"/>
                  </a:lnTo>
                  <a:lnTo>
                    <a:pt x="7489888" y="43738"/>
                  </a:lnTo>
                  <a:lnTo>
                    <a:pt x="7502766" y="19100"/>
                  </a:lnTo>
                  <a:close/>
                </a:path>
                <a:path w="7590155" h="4984115">
                  <a:moveTo>
                    <a:pt x="7532548" y="4944796"/>
                  </a:moveTo>
                  <a:lnTo>
                    <a:pt x="7514526" y="4923612"/>
                  </a:lnTo>
                  <a:lnTo>
                    <a:pt x="7508494" y="4928743"/>
                  </a:lnTo>
                  <a:lnTo>
                    <a:pt x="7502055" y="4933302"/>
                  </a:lnTo>
                  <a:lnTo>
                    <a:pt x="7495222" y="4937290"/>
                  </a:lnTo>
                  <a:lnTo>
                    <a:pt x="7509269" y="4961407"/>
                  </a:lnTo>
                  <a:lnTo>
                    <a:pt x="7517943" y="4956772"/>
                  </a:lnTo>
                  <a:lnTo>
                    <a:pt x="7532548" y="4944796"/>
                  </a:lnTo>
                  <a:close/>
                </a:path>
                <a:path w="7590155" h="4984115">
                  <a:moveTo>
                    <a:pt x="7532548" y="2399220"/>
                  </a:moveTo>
                  <a:lnTo>
                    <a:pt x="7514526" y="2378037"/>
                  </a:lnTo>
                  <a:lnTo>
                    <a:pt x="7508494" y="2383167"/>
                  </a:lnTo>
                  <a:lnTo>
                    <a:pt x="7502055" y="2387727"/>
                  </a:lnTo>
                  <a:lnTo>
                    <a:pt x="7495222" y="2391702"/>
                  </a:lnTo>
                  <a:lnTo>
                    <a:pt x="7509269" y="2415819"/>
                  </a:lnTo>
                  <a:lnTo>
                    <a:pt x="7517943" y="2411184"/>
                  </a:lnTo>
                  <a:lnTo>
                    <a:pt x="7532548" y="2399220"/>
                  </a:lnTo>
                  <a:close/>
                </a:path>
                <a:path w="7590155" h="4984115">
                  <a:moveTo>
                    <a:pt x="7548004" y="2599588"/>
                  </a:moveTo>
                  <a:lnTo>
                    <a:pt x="7542606" y="2592997"/>
                  </a:lnTo>
                  <a:lnTo>
                    <a:pt x="7526807" y="2580043"/>
                  </a:lnTo>
                  <a:lnTo>
                    <a:pt x="7509751" y="2602065"/>
                  </a:lnTo>
                  <a:lnTo>
                    <a:pt x="7514209" y="2605506"/>
                  </a:lnTo>
                  <a:lnTo>
                    <a:pt x="7518425" y="2609227"/>
                  </a:lnTo>
                  <a:lnTo>
                    <a:pt x="7524051" y="2614853"/>
                  </a:lnTo>
                  <a:lnTo>
                    <a:pt x="7525664" y="2616555"/>
                  </a:lnTo>
                  <a:lnTo>
                    <a:pt x="7527226" y="2618295"/>
                  </a:lnTo>
                  <a:lnTo>
                    <a:pt x="7548004" y="2599588"/>
                  </a:lnTo>
                  <a:close/>
                </a:path>
                <a:path w="7590155" h="4984115">
                  <a:moveTo>
                    <a:pt x="7548004" y="54000"/>
                  </a:moveTo>
                  <a:lnTo>
                    <a:pt x="7542606" y="47421"/>
                  </a:lnTo>
                  <a:lnTo>
                    <a:pt x="7526807" y="34455"/>
                  </a:lnTo>
                  <a:lnTo>
                    <a:pt x="7509751" y="56476"/>
                  </a:lnTo>
                  <a:lnTo>
                    <a:pt x="7514209" y="59931"/>
                  </a:lnTo>
                  <a:lnTo>
                    <a:pt x="7518425" y="63639"/>
                  </a:lnTo>
                  <a:lnTo>
                    <a:pt x="7524051" y="69278"/>
                  </a:lnTo>
                  <a:lnTo>
                    <a:pt x="7525664" y="70967"/>
                  </a:lnTo>
                  <a:lnTo>
                    <a:pt x="7527226" y="72707"/>
                  </a:lnTo>
                  <a:lnTo>
                    <a:pt x="7548004" y="54000"/>
                  </a:lnTo>
                  <a:close/>
                </a:path>
                <a:path w="7590155" h="4984115">
                  <a:moveTo>
                    <a:pt x="7568844" y="4900625"/>
                  </a:moveTo>
                  <a:lnTo>
                    <a:pt x="7544536" y="4887061"/>
                  </a:lnTo>
                  <a:lnTo>
                    <a:pt x="7540688" y="4893970"/>
                  </a:lnTo>
                  <a:lnTo>
                    <a:pt x="7536256" y="4900473"/>
                  </a:lnTo>
                  <a:lnTo>
                    <a:pt x="7536129" y="4900625"/>
                  </a:lnTo>
                  <a:lnTo>
                    <a:pt x="7531240" y="4906594"/>
                  </a:lnTo>
                  <a:lnTo>
                    <a:pt x="7552728" y="4924209"/>
                  </a:lnTo>
                  <a:lnTo>
                    <a:pt x="7562824" y="4911890"/>
                  </a:lnTo>
                  <a:lnTo>
                    <a:pt x="7568844" y="4900625"/>
                  </a:lnTo>
                  <a:close/>
                </a:path>
                <a:path w="7590155" h="4984115">
                  <a:moveTo>
                    <a:pt x="7568844" y="2355050"/>
                  </a:moveTo>
                  <a:lnTo>
                    <a:pt x="7544536" y="2341473"/>
                  </a:lnTo>
                  <a:lnTo>
                    <a:pt x="7540688" y="2348382"/>
                  </a:lnTo>
                  <a:lnTo>
                    <a:pt x="7536256" y="2354897"/>
                  </a:lnTo>
                  <a:lnTo>
                    <a:pt x="7536129" y="2355050"/>
                  </a:lnTo>
                  <a:lnTo>
                    <a:pt x="7531240" y="2361006"/>
                  </a:lnTo>
                  <a:lnTo>
                    <a:pt x="7552728" y="2378621"/>
                  </a:lnTo>
                  <a:lnTo>
                    <a:pt x="7562824" y="2366302"/>
                  </a:lnTo>
                  <a:lnTo>
                    <a:pt x="7568844" y="2355050"/>
                  </a:lnTo>
                  <a:close/>
                </a:path>
                <a:path w="7590155" h="4984115">
                  <a:moveTo>
                    <a:pt x="7578395" y="2647785"/>
                  </a:moveTo>
                  <a:lnTo>
                    <a:pt x="7577709" y="2645537"/>
                  </a:lnTo>
                  <a:lnTo>
                    <a:pt x="7565364" y="2622410"/>
                  </a:lnTo>
                  <a:lnTo>
                    <a:pt x="7541450" y="2637244"/>
                  </a:lnTo>
                  <a:lnTo>
                    <a:pt x="7545603" y="2643936"/>
                  </a:lnTo>
                  <a:lnTo>
                    <a:pt x="7549121" y="2650934"/>
                  </a:lnTo>
                  <a:lnTo>
                    <a:pt x="7552029" y="2658249"/>
                  </a:lnTo>
                  <a:lnTo>
                    <a:pt x="7578395" y="2647785"/>
                  </a:lnTo>
                  <a:close/>
                </a:path>
                <a:path w="7590155" h="4984115">
                  <a:moveTo>
                    <a:pt x="7578395" y="102196"/>
                  </a:moveTo>
                  <a:lnTo>
                    <a:pt x="7577709" y="99949"/>
                  </a:lnTo>
                  <a:lnTo>
                    <a:pt x="7565364" y="76835"/>
                  </a:lnTo>
                  <a:lnTo>
                    <a:pt x="7541450" y="91655"/>
                  </a:lnTo>
                  <a:lnTo>
                    <a:pt x="7545603" y="98348"/>
                  </a:lnTo>
                  <a:lnTo>
                    <a:pt x="7549121" y="105359"/>
                  </a:lnTo>
                  <a:lnTo>
                    <a:pt x="7552029" y="112674"/>
                  </a:lnTo>
                  <a:lnTo>
                    <a:pt x="7578395" y="102196"/>
                  </a:lnTo>
                  <a:close/>
                </a:path>
                <a:path w="7590155" h="4984115">
                  <a:moveTo>
                    <a:pt x="7587564" y="4847069"/>
                  </a:moveTo>
                  <a:lnTo>
                    <a:pt x="7559853" y="4842726"/>
                  </a:lnTo>
                  <a:lnTo>
                    <a:pt x="7558633" y="4850511"/>
                  </a:lnTo>
                  <a:lnTo>
                    <a:pt x="7556728" y="4858143"/>
                  </a:lnTo>
                  <a:lnTo>
                    <a:pt x="7554150" y="4865598"/>
                  </a:lnTo>
                  <a:lnTo>
                    <a:pt x="7580541" y="4874704"/>
                  </a:lnTo>
                  <a:lnTo>
                    <a:pt x="7586891" y="4853787"/>
                  </a:lnTo>
                  <a:lnTo>
                    <a:pt x="7587564" y="4847069"/>
                  </a:lnTo>
                  <a:close/>
                </a:path>
                <a:path w="7590155" h="4984115">
                  <a:moveTo>
                    <a:pt x="7587564" y="2301481"/>
                  </a:moveTo>
                  <a:lnTo>
                    <a:pt x="7559853" y="2297138"/>
                  </a:lnTo>
                  <a:lnTo>
                    <a:pt x="7558633" y="2304935"/>
                  </a:lnTo>
                  <a:lnTo>
                    <a:pt x="7556728" y="2312555"/>
                  </a:lnTo>
                  <a:lnTo>
                    <a:pt x="7554150" y="2320010"/>
                  </a:lnTo>
                  <a:lnTo>
                    <a:pt x="7580541" y="2329129"/>
                  </a:lnTo>
                  <a:lnTo>
                    <a:pt x="7586891" y="2308212"/>
                  </a:lnTo>
                  <a:lnTo>
                    <a:pt x="7587564" y="2301481"/>
                  </a:lnTo>
                  <a:close/>
                </a:path>
                <a:path w="7590155" h="4984115">
                  <a:moveTo>
                    <a:pt x="7589660" y="2703753"/>
                  </a:moveTo>
                  <a:lnTo>
                    <a:pt x="7586891" y="2675763"/>
                  </a:lnTo>
                  <a:lnTo>
                    <a:pt x="7586700" y="2675115"/>
                  </a:lnTo>
                  <a:lnTo>
                    <a:pt x="7558760" y="2680817"/>
                  </a:lnTo>
                  <a:lnTo>
                    <a:pt x="7560348" y="2688590"/>
                  </a:lnTo>
                  <a:lnTo>
                    <a:pt x="7561237" y="2696464"/>
                  </a:lnTo>
                  <a:lnTo>
                    <a:pt x="7561427" y="2704401"/>
                  </a:lnTo>
                  <a:lnTo>
                    <a:pt x="7589660" y="2703753"/>
                  </a:lnTo>
                  <a:close/>
                </a:path>
                <a:path w="7590155" h="4984115">
                  <a:moveTo>
                    <a:pt x="7589660" y="158165"/>
                  </a:moveTo>
                  <a:lnTo>
                    <a:pt x="7586891" y="130175"/>
                  </a:lnTo>
                  <a:lnTo>
                    <a:pt x="7586700" y="129527"/>
                  </a:lnTo>
                  <a:lnTo>
                    <a:pt x="7558760" y="135229"/>
                  </a:lnTo>
                  <a:lnTo>
                    <a:pt x="7560348" y="143014"/>
                  </a:lnTo>
                  <a:lnTo>
                    <a:pt x="7561237" y="150876"/>
                  </a:lnTo>
                  <a:lnTo>
                    <a:pt x="7561427" y="158826"/>
                  </a:lnTo>
                  <a:lnTo>
                    <a:pt x="7589660" y="158165"/>
                  </a:lnTo>
                  <a:close/>
                </a:path>
                <a:path w="7590155" h="4984115">
                  <a:moveTo>
                    <a:pt x="7590041" y="4789779"/>
                  </a:moveTo>
                  <a:lnTo>
                    <a:pt x="7561466" y="4789779"/>
                  </a:lnTo>
                  <a:lnTo>
                    <a:pt x="7561466" y="4818354"/>
                  </a:lnTo>
                  <a:lnTo>
                    <a:pt x="7590041" y="4818354"/>
                  </a:lnTo>
                  <a:lnTo>
                    <a:pt x="7590041" y="4789779"/>
                  </a:lnTo>
                  <a:close/>
                </a:path>
                <a:path w="7590155" h="4984115">
                  <a:moveTo>
                    <a:pt x="7590041" y="4732629"/>
                  </a:moveTo>
                  <a:lnTo>
                    <a:pt x="7561466" y="4732629"/>
                  </a:lnTo>
                  <a:lnTo>
                    <a:pt x="7561466" y="4761204"/>
                  </a:lnTo>
                  <a:lnTo>
                    <a:pt x="7590041" y="4761204"/>
                  </a:lnTo>
                  <a:lnTo>
                    <a:pt x="7590041" y="4732629"/>
                  </a:lnTo>
                  <a:close/>
                </a:path>
                <a:path w="7590155" h="4984115">
                  <a:moveTo>
                    <a:pt x="7590041" y="4675479"/>
                  </a:moveTo>
                  <a:lnTo>
                    <a:pt x="7561466" y="4675479"/>
                  </a:lnTo>
                  <a:lnTo>
                    <a:pt x="7561466" y="4704054"/>
                  </a:lnTo>
                  <a:lnTo>
                    <a:pt x="7590041" y="4704054"/>
                  </a:lnTo>
                  <a:lnTo>
                    <a:pt x="7590041" y="4675479"/>
                  </a:lnTo>
                  <a:close/>
                </a:path>
                <a:path w="7590155" h="4984115">
                  <a:moveTo>
                    <a:pt x="7590041" y="4618329"/>
                  </a:moveTo>
                  <a:lnTo>
                    <a:pt x="7561466" y="4618329"/>
                  </a:lnTo>
                  <a:lnTo>
                    <a:pt x="7561466" y="4646904"/>
                  </a:lnTo>
                  <a:lnTo>
                    <a:pt x="7590041" y="4646904"/>
                  </a:lnTo>
                  <a:lnTo>
                    <a:pt x="7590041" y="4618329"/>
                  </a:lnTo>
                  <a:close/>
                </a:path>
                <a:path w="7590155" h="4984115">
                  <a:moveTo>
                    <a:pt x="7590041" y="4561179"/>
                  </a:moveTo>
                  <a:lnTo>
                    <a:pt x="7561466" y="4561179"/>
                  </a:lnTo>
                  <a:lnTo>
                    <a:pt x="7561466" y="4589754"/>
                  </a:lnTo>
                  <a:lnTo>
                    <a:pt x="7590041" y="4589754"/>
                  </a:lnTo>
                  <a:lnTo>
                    <a:pt x="7590041" y="4561179"/>
                  </a:lnTo>
                  <a:close/>
                </a:path>
                <a:path w="7590155" h="4984115">
                  <a:moveTo>
                    <a:pt x="7590041" y="4504029"/>
                  </a:moveTo>
                  <a:lnTo>
                    <a:pt x="7561466" y="4504029"/>
                  </a:lnTo>
                  <a:lnTo>
                    <a:pt x="7561466" y="4532604"/>
                  </a:lnTo>
                  <a:lnTo>
                    <a:pt x="7590041" y="4532604"/>
                  </a:lnTo>
                  <a:lnTo>
                    <a:pt x="7590041" y="4504029"/>
                  </a:lnTo>
                  <a:close/>
                </a:path>
                <a:path w="7590155" h="4984115">
                  <a:moveTo>
                    <a:pt x="7590041" y="4446879"/>
                  </a:moveTo>
                  <a:lnTo>
                    <a:pt x="7561466" y="4446879"/>
                  </a:lnTo>
                  <a:lnTo>
                    <a:pt x="7561466" y="4475454"/>
                  </a:lnTo>
                  <a:lnTo>
                    <a:pt x="7590041" y="4475454"/>
                  </a:lnTo>
                  <a:lnTo>
                    <a:pt x="7590041" y="4446879"/>
                  </a:lnTo>
                  <a:close/>
                </a:path>
                <a:path w="7590155" h="4984115">
                  <a:moveTo>
                    <a:pt x="7590041" y="4389729"/>
                  </a:moveTo>
                  <a:lnTo>
                    <a:pt x="7561466" y="4389729"/>
                  </a:lnTo>
                  <a:lnTo>
                    <a:pt x="7561466" y="4418304"/>
                  </a:lnTo>
                  <a:lnTo>
                    <a:pt x="7590041" y="4418304"/>
                  </a:lnTo>
                  <a:lnTo>
                    <a:pt x="7590041" y="4389729"/>
                  </a:lnTo>
                  <a:close/>
                </a:path>
                <a:path w="7590155" h="4984115">
                  <a:moveTo>
                    <a:pt x="7590041" y="4332579"/>
                  </a:moveTo>
                  <a:lnTo>
                    <a:pt x="7561466" y="4332579"/>
                  </a:lnTo>
                  <a:lnTo>
                    <a:pt x="7561466" y="4361154"/>
                  </a:lnTo>
                  <a:lnTo>
                    <a:pt x="7590041" y="4361154"/>
                  </a:lnTo>
                  <a:lnTo>
                    <a:pt x="7590041" y="4332579"/>
                  </a:lnTo>
                  <a:close/>
                </a:path>
                <a:path w="7590155" h="4984115">
                  <a:moveTo>
                    <a:pt x="7590041" y="4275429"/>
                  </a:moveTo>
                  <a:lnTo>
                    <a:pt x="7561466" y="4275429"/>
                  </a:lnTo>
                  <a:lnTo>
                    <a:pt x="7561466" y="4304004"/>
                  </a:lnTo>
                  <a:lnTo>
                    <a:pt x="7590041" y="4304004"/>
                  </a:lnTo>
                  <a:lnTo>
                    <a:pt x="7590041" y="4275429"/>
                  </a:lnTo>
                  <a:close/>
                </a:path>
                <a:path w="7590155" h="4984115">
                  <a:moveTo>
                    <a:pt x="7590041" y="4218279"/>
                  </a:moveTo>
                  <a:lnTo>
                    <a:pt x="7561466" y="4218279"/>
                  </a:lnTo>
                  <a:lnTo>
                    <a:pt x="7561466" y="4246854"/>
                  </a:lnTo>
                  <a:lnTo>
                    <a:pt x="7590041" y="4246854"/>
                  </a:lnTo>
                  <a:lnTo>
                    <a:pt x="7590041" y="4218279"/>
                  </a:lnTo>
                  <a:close/>
                </a:path>
                <a:path w="7590155" h="4984115">
                  <a:moveTo>
                    <a:pt x="7590041" y="4161129"/>
                  </a:moveTo>
                  <a:lnTo>
                    <a:pt x="7561466" y="4161129"/>
                  </a:lnTo>
                  <a:lnTo>
                    <a:pt x="7561466" y="4189704"/>
                  </a:lnTo>
                  <a:lnTo>
                    <a:pt x="7590041" y="4189704"/>
                  </a:lnTo>
                  <a:lnTo>
                    <a:pt x="7590041" y="4161129"/>
                  </a:lnTo>
                  <a:close/>
                </a:path>
                <a:path w="7590155" h="4984115">
                  <a:moveTo>
                    <a:pt x="7590041" y="4103979"/>
                  </a:moveTo>
                  <a:lnTo>
                    <a:pt x="7561466" y="4103979"/>
                  </a:lnTo>
                  <a:lnTo>
                    <a:pt x="7561466" y="4132554"/>
                  </a:lnTo>
                  <a:lnTo>
                    <a:pt x="7590041" y="4132554"/>
                  </a:lnTo>
                  <a:lnTo>
                    <a:pt x="7590041" y="4103979"/>
                  </a:lnTo>
                  <a:close/>
                </a:path>
                <a:path w="7590155" h="4984115">
                  <a:moveTo>
                    <a:pt x="7590041" y="4046829"/>
                  </a:moveTo>
                  <a:lnTo>
                    <a:pt x="7561466" y="4046829"/>
                  </a:lnTo>
                  <a:lnTo>
                    <a:pt x="7561466" y="4075404"/>
                  </a:lnTo>
                  <a:lnTo>
                    <a:pt x="7590041" y="4075404"/>
                  </a:lnTo>
                  <a:lnTo>
                    <a:pt x="7590041" y="4046829"/>
                  </a:lnTo>
                  <a:close/>
                </a:path>
                <a:path w="7590155" h="4984115">
                  <a:moveTo>
                    <a:pt x="7590041" y="3989679"/>
                  </a:moveTo>
                  <a:lnTo>
                    <a:pt x="7561466" y="3989679"/>
                  </a:lnTo>
                  <a:lnTo>
                    <a:pt x="7561466" y="4018254"/>
                  </a:lnTo>
                  <a:lnTo>
                    <a:pt x="7590041" y="4018254"/>
                  </a:lnTo>
                  <a:lnTo>
                    <a:pt x="7590041" y="3989679"/>
                  </a:lnTo>
                  <a:close/>
                </a:path>
                <a:path w="7590155" h="4984115">
                  <a:moveTo>
                    <a:pt x="7590041" y="3932529"/>
                  </a:moveTo>
                  <a:lnTo>
                    <a:pt x="7561466" y="3932529"/>
                  </a:lnTo>
                  <a:lnTo>
                    <a:pt x="7561466" y="3961104"/>
                  </a:lnTo>
                  <a:lnTo>
                    <a:pt x="7590041" y="3961104"/>
                  </a:lnTo>
                  <a:lnTo>
                    <a:pt x="7590041" y="3932529"/>
                  </a:lnTo>
                  <a:close/>
                </a:path>
                <a:path w="7590155" h="4984115">
                  <a:moveTo>
                    <a:pt x="7590041" y="3875379"/>
                  </a:moveTo>
                  <a:lnTo>
                    <a:pt x="7561466" y="3875379"/>
                  </a:lnTo>
                  <a:lnTo>
                    <a:pt x="7561466" y="3903954"/>
                  </a:lnTo>
                  <a:lnTo>
                    <a:pt x="7590041" y="3903954"/>
                  </a:lnTo>
                  <a:lnTo>
                    <a:pt x="7590041" y="3875379"/>
                  </a:lnTo>
                  <a:close/>
                </a:path>
                <a:path w="7590155" h="4984115">
                  <a:moveTo>
                    <a:pt x="7590041" y="3818229"/>
                  </a:moveTo>
                  <a:lnTo>
                    <a:pt x="7561466" y="3818229"/>
                  </a:lnTo>
                  <a:lnTo>
                    <a:pt x="7561466" y="3846804"/>
                  </a:lnTo>
                  <a:lnTo>
                    <a:pt x="7590041" y="3846804"/>
                  </a:lnTo>
                  <a:lnTo>
                    <a:pt x="7590041" y="3818229"/>
                  </a:lnTo>
                  <a:close/>
                </a:path>
                <a:path w="7590155" h="4984115">
                  <a:moveTo>
                    <a:pt x="7590041" y="3761079"/>
                  </a:moveTo>
                  <a:lnTo>
                    <a:pt x="7561466" y="3761079"/>
                  </a:lnTo>
                  <a:lnTo>
                    <a:pt x="7561466" y="3789654"/>
                  </a:lnTo>
                  <a:lnTo>
                    <a:pt x="7590041" y="3789654"/>
                  </a:lnTo>
                  <a:lnTo>
                    <a:pt x="7590041" y="3761079"/>
                  </a:lnTo>
                  <a:close/>
                </a:path>
                <a:path w="7590155" h="4984115">
                  <a:moveTo>
                    <a:pt x="7590041" y="3703929"/>
                  </a:moveTo>
                  <a:lnTo>
                    <a:pt x="7561466" y="3703929"/>
                  </a:lnTo>
                  <a:lnTo>
                    <a:pt x="7561466" y="3732504"/>
                  </a:lnTo>
                  <a:lnTo>
                    <a:pt x="7590041" y="3732504"/>
                  </a:lnTo>
                  <a:lnTo>
                    <a:pt x="7590041" y="3703929"/>
                  </a:lnTo>
                  <a:close/>
                </a:path>
                <a:path w="7590155" h="4984115">
                  <a:moveTo>
                    <a:pt x="7590041" y="3646779"/>
                  </a:moveTo>
                  <a:lnTo>
                    <a:pt x="7561466" y="3646779"/>
                  </a:lnTo>
                  <a:lnTo>
                    <a:pt x="7561466" y="3675354"/>
                  </a:lnTo>
                  <a:lnTo>
                    <a:pt x="7590041" y="3675354"/>
                  </a:lnTo>
                  <a:lnTo>
                    <a:pt x="7590041" y="3646779"/>
                  </a:lnTo>
                  <a:close/>
                </a:path>
                <a:path w="7590155" h="4984115">
                  <a:moveTo>
                    <a:pt x="7590041" y="3589629"/>
                  </a:moveTo>
                  <a:lnTo>
                    <a:pt x="7561466" y="3589629"/>
                  </a:lnTo>
                  <a:lnTo>
                    <a:pt x="7561466" y="3618204"/>
                  </a:lnTo>
                  <a:lnTo>
                    <a:pt x="7590041" y="3618204"/>
                  </a:lnTo>
                  <a:lnTo>
                    <a:pt x="7590041" y="3589629"/>
                  </a:lnTo>
                  <a:close/>
                </a:path>
                <a:path w="7590155" h="4984115">
                  <a:moveTo>
                    <a:pt x="7590041" y="3532479"/>
                  </a:moveTo>
                  <a:lnTo>
                    <a:pt x="7561466" y="3532479"/>
                  </a:lnTo>
                  <a:lnTo>
                    <a:pt x="7561466" y="3561054"/>
                  </a:lnTo>
                  <a:lnTo>
                    <a:pt x="7590041" y="3561054"/>
                  </a:lnTo>
                  <a:lnTo>
                    <a:pt x="7590041" y="3532479"/>
                  </a:lnTo>
                  <a:close/>
                </a:path>
                <a:path w="7590155" h="4984115">
                  <a:moveTo>
                    <a:pt x="7590041" y="3475329"/>
                  </a:moveTo>
                  <a:lnTo>
                    <a:pt x="7561466" y="3475329"/>
                  </a:lnTo>
                  <a:lnTo>
                    <a:pt x="7561466" y="3503904"/>
                  </a:lnTo>
                  <a:lnTo>
                    <a:pt x="7590041" y="3503904"/>
                  </a:lnTo>
                  <a:lnTo>
                    <a:pt x="7590041" y="3475329"/>
                  </a:lnTo>
                  <a:close/>
                </a:path>
                <a:path w="7590155" h="4984115">
                  <a:moveTo>
                    <a:pt x="7590041" y="3418179"/>
                  </a:moveTo>
                  <a:lnTo>
                    <a:pt x="7561466" y="3418179"/>
                  </a:lnTo>
                  <a:lnTo>
                    <a:pt x="7561466" y="3446754"/>
                  </a:lnTo>
                  <a:lnTo>
                    <a:pt x="7590041" y="3446754"/>
                  </a:lnTo>
                  <a:lnTo>
                    <a:pt x="7590041" y="3418179"/>
                  </a:lnTo>
                  <a:close/>
                </a:path>
                <a:path w="7590155" h="4984115">
                  <a:moveTo>
                    <a:pt x="7590041" y="3361029"/>
                  </a:moveTo>
                  <a:lnTo>
                    <a:pt x="7561466" y="3361029"/>
                  </a:lnTo>
                  <a:lnTo>
                    <a:pt x="7561466" y="3389604"/>
                  </a:lnTo>
                  <a:lnTo>
                    <a:pt x="7590041" y="3389604"/>
                  </a:lnTo>
                  <a:lnTo>
                    <a:pt x="7590041" y="3361029"/>
                  </a:lnTo>
                  <a:close/>
                </a:path>
                <a:path w="7590155" h="4984115">
                  <a:moveTo>
                    <a:pt x="7590041" y="3303879"/>
                  </a:moveTo>
                  <a:lnTo>
                    <a:pt x="7561466" y="3303879"/>
                  </a:lnTo>
                  <a:lnTo>
                    <a:pt x="7561466" y="3332454"/>
                  </a:lnTo>
                  <a:lnTo>
                    <a:pt x="7590041" y="3332454"/>
                  </a:lnTo>
                  <a:lnTo>
                    <a:pt x="7590041" y="3303879"/>
                  </a:lnTo>
                  <a:close/>
                </a:path>
                <a:path w="7590155" h="4984115">
                  <a:moveTo>
                    <a:pt x="7590041" y="3246729"/>
                  </a:moveTo>
                  <a:lnTo>
                    <a:pt x="7561466" y="3246729"/>
                  </a:lnTo>
                  <a:lnTo>
                    <a:pt x="7561466" y="3275304"/>
                  </a:lnTo>
                  <a:lnTo>
                    <a:pt x="7590041" y="3275304"/>
                  </a:lnTo>
                  <a:lnTo>
                    <a:pt x="7590041" y="3246729"/>
                  </a:lnTo>
                  <a:close/>
                </a:path>
                <a:path w="7590155" h="4984115">
                  <a:moveTo>
                    <a:pt x="7590041" y="3189579"/>
                  </a:moveTo>
                  <a:lnTo>
                    <a:pt x="7561466" y="3189579"/>
                  </a:lnTo>
                  <a:lnTo>
                    <a:pt x="7561466" y="3218154"/>
                  </a:lnTo>
                  <a:lnTo>
                    <a:pt x="7590041" y="3218154"/>
                  </a:lnTo>
                  <a:lnTo>
                    <a:pt x="7590041" y="3189579"/>
                  </a:lnTo>
                  <a:close/>
                </a:path>
                <a:path w="7590155" h="4984115">
                  <a:moveTo>
                    <a:pt x="7590041" y="3132429"/>
                  </a:moveTo>
                  <a:lnTo>
                    <a:pt x="7561466" y="3132429"/>
                  </a:lnTo>
                  <a:lnTo>
                    <a:pt x="7561466" y="3161004"/>
                  </a:lnTo>
                  <a:lnTo>
                    <a:pt x="7590041" y="3161004"/>
                  </a:lnTo>
                  <a:lnTo>
                    <a:pt x="7590041" y="3132429"/>
                  </a:lnTo>
                  <a:close/>
                </a:path>
                <a:path w="7590155" h="4984115">
                  <a:moveTo>
                    <a:pt x="7590041" y="3075279"/>
                  </a:moveTo>
                  <a:lnTo>
                    <a:pt x="7561466" y="3075279"/>
                  </a:lnTo>
                  <a:lnTo>
                    <a:pt x="7561466" y="3103854"/>
                  </a:lnTo>
                  <a:lnTo>
                    <a:pt x="7590041" y="3103854"/>
                  </a:lnTo>
                  <a:lnTo>
                    <a:pt x="7590041" y="3075279"/>
                  </a:lnTo>
                  <a:close/>
                </a:path>
                <a:path w="7590155" h="4984115">
                  <a:moveTo>
                    <a:pt x="7590041" y="3018129"/>
                  </a:moveTo>
                  <a:lnTo>
                    <a:pt x="7561466" y="3018129"/>
                  </a:lnTo>
                  <a:lnTo>
                    <a:pt x="7561466" y="3046704"/>
                  </a:lnTo>
                  <a:lnTo>
                    <a:pt x="7590041" y="3046704"/>
                  </a:lnTo>
                  <a:lnTo>
                    <a:pt x="7590041" y="3018129"/>
                  </a:lnTo>
                  <a:close/>
                </a:path>
                <a:path w="7590155" h="4984115">
                  <a:moveTo>
                    <a:pt x="7590041" y="2960979"/>
                  </a:moveTo>
                  <a:lnTo>
                    <a:pt x="7561466" y="2960979"/>
                  </a:lnTo>
                  <a:lnTo>
                    <a:pt x="7561466" y="2989554"/>
                  </a:lnTo>
                  <a:lnTo>
                    <a:pt x="7590041" y="2989554"/>
                  </a:lnTo>
                  <a:lnTo>
                    <a:pt x="7590041" y="2960979"/>
                  </a:lnTo>
                  <a:close/>
                </a:path>
                <a:path w="7590155" h="4984115">
                  <a:moveTo>
                    <a:pt x="7590041" y="2903829"/>
                  </a:moveTo>
                  <a:lnTo>
                    <a:pt x="7561466" y="2903829"/>
                  </a:lnTo>
                  <a:lnTo>
                    <a:pt x="7561466" y="2932404"/>
                  </a:lnTo>
                  <a:lnTo>
                    <a:pt x="7590041" y="2932404"/>
                  </a:lnTo>
                  <a:lnTo>
                    <a:pt x="7590041" y="2903829"/>
                  </a:lnTo>
                  <a:close/>
                </a:path>
                <a:path w="7590155" h="4984115">
                  <a:moveTo>
                    <a:pt x="7590041" y="2846679"/>
                  </a:moveTo>
                  <a:lnTo>
                    <a:pt x="7561466" y="2846679"/>
                  </a:lnTo>
                  <a:lnTo>
                    <a:pt x="7561466" y="2875254"/>
                  </a:lnTo>
                  <a:lnTo>
                    <a:pt x="7590041" y="2875254"/>
                  </a:lnTo>
                  <a:lnTo>
                    <a:pt x="7590041" y="2846679"/>
                  </a:lnTo>
                  <a:close/>
                </a:path>
                <a:path w="7590155" h="4984115">
                  <a:moveTo>
                    <a:pt x="7590041" y="2789529"/>
                  </a:moveTo>
                  <a:lnTo>
                    <a:pt x="7561466" y="2789529"/>
                  </a:lnTo>
                  <a:lnTo>
                    <a:pt x="7561466" y="2818104"/>
                  </a:lnTo>
                  <a:lnTo>
                    <a:pt x="7590041" y="2818104"/>
                  </a:lnTo>
                  <a:lnTo>
                    <a:pt x="7590041" y="2789529"/>
                  </a:lnTo>
                  <a:close/>
                </a:path>
                <a:path w="7590155" h="4984115">
                  <a:moveTo>
                    <a:pt x="7590041" y="2732379"/>
                  </a:moveTo>
                  <a:lnTo>
                    <a:pt x="7561466" y="2732379"/>
                  </a:lnTo>
                  <a:lnTo>
                    <a:pt x="7561466" y="2760954"/>
                  </a:lnTo>
                  <a:lnTo>
                    <a:pt x="7590041" y="2760954"/>
                  </a:lnTo>
                  <a:lnTo>
                    <a:pt x="7590041" y="2732379"/>
                  </a:lnTo>
                  <a:close/>
                </a:path>
                <a:path w="7590155" h="4984115">
                  <a:moveTo>
                    <a:pt x="7590041" y="2244204"/>
                  </a:moveTo>
                  <a:lnTo>
                    <a:pt x="7561466" y="2244204"/>
                  </a:lnTo>
                  <a:lnTo>
                    <a:pt x="7561466" y="2272779"/>
                  </a:lnTo>
                  <a:lnTo>
                    <a:pt x="7590041" y="2272779"/>
                  </a:lnTo>
                  <a:lnTo>
                    <a:pt x="7590041" y="2244204"/>
                  </a:lnTo>
                  <a:close/>
                </a:path>
                <a:path w="7590155" h="4984115">
                  <a:moveTo>
                    <a:pt x="7590041" y="2187054"/>
                  </a:moveTo>
                  <a:lnTo>
                    <a:pt x="7561466" y="2187054"/>
                  </a:lnTo>
                  <a:lnTo>
                    <a:pt x="7561466" y="2215629"/>
                  </a:lnTo>
                  <a:lnTo>
                    <a:pt x="7590041" y="2215629"/>
                  </a:lnTo>
                  <a:lnTo>
                    <a:pt x="7590041" y="2187054"/>
                  </a:lnTo>
                  <a:close/>
                </a:path>
                <a:path w="7590155" h="4984115">
                  <a:moveTo>
                    <a:pt x="7590041" y="2129904"/>
                  </a:moveTo>
                  <a:lnTo>
                    <a:pt x="7561466" y="2129904"/>
                  </a:lnTo>
                  <a:lnTo>
                    <a:pt x="7561466" y="2158479"/>
                  </a:lnTo>
                  <a:lnTo>
                    <a:pt x="7590041" y="2158479"/>
                  </a:lnTo>
                  <a:lnTo>
                    <a:pt x="7590041" y="2129904"/>
                  </a:lnTo>
                  <a:close/>
                </a:path>
                <a:path w="7590155" h="4984115">
                  <a:moveTo>
                    <a:pt x="7590041" y="2072754"/>
                  </a:moveTo>
                  <a:lnTo>
                    <a:pt x="7561466" y="2072754"/>
                  </a:lnTo>
                  <a:lnTo>
                    <a:pt x="7561466" y="2101329"/>
                  </a:lnTo>
                  <a:lnTo>
                    <a:pt x="7590041" y="2101329"/>
                  </a:lnTo>
                  <a:lnTo>
                    <a:pt x="7590041" y="2072754"/>
                  </a:lnTo>
                  <a:close/>
                </a:path>
                <a:path w="7590155" h="4984115">
                  <a:moveTo>
                    <a:pt x="7590041" y="2015604"/>
                  </a:moveTo>
                  <a:lnTo>
                    <a:pt x="7561466" y="2015604"/>
                  </a:lnTo>
                  <a:lnTo>
                    <a:pt x="7561466" y="2044179"/>
                  </a:lnTo>
                  <a:lnTo>
                    <a:pt x="7590041" y="2044179"/>
                  </a:lnTo>
                  <a:lnTo>
                    <a:pt x="7590041" y="2015604"/>
                  </a:lnTo>
                  <a:close/>
                </a:path>
                <a:path w="7590155" h="4984115">
                  <a:moveTo>
                    <a:pt x="7590041" y="1958454"/>
                  </a:moveTo>
                  <a:lnTo>
                    <a:pt x="7561466" y="1958454"/>
                  </a:lnTo>
                  <a:lnTo>
                    <a:pt x="7561466" y="1987029"/>
                  </a:lnTo>
                  <a:lnTo>
                    <a:pt x="7590041" y="1987029"/>
                  </a:lnTo>
                  <a:lnTo>
                    <a:pt x="7590041" y="1958454"/>
                  </a:lnTo>
                  <a:close/>
                </a:path>
                <a:path w="7590155" h="4984115">
                  <a:moveTo>
                    <a:pt x="7590041" y="1901304"/>
                  </a:moveTo>
                  <a:lnTo>
                    <a:pt x="7561466" y="1901304"/>
                  </a:lnTo>
                  <a:lnTo>
                    <a:pt x="7561466" y="1929879"/>
                  </a:lnTo>
                  <a:lnTo>
                    <a:pt x="7590041" y="1929879"/>
                  </a:lnTo>
                  <a:lnTo>
                    <a:pt x="7590041" y="1901304"/>
                  </a:lnTo>
                  <a:close/>
                </a:path>
                <a:path w="7590155" h="4984115">
                  <a:moveTo>
                    <a:pt x="7590041" y="1844154"/>
                  </a:moveTo>
                  <a:lnTo>
                    <a:pt x="7561466" y="1844154"/>
                  </a:lnTo>
                  <a:lnTo>
                    <a:pt x="7561466" y="1872729"/>
                  </a:lnTo>
                  <a:lnTo>
                    <a:pt x="7590041" y="1872729"/>
                  </a:lnTo>
                  <a:lnTo>
                    <a:pt x="7590041" y="1844154"/>
                  </a:lnTo>
                  <a:close/>
                </a:path>
                <a:path w="7590155" h="4984115">
                  <a:moveTo>
                    <a:pt x="7590041" y="1787004"/>
                  </a:moveTo>
                  <a:lnTo>
                    <a:pt x="7561466" y="1787004"/>
                  </a:lnTo>
                  <a:lnTo>
                    <a:pt x="7561466" y="1815579"/>
                  </a:lnTo>
                  <a:lnTo>
                    <a:pt x="7590041" y="1815579"/>
                  </a:lnTo>
                  <a:lnTo>
                    <a:pt x="7590041" y="1787004"/>
                  </a:lnTo>
                  <a:close/>
                </a:path>
                <a:path w="7590155" h="4984115">
                  <a:moveTo>
                    <a:pt x="7590041" y="1729854"/>
                  </a:moveTo>
                  <a:lnTo>
                    <a:pt x="7561466" y="1729854"/>
                  </a:lnTo>
                  <a:lnTo>
                    <a:pt x="7561466" y="1758429"/>
                  </a:lnTo>
                  <a:lnTo>
                    <a:pt x="7590041" y="1758429"/>
                  </a:lnTo>
                  <a:lnTo>
                    <a:pt x="7590041" y="1729854"/>
                  </a:lnTo>
                  <a:close/>
                </a:path>
                <a:path w="7590155" h="4984115">
                  <a:moveTo>
                    <a:pt x="7590041" y="1672704"/>
                  </a:moveTo>
                  <a:lnTo>
                    <a:pt x="7561466" y="1672704"/>
                  </a:lnTo>
                  <a:lnTo>
                    <a:pt x="7561466" y="1701279"/>
                  </a:lnTo>
                  <a:lnTo>
                    <a:pt x="7590041" y="1701279"/>
                  </a:lnTo>
                  <a:lnTo>
                    <a:pt x="7590041" y="1672704"/>
                  </a:lnTo>
                  <a:close/>
                </a:path>
                <a:path w="7590155" h="4984115">
                  <a:moveTo>
                    <a:pt x="7590041" y="1615554"/>
                  </a:moveTo>
                  <a:lnTo>
                    <a:pt x="7561466" y="1615554"/>
                  </a:lnTo>
                  <a:lnTo>
                    <a:pt x="7561466" y="1644129"/>
                  </a:lnTo>
                  <a:lnTo>
                    <a:pt x="7590041" y="1644129"/>
                  </a:lnTo>
                  <a:lnTo>
                    <a:pt x="7590041" y="1615554"/>
                  </a:lnTo>
                  <a:close/>
                </a:path>
                <a:path w="7590155" h="4984115">
                  <a:moveTo>
                    <a:pt x="7590041" y="1558404"/>
                  </a:moveTo>
                  <a:lnTo>
                    <a:pt x="7561466" y="1558404"/>
                  </a:lnTo>
                  <a:lnTo>
                    <a:pt x="7561466" y="1586979"/>
                  </a:lnTo>
                  <a:lnTo>
                    <a:pt x="7590041" y="1586979"/>
                  </a:lnTo>
                  <a:lnTo>
                    <a:pt x="7590041" y="1558404"/>
                  </a:lnTo>
                  <a:close/>
                </a:path>
                <a:path w="7590155" h="4984115">
                  <a:moveTo>
                    <a:pt x="7590041" y="1501254"/>
                  </a:moveTo>
                  <a:lnTo>
                    <a:pt x="7561466" y="1501254"/>
                  </a:lnTo>
                  <a:lnTo>
                    <a:pt x="7561466" y="1529829"/>
                  </a:lnTo>
                  <a:lnTo>
                    <a:pt x="7590041" y="1529829"/>
                  </a:lnTo>
                  <a:lnTo>
                    <a:pt x="7590041" y="1501254"/>
                  </a:lnTo>
                  <a:close/>
                </a:path>
                <a:path w="7590155" h="4984115">
                  <a:moveTo>
                    <a:pt x="7590041" y="1444104"/>
                  </a:moveTo>
                  <a:lnTo>
                    <a:pt x="7561466" y="1444104"/>
                  </a:lnTo>
                  <a:lnTo>
                    <a:pt x="7561466" y="1472679"/>
                  </a:lnTo>
                  <a:lnTo>
                    <a:pt x="7590041" y="1472679"/>
                  </a:lnTo>
                  <a:lnTo>
                    <a:pt x="7590041" y="1444104"/>
                  </a:lnTo>
                  <a:close/>
                </a:path>
                <a:path w="7590155" h="4984115">
                  <a:moveTo>
                    <a:pt x="7590041" y="1386954"/>
                  </a:moveTo>
                  <a:lnTo>
                    <a:pt x="7561466" y="1386954"/>
                  </a:lnTo>
                  <a:lnTo>
                    <a:pt x="7561466" y="1415529"/>
                  </a:lnTo>
                  <a:lnTo>
                    <a:pt x="7590041" y="1415529"/>
                  </a:lnTo>
                  <a:lnTo>
                    <a:pt x="7590041" y="1386954"/>
                  </a:lnTo>
                  <a:close/>
                </a:path>
                <a:path w="7590155" h="4984115">
                  <a:moveTo>
                    <a:pt x="7590041" y="1329804"/>
                  </a:moveTo>
                  <a:lnTo>
                    <a:pt x="7561466" y="1329804"/>
                  </a:lnTo>
                  <a:lnTo>
                    <a:pt x="7561466" y="1358379"/>
                  </a:lnTo>
                  <a:lnTo>
                    <a:pt x="7590041" y="1358379"/>
                  </a:lnTo>
                  <a:lnTo>
                    <a:pt x="7590041" y="1329804"/>
                  </a:lnTo>
                  <a:close/>
                </a:path>
                <a:path w="7590155" h="4984115">
                  <a:moveTo>
                    <a:pt x="7590041" y="1272654"/>
                  </a:moveTo>
                  <a:lnTo>
                    <a:pt x="7561466" y="1272654"/>
                  </a:lnTo>
                  <a:lnTo>
                    <a:pt x="7561466" y="1301229"/>
                  </a:lnTo>
                  <a:lnTo>
                    <a:pt x="7590041" y="1301229"/>
                  </a:lnTo>
                  <a:lnTo>
                    <a:pt x="7590041" y="1272654"/>
                  </a:lnTo>
                  <a:close/>
                </a:path>
                <a:path w="7590155" h="4984115">
                  <a:moveTo>
                    <a:pt x="7590041" y="1215504"/>
                  </a:moveTo>
                  <a:lnTo>
                    <a:pt x="7561466" y="1215504"/>
                  </a:lnTo>
                  <a:lnTo>
                    <a:pt x="7561466" y="1244079"/>
                  </a:lnTo>
                  <a:lnTo>
                    <a:pt x="7590041" y="1244079"/>
                  </a:lnTo>
                  <a:lnTo>
                    <a:pt x="7590041" y="1215504"/>
                  </a:lnTo>
                  <a:close/>
                </a:path>
                <a:path w="7590155" h="4984115">
                  <a:moveTo>
                    <a:pt x="7590041" y="1158354"/>
                  </a:moveTo>
                  <a:lnTo>
                    <a:pt x="7561466" y="1158354"/>
                  </a:lnTo>
                  <a:lnTo>
                    <a:pt x="7561466" y="1186929"/>
                  </a:lnTo>
                  <a:lnTo>
                    <a:pt x="7590041" y="1186929"/>
                  </a:lnTo>
                  <a:lnTo>
                    <a:pt x="7590041" y="1158354"/>
                  </a:lnTo>
                  <a:close/>
                </a:path>
                <a:path w="7590155" h="4984115">
                  <a:moveTo>
                    <a:pt x="7590041" y="1101204"/>
                  </a:moveTo>
                  <a:lnTo>
                    <a:pt x="7561466" y="1101204"/>
                  </a:lnTo>
                  <a:lnTo>
                    <a:pt x="7561466" y="1129779"/>
                  </a:lnTo>
                  <a:lnTo>
                    <a:pt x="7590041" y="1129779"/>
                  </a:lnTo>
                  <a:lnTo>
                    <a:pt x="7590041" y="1101204"/>
                  </a:lnTo>
                  <a:close/>
                </a:path>
                <a:path w="7590155" h="4984115">
                  <a:moveTo>
                    <a:pt x="7590041" y="1044054"/>
                  </a:moveTo>
                  <a:lnTo>
                    <a:pt x="7561466" y="1044054"/>
                  </a:lnTo>
                  <a:lnTo>
                    <a:pt x="7561466" y="1072629"/>
                  </a:lnTo>
                  <a:lnTo>
                    <a:pt x="7590041" y="1072629"/>
                  </a:lnTo>
                  <a:lnTo>
                    <a:pt x="7590041" y="1044054"/>
                  </a:lnTo>
                  <a:close/>
                </a:path>
                <a:path w="7590155" h="4984115">
                  <a:moveTo>
                    <a:pt x="7590041" y="986904"/>
                  </a:moveTo>
                  <a:lnTo>
                    <a:pt x="7561466" y="986904"/>
                  </a:lnTo>
                  <a:lnTo>
                    <a:pt x="7561466" y="1015479"/>
                  </a:lnTo>
                  <a:lnTo>
                    <a:pt x="7590041" y="1015479"/>
                  </a:lnTo>
                  <a:lnTo>
                    <a:pt x="7590041" y="986904"/>
                  </a:lnTo>
                  <a:close/>
                </a:path>
                <a:path w="7590155" h="4984115">
                  <a:moveTo>
                    <a:pt x="7590041" y="929754"/>
                  </a:moveTo>
                  <a:lnTo>
                    <a:pt x="7561466" y="929754"/>
                  </a:lnTo>
                  <a:lnTo>
                    <a:pt x="7561466" y="958329"/>
                  </a:lnTo>
                  <a:lnTo>
                    <a:pt x="7590041" y="958329"/>
                  </a:lnTo>
                  <a:lnTo>
                    <a:pt x="7590041" y="929754"/>
                  </a:lnTo>
                  <a:close/>
                </a:path>
                <a:path w="7590155" h="4984115">
                  <a:moveTo>
                    <a:pt x="7590041" y="872604"/>
                  </a:moveTo>
                  <a:lnTo>
                    <a:pt x="7561466" y="872604"/>
                  </a:lnTo>
                  <a:lnTo>
                    <a:pt x="7561466" y="901179"/>
                  </a:lnTo>
                  <a:lnTo>
                    <a:pt x="7590041" y="901179"/>
                  </a:lnTo>
                  <a:lnTo>
                    <a:pt x="7590041" y="872604"/>
                  </a:lnTo>
                  <a:close/>
                </a:path>
                <a:path w="7590155" h="4984115">
                  <a:moveTo>
                    <a:pt x="7590041" y="815454"/>
                  </a:moveTo>
                  <a:lnTo>
                    <a:pt x="7561466" y="815454"/>
                  </a:lnTo>
                  <a:lnTo>
                    <a:pt x="7561466" y="844029"/>
                  </a:lnTo>
                  <a:lnTo>
                    <a:pt x="7590041" y="844029"/>
                  </a:lnTo>
                  <a:lnTo>
                    <a:pt x="7590041" y="815454"/>
                  </a:lnTo>
                  <a:close/>
                </a:path>
                <a:path w="7590155" h="4984115">
                  <a:moveTo>
                    <a:pt x="7590041" y="758304"/>
                  </a:moveTo>
                  <a:lnTo>
                    <a:pt x="7561466" y="758304"/>
                  </a:lnTo>
                  <a:lnTo>
                    <a:pt x="7561466" y="786879"/>
                  </a:lnTo>
                  <a:lnTo>
                    <a:pt x="7590041" y="786879"/>
                  </a:lnTo>
                  <a:lnTo>
                    <a:pt x="7590041" y="758304"/>
                  </a:lnTo>
                  <a:close/>
                </a:path>
                <a:path w="7590155" h="4984115">
                  <a:moveTo>
                    <a:pt x="7590041" y="701154"/>
                  </a:moveTo>
                  <a:lnTo>
                    <a:pt x="7561466" y="701154"/>
                  </a:lnTo>
                  <a:lnTo>
                    <a:pt x="7561466" y="729729"/>
                  </a:lnTo>
                  <a:lnTo>
                    <a:pt x="7590041" y="729729"/>
                  </a:lnTo>
                  <a:lnTo>
                    <a:pt x="7590041" y="701154"/>
                  </a:lnTo>
                  <a:close/>
                </a:path>
                <a:path w="7590155" h="4984115">
                  <a:moveTo>
                    <a:pt x="7590041" y="644004"/>
                  </a:moveTo>
                  <a:lnTo>
                    <a:pt x="7561466" y="644004"/>
                  </a:lnTo>
                  <a:lnTo>
                    <a:pt x="7561466" y="672579"/>
                  </a:lnTo>
                  <a:lnTo>
                    <a:pt x="7590041" y="672579"/>
                  </a:lnTo>
                  <a:lnTo>
                    <a:pt x="7590041" y="644004"/>
                  </a:lnTo>
                  <a:close/>
                </a:path>
                <a:path w="7590155" h="4984115">
                  <a:moveTo>
                    <a:pt x="7590041" y="586854"/>
                  </a:moveTo>
                  <a:lnTo>
                    <a:pt x="7561466" y="586854"/>
                  </a:lnTo>
                  <a:lnTo>
                    <a:pt x="7561466" y="615429"/>
                  </a:lnTo>
                  <a:lnTo>
                    <a:pt x="7590041" y="615429"/>
                  </a:lnTo>
                  <a:lnTo>
                    <a:pt x="7590041" y="586854"/>
                  </a:lnTo>
                  <a:close/>
                </a:path>
                <a:path w="7590155" h="4984115">
                  <a:moveTo>
                    <a:pt x="7590041" y="529704"/>
                  </a:moveTo>
                  <a:lnTo>
                    <a:pt x="7561466" y="529704"/>
                  </a:lnTo>
                  <a:lnTo>
                    <a:pt x="7561466" y="558279"/>
                  </a:lnTo>
                  <a:lnTo>
                    <a:pt x="7590041" y="558279"/>
                  </a:lnTo>
                  <a:lnTo>
                    <a:pt x="7590041" y="529704"/>
                  </a:lnTo>
                  <a:close/>
                </a:path>
                <a:path w="7590155" h="4984115">
                  <a:moveTo>
                    <a:pt x="7590041" y="472554"/>
                  </a:moveTo>
                  <a:lnTo>
                    <a:pt x="7561466" y="472554"/>
                  </a:lnTo>
                  <a:lnTo>
                    <a:pt x="7561466" y="501129"/>
                  </a:lnTo>
                  <a:lnTo>
                    <a:pt x="7590041" y="501129"/>
                  </a:lnTo>
                  <a:lnTo>
                    <a:pt x="7590041" y="472554"/>
                  </a:lnTo>
                  <a:close/>
                </a:path>
                <a:path w="7590155" h="4984115">
                  <a:moveTo>
                    <a:pt x="7590041" y="415404"/>
                  </a:moveTo>
                  <a:lnTo>
                    <a:pt x="7561466" y="415404"/>
                  </a:lnTo>
                  <a:lnTo>
                    <a:pt x="7561466" y="443979"/>
                  </a:lnTo>
                  <a:lnTo>
                    <a:pt x="7590041" y="443979"/>
                  </a:lnTo>
                  <a:lnTo>
                    <a:pt x="7590041" y="415404"/>
                  </a:lnTo>
                  <a:close/>
                </a:path>
                <a:path w="7590155" h="4984115">
                  <a:moveTo>
                    <a:pt x="7590041" y="358254"/>
                  </a:moveTo>
                  <a:lnTo>
                    <a:pt x="7561466" y="358254"/>
                  </a:lnTo>
                  <a:lnTo>
                    <a:pt x="7561466" y="386829"/>
                  </a:lnTo>
                  <a:lnTo>
                    <a:pt x="7590041" y="386829"/>
                  </a:lnTo>
                  <a:lnTo>
                    <a:pt x="7590041" y="358254"/>
                  </a:lnTo>
                  <a:close/>
                </a:path>
                <a:path w="7590155" h="4984115">
                  <a:moveTo>
                    <a:pt x="7590041" y="301104"/>
                  </a:moveTo>
                  <a:lnTo>
                    <a:pt x="7561466" y="301104"/>
                  </a:lnTo>
                  <a:lnTo>
                    <a:pt x="7561466" y="329679"/>
                  </a:lnTo>
                  <a:lnTo>
                    <a:pt x="7590041" y="329679"/>
                  </a:lnTo>
                  <a:lnTo>
                    <a:pt x="7590041" y="301104"/>
                  </a:lnTo>
                  <a:close/>
                </a:path>
                <a:path w="7590155" h="4984115">
                  <a:moveTo>
                    <a:pt x="7590041" y="243954"/>
                  </a:moveTo>
                  <a:lnTo>
                    <a:pt x="7561466" y="243954"/>
                  </a:lnTo>
                  <a:lnTo>
                    <a:pt x="7561466" y="272529"/>
                  </a:lnTo>
                  <a:lnTo>
                    <a:pt x="7590041" y="272529"/>
                  </a:lnTo>
                  <a:lnTo>
                    <a:pt x="7590041" y="243954"/>
                  </a:lnTo>
                  <a:close/>
                </a:path>
                <a:path w="7590155" h="4984115">
                  <a:moveTo>
                    <a:pt x="7590041" y="186804"/>
                  </a:moveTo>
                  <a:lnTo>
                    <a:pt x="7561466" y="186804"/>
                  </a:lnTo>
                  <a:lnTo>
                    <a:pt x="7561466" y="215379"/>
                  </a:lnTo>
                  <a:lnTo>
                    <a:pt x="7590041" y="215379"/>
                  </a:lnTo>
                  <a:lnTo>
                    <a:pt x="7590041" y="186804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64757" y="1665512"/>
              <a:ext cx="7134224" cy="41147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46840" y="5670208"/>
              <a:ext cx="6857999" cy="38576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5003840"/>
              <a:ext cx="66675" cy="6667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5384840"/>
              <a:ext cx="66675" cy="6667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5765840"/>
              <a:ext cx="66675" cy="6667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6146839"/>
              <a:ext cx="66675" cy="6667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6527840"/>
              <a:ext cx="66675" cy="6667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7543800"/>
              <a:ext cx="66675" cy="6667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7924800"/>
              <a:ext cx="66675" cy="6667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8305799"/>
              <a:ext cx="66675" cy="6667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8686799"/>
              <a:ext cx="66675" cy="6667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9067799"/>
              <a:ext cx="66675" cy="66674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156595" y="506317"/>
            <a:ext cx="993457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05020" algn="l"/>
                <a:tab pos="6262370" algn="l"/>
              </a:tabLst>
            </a:pPr>
            <a:r>
              <a:rPr dirty="0" spc="-10"/>
              <a:t>FEASIBILITY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VIABILITY</a:t>
            </a:r>
          </a:p>
        </p:txBody>
      </p:sp>
      <p:pic>
        <p:nvPicPr>
          <p:cNvPr id="19" name="object 1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8575" y="122062"/>
            <a:ext cx="1643252" cy="1543430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533517" y="1833467"/>
            <a:ext cx="7590155" cy="2438400"/>
            <a:chOff x="533517" y="1833467"/>
            <a:chExt cx="7590155" cy="2438400"/>
          </a:xfrm>
        </p:grpSpPr>
        <p:sp>
          <p:nvSpPr>
            <p:cNvPr id="21" name="object 21" descr=""/>
            <p:cNvSpPr/>
            <p:nvPr/>
          </p:nvSpPr>
          <p:spPr>
            <a:xfrm>
              <a:off x="533517" y="1833467"/>
              <a:ext cx="7590155" cy="2438400"/>
            </a:xfrm>
            <a:custGeom>
              <a:avLst/>
              <a:gdLst/>
              <a:ahLst/>
              <a:cxnLst/>
              <a:rect l="l" t="t" r="r" b="b"/>
              <a:pathLst>
                <a:path w="7590155" h="2438400">
                  <a:moveTo>
                    <a:pt x="247644" y="28574"/>
                  </a:moveTo>
                  <a:lnTo>
                    <a:pt x="219069" y="28574"/>
                  </a:lnTo>
                  <a:lnTo>
                    <a:pt x="219069" y="0"/>
                  </a:lnTo>
                  <a:lnTo>
                    <a:pt x="247644" y="0"/>
                  </a:lnTo>
                  <a:lnTo>
                    <a:pt x="247644" y="28574"/>
                  </a:lnTo>
                  <a:close/>
                </a:path>
                <a:path w="7590155" h="2438400">
                  <a:moveTo>
                    <a:pt x="304794" y="28574"/>
                  </a:moveTo>
                  <a:lnTo>
                    <a:pt x="276219" y="28574"/>
                  </a:lnTo>
                  <a:lnTo>
                    <a:pt x="276219" y="0"/>
                  </a:lnTo>
                  <a:lnTo>
                    <a:pt x="304794" y="0"/>
                  </a:lnTo>
                  <a:lnTo>
                    <a:pt x="304794" y="28574"/>
                  </a:lnTo>
                  <a:close/>
                </a:path>
                <a:path w="7590155" h="2438400">
                  <a:moveTo>
                    <a:pt x="361944" y="28574"/>
                  </a:moveTo>
                  <a:lnTo>
                    <a:pt x="333369" y="28574"/>
                  </a:lnTo>
                  <a:lnTo>
                    <a:pt x="333369" y="0"/>
                  </a:lnTo>
                  <a:lnTo>
                    <a:pt x="361944" y="0"/>
                  </a:lnTo>
                  <a:lnTo>
                    <a:pt x="361944" y="28574"/>
                  </a:lnTo>
                  <a:close/>
                </a:path>
                <a:path w="7590155" h="2438400">
                  <a:moveTo>
                    <a:pt x="419094" y="28574"/>
                  </a:moveTo>
                  <a:lnTo>
                    <a:pt x="390519" y="28574"/>
                  </a:lnTo>
                  <a:lnTo>
                    <a:pt x="390519" y="0"/>
                  </a:lnTo>
                  <a:lnTo>
                    <a:pt x="419094" y="0"/>
                  </a:lnTo>
                  <a:lnTo>
                    <a:pt x="419094" y="28574"/>
                  </a:lnTo>
                  <a:close/>
                </a:path>
                <a:path w="7590155" h="2438400">
                  <a:moveTo>
                    <a:pt x="476244" y="28574"/>
                  </a:moveTo>
                  <a:lnTo>
                    <a:pt x="447669" y="28574"/>
                  </a:lnTo>
                  <a:lnTo>
                    <a:pt x="447669" y="0"/>
                  </a:lnTo>
                  <a:lnTo>
                    <a:pt x="476244" y="0"/>
                  </a:lnTo>
                  <a:lnTo>
                    <a:pt x="476244" y="28574"/>
                  </a:lnTo>
                  <a:close/>
                </a:path>
                <a:path w="7590155" h="2438400">
                  <a:moveTo>
                    <a:pt x="533394" y="28574"/>
                  </a:moveTo>
                  <a:lnTo>
                    <a:pt x="504819" y="28574"/>
                  </a:lnTo>
                  <a:lnTo>
                    <a:pt x="504819" y="0"/>
                  </a:lnTo>
                  <a:lnTo>
                    <a:pt x="533394" y="0"/>
                  </a:lnTo>
                  <a:lnTo>
                    <a:pt x="533394" y="28574"/>
                  </a:lnTo>
                  <a:close/>
                </a:path>
                <a:path w="7590155" h="2438400">
                  <a:moveTo>
                    <a:pt x="590544" y="28574"/>
                  </a:moveTo>
                  <a:lnTo>
                    <a:pt x="561969" y="28574"/>
                  </a:lnTo>
                  <a:lnTo>
                    <a:pt x="561969" y="0"/>
                  </a:lnTo>
                  <a:lnTo>
                    <a:pt x="590544" y="0"/>
                  </a:lnTo>
                  <a:lnTo>
                    <a:pt x="590544" y="28574"/>
                  </a:lnTo>
                  <a:close/>
                </a:path>
                <a:path w="7590155" h="2438400">
                  <a:moveTo>
                    <a:pt x="647694" y="28574"/>
                  </a:moveTo>
                  <a:lnTo>
                    <a:pt x="619119" y="28574"/>
                  </a:lnTo>
                  <a:lnTo>
                    <a:pt x="619119" y="0"/>
                  </a:lnTo>
                  <a:lnTo>
                    <a:pt x="647694" y="0"/>
                  </a:lnTo>
                  <a:lnTo>
                    <a:pt x="647694" y="28574"/>
                  </a:lnTo>
                  <a:close/>
                </a:path>
                <a:path w="7590155" h="2438400">
                  <a:moveTo>
                    <a:pt x="704844" y="28574"/>
                  </a:moveTo>
                  <a:lnTo>
                    <a:pt x="676269" y="28574"/>
                  </a:lnTo>
                  <a:lnTo>
                    <a:pt x="676269" y="0"/>
                  </a:lnTo>
                  <a:lnTo>
                    <a:pt x="704844" y="0"/>
                  </a:lnTo>
                  <a:lnTo>
                    <a:pt x="704844" y="28574"/>
                  </a:lnTo>
                  <a:close/>
                </a:path>
                <a:path w="7590155" h="2438400">
                  <a:moveTo>
                    <a:pt x="761994" y="28574"/>
                  </a:moveTo>
                  <a:lnTo>
                    <a:pt x="733419" y="28574"/>
                  </a:lnTo>
                  <a:lnTo>
                    <a:pt x="733419" y="0"/>
                  </a:lnTo>
                  <a:lnTo>
                    <a:pt x="761994" y="0"/>
                  </a:lnTo>
                  <a:lnTo>
                    <a:pt x="761994" y="28574"/>
                  </a:lnTo>
                  <a:close/>
                </a:path>
                <a:path w="7590155" h="2438400">
                  <a:moveTo>
                    <a:pt x="819144" y="28574"/>
                  </a:moveTo>
                  <a:lnTo>
                    <a:pt x="790569" y="28574"/>
                  </a:lnTo>
                  <a:lnTo>
                    <a:pt x="790569" y="0"/>
                  </a:lnTo>
                  <a:lnTo>
                    <a:pt x="819144" y="0"/>
                  </a:lnTo>
                  <a:lnTo>
                    <a:pt x="819144" y="28574"/>
                  </a:lnTo>
                  <a:close/>
                </a:path>
                <a:path w="7590155" h="2438400">
                  <a:moveTo>
                    <a:pt x="876294" y="28574"/>
                  </a:moveTo>
                  <a:lnTo>
                    <a:pt x="847719" y="28574"/>
                  </a:lnTo>
                  <a:lnTo>
                    <a:pt x="847719" y="0"/>
                  </a:lnTo>
                  <a:lnTo>
                    <a:pt x="876294" y="0"/>
                  </a:lnTo>
                  <a:lnTo>
                    <a:pt x="876294" y="28574"/>
                  </a:lnTo>
                  <a:close/>
                </a:path>
                <a:path w="7590155" h="2438400">
                  <a:moveTo>
                    <a:pt x="933444" y="28574"/>
                  </a:moveTo>
                  <a:lnTo>
                    <a:pt x="904869" y="28574"/>
                  </a:lnTo>
                  <a:lnTo>
                    <a:pt x="904869" y="0"/>
                  </a:lnTo>
                  <a:lnTo>
                    <a:pt x="933444" y="0"/>
                  </a:lnTo>
                  <a:lnTo>
                    <a:pt x="933444" y="28574"/>
                  </a:lnTo>
                  <a:close/>
                </a:path>
                <a:path w="7590155" h="2438400">
                  <a:moveTo>
                    <a:pt x="990594" y="28574"/>
                  </a:moveTo>
                  <a:lnTo>
                    <a:pt x="962019" y="28574"/>
                  </a:lnTo>
                  <a:lnTo>
                    <a:pt x="962019" y="0"/>
                  </a:lnTo>
                  <a:lnTo>
                    <a:pt x="990594" y="0"/>
                  </a:lnTo>
                  <a:lnTo>
                    <a:pt x="990594" y="28574"/>
                  </a:lnTo>
                  <a:close/>
                </a:path>
                <a:path w="7590155" h="2438400">
                  <a:moveTo>
                    <a:pt x="1047744" y="28574"/>
                  </a:moveTo>
                  <a:lnTo>
                    <a:pt x="1019169" y="28574"/>
                  </a:lnTo>
                  <a:lnTo>
                    <a:pt x="1019169" y="0"/>
                  </a:lnTo>
                  <a:lnTo>
                    <a:pt x="1047744" y="0"/>
                  </a:lnTo>
                  <a:lnTo>
                    <a:pt x="1047744" y="28574"/>
                  </a:lnTo>
                  <a:close/>
                </a:path>
                <a:path w="7590155" h="2438400">
                  <a:moveTo>
                    <a:pt x="1104894" y="28574"/>
                  </a:moveTo>
                  <a:lnTo>
                    <a:pt x="1076319" y="28574"/>
                  </a:lnTo>
                  <a:lnTo>
                    <a:pt x="1076319" y="0"/>
                  </a:lnTo>
                  <a:lnTo>
                    <a:pt x="1104894" y="0"/>
                  </a:lnTo>
                  <a:lnTo>
                    <a:pt x="1104894" y="28574"/>
                  </a:lnTo>
                  <a:close/>
                </a:path>
                <a:path w="7590155" h="2438400">
                  <a:moveTo>
                    <a:pt x="1162044" y="28574"/>
                  </a:moveTo>
                  <a:lnTo>
                    <a:pt x="1133469" y="28574"/>
                  </a:lnTo>
                  <a:lnTo>
                    <a:pt x="1133469" y="0"/>
                  </a:lnTo>
                  <a:lnTo>
                    <a:pt x="1162044" y="0"/>
                  </a:lnTo>
                  <a:lnTo>
                    <a:pt x="1162044" y="28574"/>
                  </a:lnTo>
                  <a:close/>
                </a:path>
                <a:path w="7590155" h="2438400">
                  <a:moveTo>
                    <a:pt x="1219194" y="28574"/>
                  </a:moveTo>
                  <a:lnTo>
                    <a:pt x="1190619" y="28574"/>
                  </a:lnTo>
                  <a:lnTo>
                    <a:pt x="1190619" y="0"/>
                  </a:lnTo>
                  <a:lnTo>
                    <a:pt x="1219194" y="0"/>
                  </a:lnTo>
                  <a:lnTo>
                    <a:pt x="1219194" y="28574"/>
                  </a:lnTo>
                  <a:close/>
                </a:path>
                <a:path w="7590155" h="2438400">
                  <a:moveTo>
                    <a:pt x="1276344" y="28574"/>
                  </a:moveTo>
                  <a:lnTo>
                    <a:pt x="1247769" y="28574"/>
                  </a:lnTo>
                  <a:lnTo>
                    <a:pt x="1247769" y="0"/>
                  </a:lnTo>
                  <a:lnTo>
                    <a:pt x="1276344" y="0"/>
                  </a:lnTo>
                  <a:lnTo>
                    <a:pt x="1276344" y="28574"/>
                  </a:lnTo>
                  <a:close/>
                </a:path>
                <a:path w="7590155" h="2438400">
                  <a:moveTo>
                    <a:pt x="1333494" y="28574"/>
                  </a:moveTo>
                  <a:lnTo>
                    <a:pt x="1304919" y="28574"/>
                  </a:lnTo>
                  <a:lnTo>
                    <a:pt x="1304919" y="0"/>
                  </a:lnTo>
                  <a:lnTo>
                    <a:pt x="1333494" y="0"/>
                  </a:lnTo>
                  <a:lnTo>
                    <a:pt x="1333494" y="28574"/>
                  </a:lnTo>
                  <a:close/>
                </a:path>
                <a:path w="7590155" h="2438400">
                  <a:moveTo>
                    <a:pt x="1390644" y="28574"/>
                  </a:moveTo>
                  <a:lnTo>
                    <a:pt x="1362069" y="28574"/>
                  </a:lnTo>
                  <a:lnTo>
                    <a:pt x="1362069" y="0"/>
                  </a:lnTo>
                  <a:lnTo>
                    <a:pt x="1390644" y="0"/>
                  </a:lnTo>
                  <a:lnTo>
                    <a:pt x="1390644" y="28574"/>
                  </a:lnTo>
                  <a:close/>
                </a:path>
                <a:path w="7590155" h="2438400">
                  <a:moveTo>
                    <a:pt x="1447794" y="28574"/>
                  </a:moveTo>
                  <a:lnTo>
                    <a:pt x="1419219" y="28574"/>
                  </a:lnTo>
                  <a:lnTo>
                    <a:pt x="1419219" y="0"/>
                  </a:lnTo>
                  <a:lnTo>
                    <a:pt x="1447794" y="0"/>
                  </a:lnTo>
                  <a:lnTo>
                    <a:pt x="1447794" y="28574"/>
                  </a:lnTo>
                  <a:close/>
                </a:path>
                <a:path w="7590155" h="2438400">
                  <a:moveTo>
                    <a:pt x="1504944" y="28574"/>
                  </a:moveTo>
                  <a:lnTo>
                    <a:pt x="1476369" y="28574"/>
                  </a:lnTo>
                  <a:lnTo>
                    <a:pt x="1476369" y="0"/>
                  </a:lnTo>
                  <a:lnTo>
                    <a:pt x="1504944" y="0"/>
                  </a:lnTo>
                  <a:lnTo>
                    <a:pt x="1504944" y="28574"/>
                  </a:lnTo>
                  <a:close/>
                </a:path>
                <a:path w="7590155" h="2438400">
                  <a:moveTo>
                    <a:pt x="1562094" y="28574"/>
                  </a:moveTo>
                  <a:lnTo>
                    <a:pt x="1533519" y="28574"/>
                  </a:lnTo>
                  <a:lnTo>
                    <a:pt x="1533519" y="0"/>
                  </a:lnTo>
                  <a:lnTo>
                    <a:pt x="1562094" y="0"/>
                  </a:lnTo>
                  <a:lnTo>
                    <a:pt x="1562094" y="28574"/>
                  </a:lnTo>
                  <a:close/>
                </a:path>
                <a:path w="7590155" h="2438400">
                  <a:moveTo>
                    <a:pt x="1619244" y="28574"/>
                  </a:moveTo>
                  <a:lnTo>
                    <a:pt x="1590669" y="28574"/>
                  </a:lnTo>
                  <a:lnTo>
                    <a:pt x="1590669" y="0"/>
                  </a:lnTo>
                  <a:lnTo>
                    <a:pt x="1619244" y="0"/>
                  </a:lnTo>
                  <a:lnTo>
                    <a:pt x="1619244" y="28574"/>
                  </a:lnTo>
                  <a:close/>
                </a:path>
                <a:path w="7590155" h="2438400">
                  <a:moveTo>
                    <a:pt x="1676394" y="28574"/>
                  </a:moveTo>
                  <a:lnTo>
                    <a:pt x="1647819" y="28574"/>
                  </a:lnTo>
                  <a:lnTo>
                    <a:pt x="1647819" y="0"/>
                  </a:lnTo>
                  <a:lnTo>
                    <a:pt x="1676394" y="0"/>
                  </a:lnTo>
                  <a:lnTo>
                    <a:pt x="1676394" y="28574"/>
                  </a:lnTo>
                  <a:close/>
                </a:path>
                <a:path w="7590155" h="2438400">
                  <a:moveTo>
                    <a:pt x="1733544" y="28574"/>
                  </a:moveTo>
                  <a:lnTo>
                    <a:pt x="1704969" y="28574"/>
                  </a:lnTo>
                  <a:lnTo>
                    <a:pt x="1704969" y="0"/>
                  </a:lnTo>
                  <a:lnTo>
                    <a:pt x="1733544" y="0"/>
                  </a:lnTo>
                  <a:lnTo>
                    <a:pt x="1733544" y="28574"/>
                  </a:lnTo>
                  <a:close/>
                </a:path>
                <a:path w="7590155" h="2438400">
                  <a:moveTo>
                    <a:pt x="1790694" y="28574"/>
                  </a:moveTo>
                  <a:lnTo>
                    <a:pt x="1762119" y="28574"/>
                  </a:lnTo>
                  <a:lnTo>
                    <a:pt x="1762119" y="0"/>
                  </a:lnTo>
                  <a:lnTo>
                    <a:pt x="1790694" y="0"/>
                  </a:lnTo>
                  <a:lnTo>
                    <a:pt x="1790694" y="28574"/>
                  </a:lnTo>
                  <a:close/>
                </a:path>
                <a:path w="7590155" h="2438400">
                  <a:moveTo>
                    <a:pt x="1847844" y="28574"/>
                  </a:moveTo>
                  <a:lnTo>
                    <a:pt x="1819269" y="28574"/>
                  </a:lnTo>
                  <a:lnTo>
                    <a:pt x="1819269" y="0"/>
                  </a:lnTo>
                  <a:lnTo>
                    <a:pt x="1847844" y="0"/>
                  </a:lnTo>
                  <a:lnTo>
                    <a:pt x="1847844" y="28574"/>
                  </a:lnTo>
                  <a:close/>
                </a:path>
                <a:path w="7590155" h="2438400">
                  <a:moveTo>
                    <a:pt x="1904994" y="28574"/>
                  </a:moveTo>
                  <a:lnTo>
                    <a:pt x="1876419" y="28574"/>
                  </a:lnTo>
                  <a:lnTo>
                    <a:pt x="1876419" y="0"/>
                  </a:lnTo>
                  <a:lnTo>
                    <a:pt x="1904994" y="0"/>
                  </a:lnTo>
                  <a:lnTo>
                    <a:pt x="1904994" y="28574"/>
                  </a:lnTo>
                  <a:close/>
                </a:path>
                <a:path w="7590155" h="2438400">
                  <a:moveTo>
                    <a:pt x="1962144" y="28574"/>
                  </a:moveTo>
                  <a:lnTo>
                    <a:pt x="1933569" y="28574"/>
                  </a:lnTo>
                  <a:lnTo>
                    <a:pt x="1933569" y="0"/>
                  </a:lnTo>
                  <a:lnTo>
                    <a:pt x="1962144" y="0"/>
                  </a:lnTo>
                  <a:lnTo>
                    <a:pt x="1962144" y="28574"/>
                  </a:lnTo>
                  <a:close/>
                </a:path>
                <a:path w="7590155" h="2438400">
                  <a:moveTo>
                    <a:pt x="2019293" y="28574"/>
                  </a:moveTo>
                  <a:lnTo>
                    <a:pt x="1990719" y="28574"/>
                  </a:lnTo>
                  <a:lnTo>
                    <a:pt x="1990719" y="0"/>
                  </a:lnTo>
                  <a:lnTo>
                    <a:pt x="2019293" y="0"/>
                  </a:lnTo>
                  <a:lnTo>
                    <a:pt x="2019293" y="28574"/>
                  </a:lnTo>
                  <a:close/>
                </a:path>
                <a:path w="7590155" h="2438400">
                  <a:moveTo>
                    <a:pt x="2076444" y="28574"/>
                  </a:moveTo>
                  <a:lnTo>
                    <a:pt x="2047868" y="28574"/>
                  </a:lnTo>
                  <a:lnTo>
                    <a:pt x="2047868" y="0"/>
                  </a:lnTo>
                  <a:lnTo>
                    <a:pt x="2076444" y="0"/>
                  </a:lnTo>
                  <a:lnTo>
                    <a:pt x="2076444" y="28574"/>
                  </a:lnTo>
                  <a:close/>
                </a:path>
                <a:path w="7590155" h="2438400">
                  <a:moveTo>
                    <a:pt x="2133593" y="28574"/>
                  </a:moveTo>
                  <a:lnTo>
                    <a:pt x="2105018" y="28574"/>
                  </a:lnTo>
                  <a:lnTo>
                    <a:pt x="2105018" y="0"/>
                  </a:lnTo>
                  <a:lnTo>
                    <a:pt x="2133593" y="0"/>
                  </a:lnTo>
                  <a:lnTo>
                    <a:pt x="2133593" y="28574"/>
                  </a:lnTo>
                  <a:close/>
                </a:path>
                <a:path w="7590155" h="2438400">
                  <a:moveTo>
                    <a:pt x="2190743" y="28574"/>
                  </a:moveTo>
                  <a:lnTo>
                    <a:pt x="2162168" y="28574"/>
                  </a:lnTo>
                  <a:lnTo>
                    <a:pt x="2162168" y="0"/>
                  </a:lnTo>
                  <a:lnTo>
                    <a:pt x="2190743" y="0"/>
                  </a:lnTo>
                  <a:lnTo>
                    <a:pt x="2190743" y="28574"/>
                  </a:lnTo>
                  <a:close/>
                </a:path>
                <a:path w="7590155" h="2438400">
                  <a:moveTo>
                    <a:pt x="2247893" y="28574"/>
                  </a:moveTo>
                  <a:lnTo>
                    <a:pt x="2219318" y="28574"/>
                  </a:lnTo>
                  <a:lnTo>
                    <a:pt x="2219318" y="0"/>
                  </a:lnTo>
                  <a:lnTo>
                    <a:pt x="2247893" y="0"/>
                  </a:lnTo>
                  <a:lnTo>
                    <a:pt x="2247893" y="28574"/>
                  </a:lnTo>
                  <a:close/>
                </a:path>
                <a:path w="7590155" h="2438400">
                  <a:moveTo>
                    <a:pt x="2305043" y="28574"/>
                  </a:moveTo>
                  <a:lnTo>
                    <a:pt x="2276468" y="28574"/>
                  </a:lnTo>
                  <a:lnTo>
                    <a:pt x="2276468" y="0"/>
                  </a:lnTo>
                  <a:lnTo>
                    <a:pt x="2305043" y="0"/>
                  </a:lnTo>
                  <a:lnTo>
                    <a:pt x="2305043" y="28574"/>
                  </a:lnTo>
                  <a:close/>
                </a:path>
                <a:path w="7590155" h="2438400">
                  <a:moveTo>
                    <a:pt x="2362193" y="28574"/>
                  </a:moveTo>
                  <a:lnTo>
                    <a:pt x="2333619" y="28574"/>
                  </a:lnTo>
                  <a:lnTo>
                    <a:pt x="2333619" y="0"/>
                  </a:lnTo>
                  <a:lnTo>
                    <a:pt x="2362193" y="0"/>
                  </a:lnTo>
                  <a:lnTo>
                    <a:pt x="2362193" y="28574"/>
                  </a:lnTo>
                  <a:close/>
                </a:path>
                <a:path w="7590155" h="2438400">
                  <a:moveTo>
                    <a:pt x="2419343" y="28574"/>
                  </a:moveTo>
                  <a:lnTo>
                    <a:pt x="2390768" y="28574"/>
                  </a:lnTo>
                  <a:lnTo>
                    <a:pt x="2390768" y="0"/>
                  </a:lnTo>
                  <a:lnTo>
                    <a:pt x="2419343" y="0"/>
                  </a:lnTo>
                  <a:lnTo>
                    <a:pt x="2419343" y="28574"/>
                  </a:lnTo>
                  <a:close/>
                </a:path>
                <a:path w="7590155" h="2438400">
                  <a:moveTo>
                    <a:pt x="2476493" y="28574"/>
                  </a:moveTo>
                  <a:lnTo>
                    <a:pt x="2447918" y="28574"/>
                  </a:lnTo>
                  <a:lnTo>
                    <a:pt x="2447918" y="0"/>
                  </a:lnTo>
                  <a:lnTo>
                    <a:pt x="2476493" y="0"/>
                  </a:lnTo>
                  <a:lnTo>
                    <a:pt x="2476493" y="28574"/>
                  </a:lnTo>
                  <a:close/>
                </a:path>
                <a:path w="7590155" h="2438400">
                  <a:moveTo>
                    <a:pt x="2533643" y="28574"/>
                  </a:moveTo>
                  <a:lnTo>
                    <a:pt x="2505068" y="28574"/>
                  </a:lnTo>
                  <a:lnTo>
                    <a:pt x="2505068" y="0"/>
                  </a:lnTo>
                  <a:lnTo>
                    <a:pt x="2533643" y="0"/>
                  </a:lnTo>
                  <a:lnTo>
                    <a:pt x="2533643" y="28574"/>
                  </a:lnTo>
                  <a:close/>
                </a:path>
                <a:path w="7590155" h="2438400">
                  <a:moveTo>
                    <a:pt x="2590794" y="28574"/>
                  </a:moveTo>
                  <a:lnTo>
                    <a:pt x="2562218" y="28574"/>
                  </a:lnTo>
                  <a:lnTo>
                    <a:pt x="2562218" y="0"/>
                  </a:lnTo>
                  <a:lnTo>
                    <a:pt x="2590794" y="0"/>
                  </a:lnTo>
                  <a:lnTo>
                    <a:pt x="2590794" y="28574"/>
                  </a:lnTo>
                  <a:close/>
                </a:path>
                <a:path w="7590155" h="2438400">
                  <a:moveTo>
                    <a:pt x="2647943" y="28574"/>
                  </a:moveTo>
                  <a:lnTo>
                    <a:pt x="2619368" y="28574"/>
                  </a:lnTo>
                  <a:lnTo>
                    <a:pt x="2619368" y="0"/>
                  </a:lnTo>
                  <a:lnTo>
                    <a:pt x="2647943" y="0"/>
                  </a:lnTo>
                  <a:lnTo>
                    <a:pt x="2647943" y="28574"/>
                  </a:lnTo>
                  <a:close/>
                </a:path>
                <a:path w="7590155" h="2438400">
                  <a:moveTo>
                    <a:pt x="2705093" y="28574"/>
                  </a:moveTo>
                  <a:lnTo>
                    <a:pt x="2676518" y="28574"/>
                  </a:lnTo>
                  <a:lnTo>
                    <a:pt x="2676518" y="0"/>
                  </a:lnTo>
                  <a:lnTo>
                    <a:pt x="2705093" y="0"/>
                  </a:lnTo>
                  <a:lnTo>
                    <a:pt x="2705093" y="28574"/>
                  </a:lnTo>
                  <a:close/>
                </a:path>
                <a:path w="7590155" h="2438400">
                  <a:moveTo>
                    <a:pt x="2762243" y="28574"/>
                  </a:moveTo>
                  <a:lnTo>
                    <a:pt x="2733668" y="28574"/>
                  </a:lnTo>
                  <a:lnTo>
                    <a:pt x="2733668" y="0"/>
                  </a:lnTo>
                  <a:lnTo>
                    <a:pt x="2762243" y="0"/>
                  </a:lnTo>
                  <a:lnTo>
                    <a:pt x="2762243" y="28574"/>
                  </a:lnTo>
                  <a:close/>
                </a:path>
                <a:path w="7590155" h="2438400">
                  <a:moveTo>
                    <a:pt x="2819393" y="28574"/>
                  </a:moveTo>
                  <a:lnTo>
                    <a:pt x="2790818" y="28574"/>
                  </a:lnTo>
                  <a:lnTo>
                    <a:pt x="2790818" y="0"/>
                  </a:lnTo>
                  <a:lnTo>
                    <a:pt x="2819393" y="0"/>
                  </a:lnTo>
                  <a:lnTo>
                    <a:pt x="2819393" y="28574"/>
                  </a:lnTo>
                  <a:close/>
                </a:path>
                <a:path w="7590155" h="2438400">
                  <a:moveTo>
                    <a:pt x="2876543" y="28574"/>
                  </a:moveTo>
                  <a:lnTo>
                    <a:pt x="2847968" y="28574"/>
                  </a:lnTo>
                  <a:lnTo>
                    <a:pt x="2847968" y="0"/>
                  </a:lnTo>
                  <a:lnTo>
                    <a:pt x="2876543" y="0"/>
                  </a:lnTo>
                  <a:lnTo>
                    <a:pt x="2876543" y="28574"/>
                  </a:lnTo>
                  <a:close/>
                </a:path>
                <a:path w="7590155" h="2438400">
                  <a:moveTo>
                    <a:pt x="2933693" y="28574"/>
                  </a:moveTo>
                  <a:lnTo>
                    <a:pt x="2905118" y="28574"/>
                  </a:lnTo>
                  <a:lnTo>
                    <a:pt x="2905118" y="0"/>
                  </a:lnTo>
                  <a:lnTo>
                    <a:pt x="2933693" y="0"/>
                  </a:lnTo>
                  <a:lnTo>
                    <a:pt x="2933693" y="28574"/>
                  </a:lnTo>
                  <a:close/>
                </a:path>
                <a:path w="7590155" h="2438400">
                  <a:moveTo>
                    <a:pt x="2990843" y="28574"/>
                  </a:moveTo>
                  <a:lnTo>
                    <a:pt x="2962268" y="28574"/>
                  </a:lnTo>
                  <a:lnTo>
                    <a:pt x="2962268" y="0"/>
                  </a:lnTo>
                  <a:lnTo>
                    <a:pt x="2990843" y="0"/>
                  </a:lnTo>
                  <a:lnTo>
                    <a:pt x="2990843" y="28574"/>
                  </a:lnTo>
                  <a:close/>
                </a:path>
                <a:path w="7590155" h="2438400">
                  <a:moveTo>
                    <a:pt x="3047993" y="28574"/>
                  </a:moveTo>
                  <a:lnTo>
                    <a:pt x="3019418" y="28574"/>
                  </a:lnTo>
                  <a:lnTo>
                    <a:pt x="3019418" y="0"/>
                  </a:lnTo>
                  <a:lnTo>
                    <a:pt x="3047993" y="0"/>
                  </a:lnTo>
                  <a:lnTo>
                    <a:pt x="3047993" y="28574"/>
                  </a:lnTo>
                  <a:close/>
                </a:path>
                <a:path w="7590155" h="2438400">
                  <a:moveTo>
                    <a:pt x="3105143" y="28574"/>
                  </a:moveTo>
                  <a:lnTo>
                    <a:pt x="3076568" y="28574"/>
                  </a:lnTo>
                  <a:lnTo>
                    <a:pt x="3076568" y="0"/>
                  </a:lnTo>
                  <a:lnTo>
                    <a:pt x="3105143" y="0"/>
                  </a:lnTo>
                  <a:lnTo>
                    <a:pt x="3105143" y="28574"/>
                  </a:lnTo>
                  <a:close/>
                </a:path>
                <a:path w="7590155" h="2438400">
                  <a:moveTo>
                    <a:pt x="3162293" y="28574"/>
                  </a:moveTo>
                  <a:lnTo>
                    <a:pt x="3133718" y="28574"/>
                  </a:lnTo>
                  <a:lnTo>
                    <a:pt x="3133718" y="0"/>
                  </a:lnTo>
                  <a:lnTo>
                    <a:pt x="3162293" y="0"/>
                  </a:lnTo>
                  <a:lnTo>
                    <a:pt x="3162293" y="28574"/>
                  </a:lnTo>
                  <a:close/>
                </a:path>
                <a:path w="7590155" h="2438400">
                  <a:moveTo>
                    <a:pt x="3219443" y="28574"/>
                  </a:moveTo>
                  <a:lnTo>
                    <a:pt x="3190868" y="28574"/>
                  </a:lnTo>
                  <a:lnTo>
                    <a:pt x="3190868" y="0"/>
                  </a:lnTo>
                  <a:lnTo>
                    <a:pt x="3219443" y="0"/>
                  </a:lnTo>
                  <a:lnTo>
                    <a:pt x="3219443" y="28574"/>
                  </a:lnTo>
                  <a:close/>
                </a:path>
                <a:path w="7590155" h="2438400">
                  <a:moveTo>
                    <a:pt x="3276593" y="28574"/>
                  </a:moveTo>
                  <a:lnTo>
                    <a:pt x="3248018" y="28574"/>
                  </a:lnTo>
                  <a:lnTo>
                    <a:pt x="3248018" y="0"/>
                  </a:lnTo>
                  <a:lnTo>
                    <a:pt x="3276593" y="0"/>
                  </a:lnTo>
                  <a:lnTo>
                    <a:pt x="3276593" y="28574"/>
                  </a:lnTo>
                  <a:close/>
                </a:path>
                <a:path w="7590155" h="2438400">
                  <a:moveTo>
                    <a:pt x="3333743" y="28574"/>
                  </a:moveTo>
                  <a:lnTo>
                    <a:pt x="3305168" y="28574"/>
                  </a:lnTo>
                  <a:lnTo>
                    <a:pt x="3305168" y="0"/>
                  </a:lnTo>
                  <a:lnTo>
                    <a:pt x="3333743" y="0"/>
                  </a:lnTo>
                  <a:lnTo>
                    <a:pt x="3333743" y="28574"/>
                  </a:lnTo>
                  <a:close/>
                </a:path>
                <a:path w="7590155" h="2438400">
                  <a:moveTo>
                    <a:pt x="3390893" y="28574"/>
                  </a:moveTo>
                  <a:lnTo>
                    <a:pt x="3362318" y="28574"/>
                  </a:lnTo>
                  <a:lnTo>
                    <a:pt x="3362318" y="0"/>
                  </a:lnTo>
                  <a:lnTo>
                    <a:pt x="3390893" y="0"/>
                  </a:lnTo>
                  <a:lnTo>
                    <a:pt x="3390893" y="28574"/>
                  </a:lnTo>
                  <a:close/>
                </a:path>
                <a:path w="7590155" h="2438400">
                  <a:moveTo>
                    <a:pt x="3448043" y="28574"/>
                  </a:moveTo>
                  <a:lnTo>
                    <a:pt x="3419468" y="28574"/>
                  </a:lnTo>
                  <a:lnTo>
                    <a:pt x="3419468" y="0"/>
                  </a:lnTo>
                  <a:lnTo>
                    <a:pt x="3448043" y="0"/>
                  </a:lnTo>
                  <a:lnTo>
                    <a:pt x="3448043" y="28574"/>
                  </a:lnTo>
                  <a:close/>
                </a:path>
                <a:path w="7590155" h="2438400">
                  <a:moveTo>
                    <a:pt x="3505193" y="28574"/>
                  </a:moveTo>
                  <a:lnTo>
                    <a:pt x="3476618" y="28574"/>
                  </a:lnTo>
                  <a:lnTo>
                    <a:pt x="3476618" y="0"/>
                  </a:lnTo>
                  <a:lnTo>
                    <a:pt x="3505193" y="0"/>
                  </a:lnTo>
                  <a:lnTo>
                    <a:pt x="3505193" y="28574"/>
                  </a:lnTo>
                  <a:close/>
                </a:path>
                <a:path w="7590155" h="2438400">
                  <a:moveTo>
                    <a:pt x="3562343" y="28574"/>
                  </a:moveTo>
                  <a:lnTo>
                    <a:pt x="3533768" y="28574"/>
                  </a:lnTo>
                  <a:lnTo>
                    <a:pt x="3533768" y="0"/>
                  </a:lnTo>
                  <a:lnTo>
                    <a:pt x="3562343" y="0"/>
                  </a:lnTo>
                  <a:lnTo>
                    <a:pt x="3562343" y="28574"/>
                  </a:lnTo>
                  <a:close/>
                </a:path>
                <a:path w="7590155" h="2438400">
                  <a:moveTo>
                    <a:pt x="3619493" y="28574"/>
                  </a:moveTo>
                  <a:lnTo>
                    <a:pt x="3590918" y="28574"/>
                  </a:lnTo>
                  <a:lnTo>
                    <a:pt x="3590918" y="0"/>
                  </a:lnTo>
                  <a:lnTo>
                    <a:pt x="3619493" y="0"/>
                  </a:lnTo>
                  <a:lnTo>
                    <a:pt x="3619493" y="28574"/>
                  </a:lnTo>
                  <a:close/>
                </a:path>
                <a:path w="7590155" h="2438400">
                  <a:moveTo>
                    <a:pt x="3676643" y="28574"/>
                  </a:moveTo>
                  <a:lnTo>
                    <a:pt x="3648068" y="28574"/>
                  </a:lnTo>
                  <a:lnTo>
                    <a:pt x="3648068" y="0"/>
                  </a:lnTo>
                  <a:lnTo>
                    <a:pt x="3676643" y="0"/>
                  </a:lnTo>
                  <a:lnTo>
                    <a:pt x="3676643" y="28574"/>
                  </a:lnTo>
                  <a:close/>
                </a:path>
                <a:path w="7590155" h="2438400">
                  <a:moveTo>
                    <a:pt x="3733793" y="28574"/>
                  </a:moveTo>
                  <a:lnTo>
                    <a:pt x="3705218" y="28574"/>
                  </a:lnTo>
                  <a:lnTo>
                    <a:pt x="3705218" y="0"/>
                  </a:lnTo>
                  <a:lnTo>
                    <a:pt x="3733793" y="0"/>
                  </a:lnTo>
                  <a:lnTo>
                    <a:pt x="3733793" y="28574"/>
                  </a:lnTo>
                  <a:close/>
                </a:path>
                <a:path w="7590155" h="2438400">
                  <a:moveTo>
                    <a:pt x="3790943" y="28574"/>
                  </a:moveTo>
                  <a:lnTo>
                    <a:pt x="3762368" y="28574"/>
                  </a:lnTo>
                  <a:lnTo>
                    <a:pt x="3762368" y="0"/>
                  </a:lnTo>
                  <a:lnTo>
                    <a:pt x="3790943" y="0"/>
                  </a:lnTo>
                  <a:lnTo>
                    <a:pt x="3790943" y="28574"/>
                  </a:lnTo>
                  <a:close/>
                </a:path>
                <a:path w="7590155" h="2438400">
                  <a:moveTo>
                    <a:pt x="3848093" y="28574"/>
                  </a:moveTo>
                  <a:lnTo>
                    <a:pt x="3819518" y="28574"/>
                  </a:lnTo>
                  <a:lnTo>
                    <a:pt x="3819518" y="0"/>
                  </a:lnTo>
                  <a:lnTo>
                    <a:pt x="3848093" y="0"/>
                  </a:lnTo>
                  <a:lnTo>
                    <a:pt x="3848093" y="28574"/>
                  </a:lnTo>
                  <a:close/>
                </a:path>
                <a:path w="7590155" h="2438400">
                  <a:moveTo>
                    <a:pt x="3905243" y="28574"/>
                  </a:moveTo>
                  <a:lnTo>
                    <a:pt x="3876668" y="28574"/>
                  </a:lnTo>
                  <a:lnTo>
                    <a:pt x="3876668" y="0"/>
                  </a:lnTo>
                  <a:lnTo>
                    <a:pt x="3905243" y="0"/>
                  </a:lnTo>
                  <a:lnTo>
                    <a:pt x="3905243" y="28574"/>
                  </a:lnTo>
                  <a:close/>
                </a:path>
                <a:path w="7590155" h="2438400">
                  <a:moveTo>
                    <a:pt x="3962394" y="28574"/>
                  </a:moveTo>
                  <a:lnTo>
                    <a:pt x="3933818" y="28574"/>
                  </a:lnTo>
                  <a:lnTo>
                    <a:pt x="3933818" y="0"/>
                  </a:lnTo>
                  <a:lnTo>
                    <a:pt x="3962394" y="0"/>
                  </a:lnTo>
                  <a:lnTo>
                    <a:pt x="3962394" y="28574"/>
                  </a:lnTo>
                  <a:close/>
                </a:path>
                <a:path w="7590155" h="2438400">
                  <a:moveTo>
                    <a:pt x="4019544" y="28574"/>
                  </a:moveTo>
                  <a:lnTo>
                    <a:pt x="3990969" y="28574"/>
                  </a:lnTo>
                  <a:lnTo>
                    <a:pt x="3990969" y="0"/>
                  </a:lnTo>
                  <a:lnTo>
                    <a:pt x="4019544" y="0"/>
                  </a:lnTo>
                  <a:lnTo>
                    <a:pt x="4019544" y="28574"/>
                  </a:lnTo>
                  <a:close/>
                </a:path>
                <a:path w="7590155" h="2438400">
                  <a:moveTo>
                    <a:pt x="4076693" y="28574"/>
                  </a:moveTo>
                  <a:lnTo>
                    <a:pt x="4048118" y="28574"/>
                  </a:lnTo>
                  <a:lnTo>
                    <a:pt x="4048118" y="0"/>
                  </a:lnTo>
                  <a:lnTo>
                    <a:pt x="4076693" y="0"/>
                  </a:lnTo>
                  <a:lnTo>
                    <a:pt x="4076693" y="28574"/>
                  </a:lnTo>
                  <a:close/>
                </a:path>
                <a:path w="7590155" h="2438400">
                  <a:moveTo>
                    <a:pt x="4133843" y="28574"/>
                  </a:moveTo>
                  <a:lnTo>
                    <a:pt x="4105268" y="28574"/>
                  </a:lnTo>
                  <a:lnTo>
                    <a:pt x="4105268" y="0"/>
                  </a:lnTo>
                  <a:lnTo>
                    <a:pt x="4133843" y="0"/>
                  </a:lnTo>
                  <a:lnTo>
                    <a:pt x="4133843" y="28574"/>
                  </a:lnTo>
                  <a:close/>
                </a:path>
                <a:path w="7590155" h="2438400">
                  <a:moveTo>
                    <a:pt x="4190993" y="28574"/>
                  </a:moveTo>
                  <a:lnTo>
                    <a:pt x="4162418" y="28574"/>
                  </a:lnTo>
                  <a:lnTo>
                    <a:pt x="4162418" y="0"/>
                  </a:lnTo>
                  <a:lnTo>
                    <a:pt x="4190993" y="0"/>
                  </a:lnTo>
                  <a:lnTo>
                    <a:pt x="4190993" y="28574"/>
                  </a:lnTo>
                  <a:close/>
                </a:path>
                <a:path w="7590155" h="2438400">
                  <a:moveTo>
                    <a:pt x="4248143" y="28574"/>
                  </a:moveTo>
                  <a:lnTo>
                    <a:pt x="4219568" y="28574"/>
                  </a:lnTo>
                  <a:lnTo>
                    <a:pt x="4219568" y="0"/>
                  </a:lnTo>
                  <a:lnTo>
                    <a:pt x="4248143" y="0"/>
                  </a:lnTo>
                  <a:lnTo>
                    <a:pt x="4248143" y="28574"/>
                  </a:lnTo>
                  <a:close/>
                </a:path>
                <a:path w="7590155" h="2438400">
                  <a:moveTo>
                    <a:pt x="4305293" y="28574"/>
                  </a:moveTo>
                  <a:lnTo>
                    <a:pt x="4276718" y="28574"/>
                  </a:lnTo>
                  <a:lnTo>
                    <a:pt x="4276718" y="0"/>
                  </a:lnTo>
                  <a:lnTo>
                    <a:pt x="4305293" y="0"/>
                  </a:lnTo>
                  <a:lnTo>
                    <a:pt x="4305293" y="28574"/>
                  </a:lnTo>
                  <a:close/>
                </a:path>
                <a:path w="7590155" h="2438400">
                  <a:moveTo>
                    <a:pt x="4362443" y="28574"/>
                  </a:moveTo>
                  <a:lnTo>
                    <a:pt x="4333868" y="28574"/>
                  </a:lnTo>
                  <a:lnTo>
                    <a:pt x="4333868" y="0"/>
                  </a:lnTo>
                  <a:lnTo>
                    <a:pt x="4362443" y="0"/>
                  </a:lnTo>
                  <a:lnTo>
                    <a:pt x="4362443" y="28574"/>
                  </a:lnTo>
                  <a:close/>
                </a:path>
                <a:path w="7590155" h="2438400">
                  <a:moveTo>
                    <a:pt x="4419593" y="28574"/>
                  </a:moveTo>
                  <a:lnTo>
                    <a:pt x="4391018" y="28574"/>
                  </a:lnTo>
                  <a:lnTo>
                    <a:pt x="4391018" y="0"/>
                  </a:lnTo>
                  <a:lnTo>
                    <a:pt x="4419593" y="0"/>
                  </a:lnTo>
                  <a:lnTo>
                    <a:pt x="4419593" y="28574"/>
                  </a:lnTo>
                  <a:close/>
                </a:path>
                <a:path w="7590155" h="2438400">
                  <a:moveTo>
                    <a:pt x="4476744" y="28574"/>
                  </a:moveTo>
                  <a:lnTo>
                    <a:pt x="4448168" y="28574"/>
                  </a:lnTo>
                  <a:lnTo>
                    <a:pt x="4448168" y="0"/>
                  </a:lnTo>
                  <a:lnTo>
                    <a:pt x="4476744" y="0"/>
                  </a:lnTo>
                  <a:lnTo>
                    <a:pt x="4476744" y="28574"/>
                  </a:lnTo>
                  <a:close/>
                </a:path>
                <a:path w="7590155" h="2438400">
                  <a:moveTo>
                    <a:pt x="4533894" y="28574"/>
                  </a:moveTo>
                  <a:lnTo>
                    <a:pt x="4505319" y="28574"/>
                  </a:lnTo>
                  <a:lnTo>
                    <a:pt x="4505319" y="0"/>
                  </a:lnTo>
                  <a:lnTo>
                    <a:pt x="4533894" y="0"/>
                  </a:lnTo>
                  <a:lnTo>
                    <a:pt x="4533894" y="28574"/>
                  </a:lnTo>
                  <a:close/>
                </a:path>
                <a:path w="7590155" h="2438400">
                  <a:moveTo>
                    <a:pt x="4591043" y="28574"/>
                  </a:moveTo>
                  <a:lnTo>
                    <a:pt x="4562468" y="28574"/>
                  </a:lnTo>
                  <a:lnTo>
                    <a:pt x="4562468" y="0"/>
                  </a:lnTo>
                  <a:lnTo>
                    <a:pt x="4591043" y="0"/>
                  </a:lnTo>
                  <a:lnTo>
                    <a:pt x="4591043" y="28574"/>
                  </a:lnTo>
                  <a:close/>
                </a:path>
                <a:path w="7590155" h="2438400">
                  <a:moveTo>
                    <a:pt x="4648193" y="28574"/>
                  </a:moveTo>
                  <a:lnTo>
                    <a:pt x="4619618" y="28574"/>
                  </a:lnTo>
                  <a:lnTo>
                    <a:pt x="4619618" y="0"/>
                  </a:lnTo>
                  <a:lnTo>
                    <a:pt x="4648193" y="0"/>
                  </a:lnTo>
                  <a:lnTo>
                    <a:pt x="4648193" y="28574"/>
                  </a:lnTo>
                  <a:close/>
                </a:path>
                <a:path w="7590155" h="2438400">
                  <a:moveTo>
                    <a:pt x="4705343" y="28574"/>
                  </a:moveTo>
                  <a:lnTo>
                    <a:pt x="4676768" y="28574"/>
                  </a:lnTo>
                  <a:lnTo>
                    <a:pt x="4676768" y="0"/>
                  </a:lnTo>
                  <a:lnTo>
                    <a:pt x="4705343" y="0"/>
                  </a:lnTo>
                  <a:lnTo>
                    <a:pt x="4705343" y="28574"/>
                  </a:lnTo>
                  <a:close/>
                </a:path>
                <a:path w="7590155" h="2438400">
                  <a:moveTo>
                    <a:pt x="4762493" y="28574"/>
                  </a:moveTo>
                  <a:lnTo>
                    <a:pt x="4733918" y="28574"/>
                  </a:lnTo>
                  <a:lnTo>
                    <a:pt x="4733918" y="0"/>
                  </a:lnTo>
                  <a:lnTo>
                    <a:pt x="4762493" y="0"/>
                  </a:lnTo>
                  <a:lnTo>
                    <a:pt x="4762493" y="28574"/>
                  </a:lnTo>
                  <a:close/>
                </a:path>
                <a:path w="7590155" h="2438400">
                  <a:moveTo>
                    <a:pt x="4819643" y="28574"/>
                  </a:moveTo>
                  <a:lnTo>
                    <a:pt x="4791068" y="28574"/>
                  </a:lnTo>
                  <a:lnTo>
                    <a:pt x="4791068" y="0"/>
                  </a:lnTo>
                  <a:lnTo>
                    <a:pt x="4819643" y="0"/>
                  </a:lnTo>
                  <a:lnTo>
                    <a:pt x="4819643" y="28574"/>
                  </a:lnTo>
                  <a:close/>
                </a:path>
                <a:path w="7590155" h="2438400">
                  <a:moveTo>
                    <a:pt x="4876793" y="28574"/>
                  </a:moveTo>
                  <a:lnTo>
                    <a:pt x="4848218" y="28574"/>
                  </a:lnTo>
                  <a:lnTo>
                    <a:pt x="4848218" y="0"/>
                  </a:lnTo>
                  <a:lnTo>
                    <a:pt x="4876793" y="0"/>
                  </a:lnTo>
                  <a:lnTo>
                    <a:pt x="4876793" y="28574"/>
                  </a:lnTo>
                  <a:close/>
                </a:path>
                <a:path w="7590155" h="2438400">
                  <a:moveTo>
                    <a:pt x="4933943" y="28574"/>
                  </a:moveTo>
                  <a:lnTo>
                    <a:pt x="4905368" y="28574"/>
                  </a:lnTo>
                  <a:lnTo>
                    <a:pt x="4905368" y="0"/>
                  </a:lnTo>
                  <a:lnTo>
                    <a:pt x="4933943" y="0"/>
                  </a:lnTo>
                  <a:lnTo>
                    <a:pt x="4933943" y="28574"/>
                  </a:lnTo>
                  <a:close/>
                </a:path>
                <a:path w="7590155" h="2438400">
                  <a:moveTo>
                    <a:pt x="4991094" y="28574"/>
                  </a:moveTo>
                  <a:lnTo>
                    <a:pt x="4962518" y="28574"/>
                  </a:lnTo>
                  <a:lnTo>
                    <a:pt x="4962518" y="0"/>
                  </a:lnTo>
                  <a:lnTo>
                    <a:pt x="4991094" y="0"/>
                  </a:lnTo>
                  <a:lnTo>
                    <a:pt x="4991094" y="28574"/>
                  </a:lnTo>
                  <a:close/>
                </a:path>
                <a:path w="7590155" h="2438400">
                  <a:moveTo>
                    <a:pt x="5048243" y="28574"/>
                  </a:moveTo>
                  <a:lnTo>
                    <a:pt x="5019669" y="28574"/>
                  </a:lnTo>
                  <a:lnTo>
                    <a:pt x="5019669" y="0"/>
                  </a:lnTo>
                  <a:lnTo>
                    <a:pt x="5048243" y="0"/>
                  </a:lnTo>
                  <a:lnTo>
                    <a:pt x="5048243" y="28574"/>
                  </a:lnTo>
                  <a:close/>
                </a:path>
                <a:path w="7590155" h="2438400">
                  <a:moveTo>
                    <a:pt x="5105393" y="28574"/>
                  </a:moveTo>
                  <a:lnTo>
                    <a:pt x="5076818" y="28574"/>
                  </a:lnTo>
                  <a:lnTo>
                    <a:pt x="5076818" y="0"/>
                  </a:lnTo>
                  <a:lnTo>
                    <a:pt x="5105393" y="0"/>
                  </a:lnTo>
                  <a:lnTo>
                    <a:pt x="5105393" y="28574"/>
                  </a:lnTo>
                  <a:close/>
                </a:path>
                <a:path w="7590155" h="2438400">
                  <a:moveTo>
                    <a:pt x="5162543" y="28574"/>
                  </a:moveTo>
                  <a:lnTo>
                    <a:pt x="5133968" y="28574"/>
                  </a:lnTo>
                  <a:lnTo>
                    <a:pt x="5133968" y="0"/>
                  </a:lnTo>
                  <a:lnTo>
                    <a:pt x="5162543" y="0"/>
                  </a:lnTo>
                  <a:lnTo>
                    <a:pt x="5162543" y="28574"/>
                  </a:lnTo>
                  <a:close/>
                </a:path>
                <a:path w="7590155" h="2438400">
                  <a:moveTo>
                    <a:pt x="5219693" y="28574"/>
                  </a:moveTo>
                  <a:lnTo>
                    <a:pt x="5191118" y="28574"/>
                  </a:lnTo>
                  <a:lnTo>
                    <a:pt x="5191118" y="0"/>
                  </a:lnTo>
                  <a:lnTo>
                    <a:pt x="5219693" y="0"/>
                  </a:lnTo>
                  <a:lnTo>
                    <a:pt x="5219693" y="28574"/>
                  </a:lnTo>
                  <a:close/>
                </a:path>
                <a:path w="7590155" h="2438400">
                  <a:moveTo>
                    <a:pt x="5276843" y="28574"/>
                  </a:moveTo>
                  <a:lnTo>
                    <a:pt x="5248268" y="28574"/>
                  </a:lnTo>
                  <a:lnTo>
                    <a:pt x="5248268" y="0"/>
                  </a:lnTo>
                  <a:lnTo>
                    <a:pt x="5276843" y="0"/>
                  </a:lnTo>
                  <a:lnTo>
                    <a:pt x="5276843" y="28574"/>
                  </a:lnTo>
                  <a:close/>
                </a:path>
                <a:path w="7590155" h="2438400">
                  <a:moveTo>
                    <a:pt x="5333993" y="28574"/>
                  </a:moveTo>
                  <a:lnTo>
                    <a:pt x="5305418" y="28574"/>
                  </a:lnTo>
                  <a:lnTo>
                    <a:pt x="5305418" y="0"/>
                  </a:lnTo>
                  <a:lnTo>
                    <a:pt x="5333993" y="0"/>
                  </a:lnTo>
                  <a:lnTo>
                    <a:pt x="5333993" y="28574"/>
                  </a:lnTo>
                  <a:close/>
                </a:path>
                <a:path w="7590155" h="2438400">
                  <a:moveTo>
                    <a:pt x="5391143" y="28574"/>
                  </a:moveTo>
                  <a:lnTo>
                    <a:pt x="5362568" y="28574"/>
                  </a:lnTo>
                  <a:lnTo>
                    <a:pt x="5362568" y="0"/>
                  </a:lnTo>
                  <a:lnTo>
                    <a:pt x="5391143" y="0"/>
                  </a:lnTo>
                  <a:lnTo>
                    <a:pt x="5391143" y="28574"/>
                  </a:lnTo>
                  <a:close/>
                </a:path>
                <a:path w="7590155" h="2438400">
                  <a:moveTo>
                    <a:pt x="5448293" y="28574"/>
                  </a:moveTo>
                  <a:lnTo>
                    <a:pt x="5419718" y="28574"/>
                  </a:lnTo>
                  <a:lnTo>
                    <a:pt x="5419718" y="0"/>
                  </a:lnTo>
                  <a:lnTo>
                    <a:pt x="5448293" y="0"/>
                  </a:lnTo>
                  <a:lnTo>
                    <a:pt x="5448293" y="28574"/>
                  </a:lnTo>
                  <a:close/>
                </a:path>
                <a:path w="7590155" h="2438400">
                  <a:moveTo>
                    <a:pt x="5505443" y="28574"/>
                  </a:moveTo>
                  <a:lnTo>
                    <a:pt x="5476868" y="28574"/>
                  </a:lnTo>
                  <a:lnTo>
                    <a:pt x="5476868" y="0"/>
                  </a:lnTo>
                  <a:lnTo>
                    <a:pt x="5505443" y="0"/>
                  </a:lnTo>
                  <a:lnTo>
                    <a:pt x="5505443" y="28574"/>
                  </a:lnTo>
                  <a:close/>
                </a:path>
                <a:path w="7590155" h="2438400">
                  <a:moveTo>
                    <a:pt x="5562593" y="28574"/>
                  </a:moveTo>
                  <a:lnTo>
                    <a:pt x="5534018" y="28574"/>
                  </a:lnTo>
                  <a:lnTo>
                    <a:pt x="5534018" y="0"/>
                  </a:lnTo>
                  <a:lnTo>
                    <a:pt x="5562593" y="0"/>
                  </a:lnTo>
                  <a:lnTo>
                    <a:pt x="5562593" y="28574"/>
                  </a:lnTo>
                  <a:close/>
                </a:path>
                <a:path w="7590155" h="2438400">
                  <a:moveTo>
                    <a:pt x="5619743" y="28574"/>
                  </a:moveTo>
                  <a:lnTo>
                    <a:pt x="5591168" y="28574"/>
                  </a:lnTo>
                  <a:lnTo>
                    <a:pt x="5591168" y="0"/>
                  </a:lnTo>
                  <a:lnTo>
                    <a:pt x="5619743" y="0"/>
                  </a:lnTo>
                  <a:lnTo>
                    <a:pt x="5619743" y="28574"/>
                  </a:lnTo>
                  <a:close/>
                </a:path>
                <a:path w="7590155" h="2438400">
                  <a:moveTo>
                    <a:pt x="5676893" y="28574"/>
                  </a:moveTo>
                  <a:lnTo>
                    <a:pt x="5648318" y="28574"/>
                  </a:lnTo>
                  <a:lnTo>
                    <a:pt x="5648318" y="0"/>
                  </a:lnTo>
                  <a:lnTo>
                    <a:pt x="5676893" y="0"/>
                  </a:lnTo>
                  <a:lnTo>
                    <a:pt x="5676893" y="28574"/>
                  </a:lnTo>
                  <a:close/>
                </a:path>
                <a:path w="7590155" h="2438400">
                  <a:moveTo>
                    <a:pt x="5734043" y="28574"/>
                  </a:moveTo>
                  <a:lnTo>
                    <a:pt x="5705468" y="28574"/>
                  </a:lnTo>
                  <a:lnTo>
                    <a:pt x="5705468" y="0"/>
                  </a:lnTo>
                  <a:lnTo>
                    <a:pt x="5734043" y="0"/>
                  </a:lnTo>
                  <a:lnTo>
                    <a:pt x="5734043" y="28574"/>
                  </a:lnTo>
                  <a:close/>
                </a:path>
                <a:path w="7590155" h="2438400">
                  <a:moveTo>
                    <a:pt x="5791193" y="28574"/>
                  </a:moveTo>
                  <a:lnTo>
                    <a:pt x="5762618" y="28574"/>
                  </a:lnTo>
                  <a:lnTo>
                    <a:pt x="5762618" y="0"/>
                  </a:lnTo>
                  <a:lnTo>
                    <a:pt x="5791193" y="0"/>
                  </a:lnTo>
                  <a:lnTo>
                    <a:pt x="5791193" y="28574"/>
                  </a:lnTo>
                  <a:close/>
                </a:path>
                <a:path w="7590155" h="2438400">
                  <a:moveTo>
                    <a:pt x="5848343" y="28574"/>
                  </a:moveTo>
                  <a:lnTo>
                    <a:pt x="5819768" y="28574"/>
                  </a:lnTo>
                  <a:lnTo>
                    <a:pt x="5819768" y="0"/>
                  </a:lnTo>
                  <a:lnTo>
                    <a:pt x="5848343" y="0"/>
                  </a:lnTo>
                  <a:lnTo>
                    <a:pt x="5848343" y="28574"/>
                  </a:lnTo>
                  <a:close/>
                </a:path>
                <a:path w="7590155" h="2438400">
                  <a:moveTo>
                    <a:pt x="5905493" y="28574"/>
                  </a:moveTo>
                  <a:lnTo>
                    <a:pt x="5876918" y="28574"/>
                  </a:lnTo>
                  <a:lnTo>
                    <a:pt x="5876918" y="0"/>
                  </a:lnTo>
                  <a:lnTo>
                    <a:pt x="5905493" y="0"/>
                  </a:lnTo>
                  <a:lnTo>
                    <a:pt x="5905493" y="28574"/>
                  </a:lnTo>
                  <a:close/>
                </a:path>
                <a:path w="7590155" h="2438400">
                  <a:moveTo>
                    <a:pt x="5962643" y="28574"/>
                  </a:moveTo>
                  <a:lnTo>
                    <a:pt x="5934068" y="28574"/>
                  </a:lnTo>
                  <a:lnTo>
                    <a:pt x="5934068" y="0"/>
                  </a:lnTo>
                  <a:lnTo>
                    <a:pt x="5962643" y="0"/>
                  </a:lnTo>
                  <a:lnTo>
                    <a:pt x="5962643" y="28574"/>
                  </a:lnTo>
                  <a:close/>
                </a:path>
                <a:path w="7590155" h="2438400">
                  <a:moveTo>
                    <a:pt x="6019793" y="28574"/>
                  </a:moveTo>
                  <a:lnTo>
                    <a:pt x="5991218" y="28574"/>
                  </a:lnTo>
                  <a:lnTo>
                    <a:pt x="5991218" y="0"/>
                  </a:lnTo>
                  <a:lnTo>
                    <a:pt x="6019793" y="0"/>
                  </a:lnTo>
                  <a:lnTo>
                    <a:pt x="6019793" y="28574"/>
                  </a:lnTo>
                  <a:close/>
                </a:path>
                <a:path w="7590155" h="2438400">
                  <a:moveTo>
                    <a:pt x="6076943" y="28574"/>
                  </a:moveTo>
                  <a:lnTo>
                    <a:pt x="6048368" y="28574"/>
                  </a:lnTo>
                  <a:lnTo>
                    <a:pt x="6048368" y="0"/>
                  </a:lnTo>
                  <a:lnTo>
                    <a:pt x="6076943" y="0"/>
                  </a:lnTo>
                  <a:lnTo>
                    <a:pt x="6076943" y="28574"/>
                  </a:lnTo>
                  <a:close/>
                </a:path>
                <a:path w="7590155" h="2438400">
                  <a:moveTo>
                    <a:pt x="6134093" y="28574"/>
                  </a:moveTo>
                  <a:lnTo>
                    <a:pt x="6105518" y="28574"/>
                  </a:lnTo>
                  <a:lnTo>
                    <a:pt x="6105518" y="0"/>
                  </a:lnTo>
                  <a:lnTo>
                    <a:pt x="6134093" y="0"/>
                  </a:lnTo>
                  <a:lnTo>
                    <a:pt x="6134093" y="28574"/>
                  </a:lnTo>
                  <a:close/>
                </a:path>
                <a:path w="7590155" h="2438400">
                  <a:moveTo>
                    <a:pt x="6191243" y="28574"/>
                  </a:moveTo>
                  <a:lnTo>
                    <a:pt x="6162668" y="28574"/>
                  </a:lnTo>
                  <a:lnTo>
                    <a:pt x="6162668" y="0"/>
                  </a:lnTo>
                  <a:lnTo>
                    <a:pt x="6191243" y="0"/>
                  </a:lnTo>
                  <a:lnTo>
                    <a:pt x="6191243" y="28574"/>
                  </a:lnTo>
                  <a:close/>
                </a:path>
                <a:path w="7590155" h="2438400">
                  <a:moveTo>
                    <a:pt x="6248393" y="28574"/>
                  </a:moveTo>
                  <a:lnTo>
                    <a:pt x="6219818" y="28574"/>
                  </a:lnTo>
                  <a:lnTo>
                    <a:pt x="6219818" y="0"/>
                  </a:lnTo>
                  <a:lnTo>
                    <a:pt x="6248393" y="0"/>
                  </a:lnTo>
                  <a:lnTo>
                    <a:pt x="6248393" y="28574"/>
                  </a:lnTo>
                  <a:close/>
                </a:path>
                <a:path w="7590155" h="2438400">
                  <a:moveTo>
                    <a:pt x="6305543" y="28574"/>
                  </a:moveTo>
                  <a:lnTo>
                    <a:pt x="6276968" y="28574"/>
                  </a:lnTo>
                  <a:lnTo>
                    <a:pt x="6276968" y="0"/>
                  </a:lnTo>
                  <a:lnTo>
                    <a:pt x="6305543" y="0"/>
                  </a:lnTo>
                  <a:lnTo>
                    <a:pt x="6305543" y="28574"/>
                  </a:lnTo>
                  <a:close/>
                </a:path>
                <a:path w="7590155" h="2438400">
                  <a:moveTo>
                    <a:pt x="6362693" y="28574"/>
                  </a:moveTo>
                  <a:lnTo>
                    <a:pt x="6334118" y="28574"/>
                  </a:lnTo>
                  <a:lnTo>
                    <a:pt x="6334118" y="0"/>
                  </a:lnTo>
                  <a:lnTo>
                    <a:pt x="6362693" y="0"/>
                  </a:lnTo>
                  <a:lnTo>
                    <a:pt x="6362693" y="28574"/>
                  </a:lnTo>
                  <a:close/>
                </a:path>
                <a:path w="7590155" h="2438400">
                  <a:moveTo>
                    <a:pt x="6419843" y="28574"/>
                  </a:moveTo>
                  <a:lnTo>
                    <a:pt x="6391268" y="28574"/>
                  </a:lnTo>
                  <a:lnTo>
                    <a:pt x="6391268" y="0"/>
                  </a:lnTo>
                  <a:lnTo>
                    <a:pt x="6419843" y="0"/>
                  </a:lnTo>
                  <a:lnTo>
                    <a:pt x="6419843" y="28574"/>
                  </a:lnTo>
                  <a:close/>
                </a:path>
                <a:path w="7590155" h="2438400">
                  <a:moveTo>
                    <a:pt x="6476993" y="28574"/>
                  </a:moveTo>
                  <a:lnTo>
                    <a:pt x="6448418" y="28574"/>
                  </a:lnTo>
                  <a:lnTo>
                    <a:pt x="6448418" y="0"/>
                  </a:lnTo>
                  <a:lnTo>
                    <a:pt x="6476993" y="0"/>
                  </a:lnTo>
                  <a:lnTo>
                    <a:pt x="6476993" y="28574"/>
                  </a:lnTo>
                  <a:close/>
                </a:path>
                <a:path w="7590155" h="2438400">
                  <a:moveTo>
                    <a:pt x="6534143" y="28574"/>
                  </a:moveTo>
                  <a:lnTo>
                    <a:pt x="6505568" y="28574"/>
                  </a:lnTo>
                  <a:lnTo>
                    <a:pt x="6505568" y="0"/>
                  </a:lnTo>
                  <a:lnTo>
                    <a:pt x="6534143" y="0"/>
                  </a:lnTo>
                  <a:lnTo>
                    <a:pt x="6534143" y="28574"/>
                  </a:lnTo>
                  <a:close/>
                </a:path>
                <a:path w="7590155" h="2438400">
                  <a:moveTo>
                    <a:pt x="6591293" y="28574"/>
                  </a:moveTo>
                  <a:lnTo>
                    <a:pt x="6562718" y="28574"/>
                  </a:lnTo>
                  <a:lnTo>
                    <a:pt x="6562718" y="0"/>
                  </a:lnTo>
                  <a:lnTo>
                    <a:pt x="6591293" y="0"/>
                  </a:lnTo>
                  <a:lnTo>
                    <a:pt x="6591293" y="28574"/>
                  </a:lnTo>
                  <a:close/>
                </a:path>
                <a:path w="7590155" h="2438400">
                  <a:moveTo>
                    <a:pt x="6648443" y="28574"/>
                  </a:moveTo>
                  <a:lnTo>
                    <a:pt x="6619868" y="28574"/>
                  </a:lnTo>
                  <a:lnTo>
                    <a:pt x="6619868" y="0"/>
                  </a:lnTo>
                  <a:lnTo>
                    <a:pt x="6648443" y="0"/>
                  </a:lnTo>
                  <a:lnTo>
                    <a:pt x="6648443" y="28574"/>
                  </a:lnTo>
                  <a:close/>
                </a:path>
                <a:path w="7590155" h="2438400">
                  <a:moveTo>
                    <a:pt x="6705593" y="28574"/>
                  </a:moveTo>
                  <a:lnTo>
                    <a:pt x="6677018" y="28574"/>
                  </a:lnTo>
                  <a:lnTo>
                    <a:pt x="6677018" y="0"/>
                  </a:lnTo>
                  <a:lnTo>
                    <a:pt x="6705593" y="0"/>
                  </a:lnTo>
                  <a:lnTo>
                    <a:pt x="6705593" y="28574"/>
                  </a:lnTo>
                  <a:close/>
                </a:path>
                <a:path w="7590155" h="2438400">
                  <a:moveTo>
                    <a:pt x="6762743" y="28574"/>
                  </a:moveTo>
                  <a:lnTo>
                    <a:pt x="6734168" y="28574"/>
                  </a:lnTo>
                  <a:lnTo>
                    <a:pt x="6734168" y="0"/>
                  </a:lnTo>
                  <a:lnTo>
                    <a:pt x="6762743" y="0"/>
                  </a:lnTo>
                  <a:lnTo>
                    <a:pt x="6762743" y="28574"/>
                  </a:lnTo>
                  <a:close/>
                </a:path>
                <a:path w="7590155" h="2438400">
                  <a:moveTo>
                    <a:pt x="6819893" y="28574"/>
                  </a:moveTo>
                  <a:lnTo>
                    <a:pt x="6791318" y="28574"/>
                  </a:lnTo>
                  <a:lnTo>
                    <a:pt x="6791318" y="0"/>
                  </a:lnTo>
                  <a:lnTo>
                    <a:pt x="6819893" y="0"/>
                  </a:lnTo>
                  <a:lnTo>
                    <a:pt x="6819893" y="28574"/>
                  </a:lnTo>
                  <a:close/>
                </a:path>
                <a:path w="7590155" h="2438400">
                  <a:moveTo>
                    <a:pt x="6877043" y="28574"/>
                  </a:moveTo>
                  <a:lnTo>
                    <a:pt x="6848468" y="28574"/>
                  </a:lnTo>
                  <a:lnTo>
                    <a:pt x="6848468" y="0"/>
                  </a:lnTo>
                  <a:lnTo>
                    <a:pt x="6877043" y="0"/>
                  </a:lnTo>
                  <a:lnTo>
                    <a:pt x="6877043" y="28574"/>
                  </a:lnTo>
                  <a:close/>
                </a:path>
                <a:path w="7590155" h="2438400">
                  <a:moveTo>
                    <a:pt x="6934193" y="28574"/>
                  </a:moveTo>
                  <a:lnTo>
                    <a:pt x="6905618" y="28574"/>
                  </a:lnTo>
                  <a:lnTo>
                    <a:pt x="6905618" y="0"/>
                  </a:lnTo>
                  <a:lnTo>
                    <a:pt x="6934193" y="0"/>
                  </a:lnTo>
                  <a:lnTo>
                    <a:pt x="6934193" y="28574"/>
                  </a:lnTo>
                  <a:close/>
                </a:path>
                <a:path w="7590155" h="2438400">
                  <a:moveTo>
                    <a:pt x="6991343" y="28574"/>
                  </a:moveTo>
                  <a:lnTo>
                    <a:pt x="6962768" y="28574"/>
                  </a:lnTo>
                  <a:lnTo>
                    <a:pt x="6962768" y="0"/>
                  </a:lnTo>
                  <a:lnTo>
                    <a:pt x="6991343" y="0"/>
                  </a:lnTo>
                  <a:lnTo>
                    <a:pt x="6991343" y="28574"/>
                  </a:lnTo>
                  <a:close/>
                </a:path>
                <a:path w="7590155" h="2438400">
                  <a:moveTo>
                    <a:pt x="7048493" y="28574"/>
                  </a:moveTo>
                  <a:lnTo>
                    <a:pt x="7019918" y="28574"/>
                  </a:lnTo>
                  <a:lnTo>
                    <a:pt x="7019918" y="0"/>
                  </a:lnTo>
                  <a:lnTo>
                    <a:pt x="7048493" y="0"/>
                  </a:lnTo>
                  <a:lnTo>
                    <a:pt x="7048493" y="28574"/>
                  </a:lnTo>
                  <a:close/>
                </a:path>
                <a:path w="7590155" h="2438400">
                  <a:moveTo>
                    <a:pt x="7105643" y="28574"/>
                  </a:moveTo>
                  <a:lnTo>
                    <a:pt x="7077068" y="28574"/>
                  </a:lnTo>
                  <a:lnTo>
                    <a:pt x="7077068" y="0"/>
                  </a:lnTo>
                  <a:lnTo>
                    <a:pt x="7105643" y="0"/>
                  </a:lnTo>
                  <a:lnTo>
                    <a:pt x="7105643" y="28574"/>
                  </a:lnTo>
                  <a:close/>
                </a:path>
                <a:path w="7590155" h="2438400">
                  <a:moveTo>
                    <a:pt x="7162793" y="28574"/>
                  </a:moveTo>
                  <a:lnTo>
                    <a:pt x="7134218" y="28574"/>
                  </a:lnTo>
                  <a:lnTo>
                    <a:pt x="7134218" y="0"/>
                  </a:lnTo>
                  <a:lnTo>
                    <a:pt x="7162793" y="0"/>
                  </a:lnTo>
                  <a:lnTo>
                    <a:pt x="7162793" y="28574"/>
                  </a:lnTo>
                  <a:close/>
                </a:path>
                <a:path w="7590155" h="2438400">
                  <a:moveTo>
                    <a:pt x="7219943" y="28574"/>
                  </a:moveTo>
                  <a:lnTo>
                    <a:pt x="7191368" y="28574"/>
                  </a:lnTo>
                  <a:lnTo>
                    <a:pt x="7191368" y="0"/>
                  </a:lnTo>
                  <a:lnTo>
                    <a:pt x="7219943" y="0"/>
                  </a:lnTo>
                  <a:lnTo>
                    <a:pt x="7219943" y="28574"/>
                  </a:lnTo>
                  <a:close/>
                </a:path>
                <a:path w="7590155" h="2438400">
                  <a:moveTo>
                    <a:pt x="7277093" y="28574"/>
                  </a:moveTo>
                  <a:lnTo>
                    <a:pt x="7248518" y="28574"/>
                  </a:lnTo>
                  <a:lnTo>
                    <a:pt x="7248518" y="0"/>
                  </a:lnTo>
                  <a:lnTo>
                    <a:pt x="7277093" y="0"/>
                  </a:lnTo>
                  <a:lnTo>
                    <a:pt x="7277093" y="28574"/>
                  </a:lnTo>
                  <a:close/>
                </a:path>
                <a:path w="7590155" h="2438400">
                  <a:moveTo>
                    <a:pt x="7334243" y="28574"/>
                  </a:moveTo>
                  <a:lnTo>
                    <a:pt x="7305668" y="28574"/>
                  </a:lnTo>
                  <a:lnTo>
                    <a:pt x="7305668" y="0"/>
                  </a:lnTo>
                  <a:lnTo>
                    <a:pt x="7334243" y="0"/>
                  </a:lnTo>
                  <a:lnTo>
                    <a:pt x="7334243" y="28574"/>
                  </a:lnTo>
                  <a:close/>
                </a:path>
                <a:path w="7590155" h="2438400">
                  <a:moveTo>
                    <a:pt x="7391393" y="28574"/>
                  </a:moveTo>
                  <a:lnTo>
                    <a:pt x="7362818" y="28574"/>
                  </a:lnTo>
                  <a:lnTo>
                    <a:pt x="7362818" y="0"/>
                  </a:lnTo>
                  <a:lnTo>
                    <a:pt x="7391393" y="0"/>
                  </a:lnTo>
                  <a:lnTo>
                    <a:pt x="7391393" y="28574"/>
                  </a:lnTo>
                  <a:close/>
                </a:path>
                <a:path w="7590155" h="2438400">
                  <a:moveTo>
                    <a:pt x="7445123" y="29663"/>
                  </a:moveTo>
                  <a:lnTo>
                    <a:pt x="7439481" y="28937"/>
                  </a:lnTo>
                  <a:lnTo>
                    <a:pt x="7433813" y="28574"/>
                  </a:lnTo>
                  <a:lnTo>
                    <a:pt x="7419968" y="28574"/>
                  </a:lnTo>
                  <a:lnTo>
                    <a:pt x="7419968" y="0"/>
                  </a:lnTo>
                  <a:lnTo>
                    <a:pt x="7428118" y="0"/>
                  </a:lnTo>
                  <a:lnTo>
                    <a:pt x="7448675" y="2033"/>
                  </a:lnTo>
                  <a:lnTo>
                    <a:pt x="7445263" y="28574"/>
                  </a:lnTo>
                  <a:lnTo>
                    <a:pt x="7445217" y="28937"/>
                  </a:lnTo>
                  <a:lnTo>
                    <a:pt x="7445123" y="29663"/>
                  </a:lnTo>
                  <a:close/>
                </a:path>
                <a:path w="7590155" h="2438400">
                  <a:moveTo>
                    <a:pt x="7489891" y="43746"/>
                  </a:moveTo>
                  <a:lnTo>
                    <a:pt x="7482916" y="40100"/>
                  </a:lnTo>
                  <a:lnTo>
                    <a:pt x="7475677" y="37096"/>
                  </a:lnTo>
                  <a:lnTo>
                    <a:pt x="7468172" y="34732"/>
                  </a:lnTo>
                  <a:lnTo>
                    <a:pt x="7476527" y="8206"/>
                  </a:lnTo>
                  <a:lnTo>
                    <a:pt x="7490082" y="12325"/>
                  </a:lnTo>
                  <a:lnTo>
                    <a:pt x="7502773" y="19100"/>
                  </a:lnTo>
                  <a:lnTo>
                    <a:pt x="7489891" y="43746"/>
                  </a:lnTo>
                  <a:close/>
                </a:path>
                <a:path w="7590155" h="2438400">
                  <a:moveTo>
                    <a:pt x="7527232" y="72715"/>
                  </a:moveTo>
                  <a:lnTo>
                    <a:pt x="7509757" y="56487"/>
                  </a:lnTo>
                  <a:lnTo>
                    <a:pt x="7526808" y="34466"/>
                  </a:lnTo>
                  <a:lnTo>
                    <a:pt x="7542612" y="47425"/>
                  </a:lnTo>
                  <a:lnTo>
                    <a:pt x="7548012" y="54010"/>
                  </a:lnTo>
                  <a:lnTo>
                    <a:pt x="7527232" y="72715"/>
                  </a:lnTo>
                  <a:close/>
                </a:path>
                <a:path w="7590155" h="2438400">
                  <a:moveTo>
                    <a:pt x="7552038" y="112678"/>
                  </a:moveTo>
                  <a:lnTo>
                    <a:pt x="7549129" y="105359"/>
                  </a:lnTo>
                  <a:lnTo>
                    <a:pt x="7545602" y="98355"/>
                  </a:lnTo>
                  <a:lnTo>
                    <a:pt x="7541454" y="91663"/>
                  </a:lnTo>
                  <a:lnTo>
                    <a:pt x="7565370" y="76838"/>
                  </a:lnTo>
                  <a:lnTo>
                    <a:pt x="7577712" y="99955"/>
                  </a:lnTo>
                  <a:lnTo>
                    <a:pt x="7578395" y="102203"/>
                  </a:lnTo>
                  <a:lnTo>
                    <a:pt x="7552038" y="112678"/>
                  </a:lnTo>
                  <a:close/>
                </a:path>
                <a:path w="7590155" h="2438400">
                  <a:moveTo>
                    <a:pt x="7561426" y="158827"/>
                  </a:moveTo>
                  <a:lnTo>
                    <a:pt x="7561242" y="150882"/>
                  </a:lnTo>
                  <a:lnTo>
                    <a:pt x="7560355" y="143019"/>
                  </a:lnTo>
                  <a:lnTo>
                    <a:pt x="7558766" y="135237"/>
                  </a:lnTo>
                  <a:lnTo>
                    <a:pt x="7586700" y="129533"/>
                  </a:lnTo>
                  <a:lnTo>
                    <a:pt x="7586898" y="130182"/>
                  </a:lnTo>
                  <a:lnTo>
                    <a:pt x="7589667" y="158172"/>
                  </a:lnTo>
                  <a:lnTo>
                    <a:pt x="7561426" y="158827"/>
                  </a:lnTo>
                  <a:close/>
                </a:path>
                <a:path w="7590155" h="2438400">
                  <a:moveTo>
                    <a:pt x="7590038" y="215382"/>
                  </a:moveTo>
                  <a:lnTo>
                    <a:pt x="7561462" y="215382"/>
                  </a:lnTo>
                  <a:lnTo>
                    <a:pt x="7561462" y="186807"/>
                  </a:lnTo>
                  <a:lnTo>
                    <a:pt x="7590038" y="186807"/>
                  </a:lnTo>
                  <a:lnTo>
                    <a:pt x="7590038" y="215382"/>
                  </a:lnTo>
                  <a:close/>
                </a:path>
                <a:path w="7590155" h="2438400">
                  <a:moveTo>
                    <a:pt x="7590038" y="272532"/>
                  </a:moveTo>
                  <a:lnTo>
                    <a:pt x="7561462" y="272532"/>
                  </a:lnTo>
                  <a:lnTo>
                    <a:pt x="7561462" y="243957"/>
                  </a:lnTo>
                  <a:lnTo>
                    <a:pt x="7590038" y="243957"/>
                  </a:lnTo>
                  <a:lnTo>
                    <a:pt x="7590038" y="272532"/>
                  </a:lnTo>
                  <a:close/>
                </a:path>
                <a:path w="7590155" h="2438400">
                  <a:moveTo>
                    <a:pt x="7590038" y="329682"/>
                  </a:moveTo>
                  <a:lnTo>
                    <a:pt x="7561462" y="329682"/>
                  </a:lnTo>
                  <a:lnTo>
                    <a:pt x="7561462" y="301107"/>
                  </a:lnTo>
                  <a:lnTo>
                    <a:pt x="7590038" y="301107"/>
                  </a:lnTo>
                  <a:lnTo>
                    <a:pt x="7590038" y="329682"/>
                  </a:lnTo>
                  <a:close/>
                </a:path>
                <a:path w="7590155" h="2438400">
                  <a:moveTo>
                    <a:pt x="7590038" y="386832"/>
                  </a:moveTo>
                  <a:lnTo>
                    <a:pt x="7561462" y="386832"/>
                  </a:lnTo>
                  <a:lnTo>
                    <a:pt x="7561462" y="358257"/>
                  </a:lnTo>
                  <a:lnTo>
                    <a:pt x="7590038" y="358257"/>
                  </a:lnTo>
                  <a:lnTo>
                    <a:pt x="7590038" y="386832"/>
                  </a:lnTo>
                  <a:close/>
                </a:path>
                <a:path w="7590155" h="2438400">
                  <a:moveTo>
                    <a:pt x="7590038" y="443982"/>
                  </a:moveTo>
                  <a:lnTo>
                    <a:pt x="7561462" y="443982"/>
                  </a:lnTo>
                  <a:lnTo>
                    <a:pt x="7561462" y="415407"/>
                  </a:lnTo>
                  <a:lnTo>
                    <a:pt x="7590038" y="415407"/>
                  </a:lnTo>
                  <a:lnTo>
                    <a:pt x="7590038" y="443982"/>
                  </a:lnTo>
                  <a:close/>
                </a:path>
                <a:path w="7590155" h="2438400">
                  <a:moveTo>
                    <a:pt x="7590038" y="501132"/>
                  </a:moveTo>
                  <a:lnTo>
                    <a:pt x="7561462" y="501132"/>
                  </a:lnTo>
                  <a:lnTo>
                    <a:pt x="7561462" y="472557"/>
                  </a:lnTo>
                  <a:lnTo>
                    <a:pt x="7590038" y="472557"/>
                  </a:lnTo>
                  <a:lnTo>
                    <a:pt x="7590038" y="501132"/>
                  </a:lnTo>
                  <a:close/>
                </a:path>
                <a:path w="7590155" h="2438400">
                  <a:moveTo>
                    <a:pt x="7590038" y="558282"/>
                  </a:moveTo>
                  <a:lnTo>
                    <a:pt x="7561462" y="558282"/>
                  </a:lnTo>
                  <a:lnTo>
                    <a:pt x="7561462" y="529707"/>
                  </a:lnTo>
                  <a:lnTo>
                    <a:pt x="7590038" y="529707"/>
                  </a:lnTo>
                  <a:lnTo>
                    <a:pt x="7590038" y="558282"/>
                  </a:lnTo>
                  <a:close/>
                </a:path>
                <a:path w="7590155" h="2438400">
                  <a:moveTo>
                    <a:pt x="7590038" y="615432"/>
                  </a:moveTo>
                  <a:lnTo>
                    <a:pt x="7561462" y="615432"/>
                  </a:lnTo>
                  <a:lnTo>
                    <a:pt x="7561462" y="586857"/>
                  </a:lnTo>
                  <a:lnTo>
                    <a:pt x="7590038" y="586857"/>
                  </a:lnTo>
                  <a:lnTo>
                    <a:pt x="7590038" y="615432"/>
                  </a:lnTo>
                  <a:close/>
                </a:path>
                <a:path w="7590155" h="2438400">
                  <a:moveTo>
                    <a:pt x="7590038" y="672582"/>
                  </a:moveTo>
                  <a:lnTo>
                    <a:pt x="7561462" y="672582"/>
                  </a:lnTo>
                  <a:lnTo>
                    <a:pt x="7561462" y="644007"/>
                  </a:lnTo>
                  <a:lnTo>
                    <a:pt x="7590038" y="644007"/>
                  </a:lnTo>
                  <a:lnTo>
                    <a:pt x="7590038" y="672582"/>
                  </a:lnTo>
                  <a:close/>
                </a:path>
                <a:path w="7590155" h="2438400">
                  <a:moveTo>
                    <a:pt x="7590038" y="729732"/>
                  </a:moveTo>
                  <a:lnTo>
                    <a:pt x="7561462" y="729732"/>
                  </a:lnTo>
                  <a:lnTo>
                    <a:pt x="7561462" y="701157"/>
                  </a:lnTo>
                  <a:lnTo>
                    <a:pt x="7590038" y="701157"/>
                  </a:lnTo>
                  <a:lnTo>
                    <a:pt x="7590038" y="729732"/>
                  </a:lnTo>
                  <a:close/>
                </a:path>
                <a:path w="7590155" h="2438400">
                  <a:moveTo>
                    <a:pt x="7590038" y="786882"/>
                  </a:moveTo>
                  <a:lnTo>
                    <a:pt x="7561462" y="786882"/>
                  </a:lnTo>
                  <a:lnTo>
                    <a:pt x="7561462" y="758307"/>
                  </a:lnTo>
                  <a:lnTo>
                    <a:pt x="7590038" y="758307"/>
                  </a:lnTo>
                  <a:lnTo>
                    <a:pt x="7590038" y="786882"/>
                  </a:lnTo>
                  <a:close/>
                </a:path>
                <a:path w="7590155" h="2438400">
                  <a:moveTo>
                    <a:pt x="7590038" y="844032"/>
                  </a:moveTo>
                  <a:lnTo>
                    <a:pt x="7561462" y="844032"/>
                  </a:lnTo>
                  <a:lnTo>
                    <a:pt x="7561462" y="815457"/>
                  </a:lnTo>
                  <a:lnTo>
                    <a:pt x="7590038" y="815457"/>
                  </a:lnTo>
                  <a:lnTo>
                    <a:pt x="7590038" y="844032"/>
                  </a:lnTo>
                  <a:close/>
                </a:path>
                <a:path w="7590155" h="2438400">
                  <a:moveTo>
                    <a:pt x="7590038" y="901182"/>
                  </a:moveTo>
                  <a:lnTo>
                    <a:pt x="7561462" y="901182"/>
                  </a:lnTo>
                  <a:lnTo>
                    <a:pt x="7561462" y="872607"/>
                  </a:lnTo>
                  <a:lnTo>
                    <a:pt x="7590038" y="872607"/>
                  </a:lnTo>
                  <a:lnTo>
                    <a:pt x="7590038" y="901182"/>
                  </a:lnTo>
                  <a:close/>
                </a:path>
                <a:path w="7590155" h="2438400">
                  <a:moveTo>
                    <a:pt x="7590038" y="958332"/>
                  </a:moveTo>
                  <a:lnTo>
                    <a:pt x="7561462" y="958332"/>
                  </a:lnTo>
                  <a:lnTo>
                    <a:pt x="7561462" y="929757"/>
                  </a:lnTo>
                  <a:lnTo>
                    <a:pt x="7590038" y="929757"/>
                  </a:lnTo>
                  <a:lnTo>
                    <a:pt x="7590038" y="958332"/>
                  </a:lnTo>
                  <a:close/>
                </a:path>
                <a:path w="7590155" h="2438400">
                  <a:moveTo>
                    <a:pt x="7590038" y="1015482"/>
                  </a:moveTo>
                  <a:lnTo>
                    <a:pt x="7561462" y="1015482"/>
                  </a:lnTo>
                  <a:lnTo>
                    <a:pt x="7561462" y="986907"/>
                  </a:lnTo>
                  <a:lnTo>
                    <a:pt x="7590038" y="986907"/>
                  </a:lnTo>
                  <a:lnTo>
                    <a:pt x="7590038" y="1015482"/>
                  </a:lnTo>
                  <a:close/>
                </a:path>
                <a:path w="7590155" h="2438400">
                  <a:moveTo>
                    <a:pt x="7590038" y="1072632"/>
                  </a:moveTo>
                  <a:lnTo>
                    <a:pt x="7561462" y="1072632"/>
                  </a:lnTo>
                  <a:lnTo>
                    <a:pt x="7561462" y="1044057"/>
                  </a:lnTo>
                  <a:lnTo>
                    <a:pt x="7590038" y="1044057"/>
                  </a:lnTo>
                  <a:lnTo>
                    <a:pt x="7590038" y="1072632"/>
                  </a:lnTo>
                  <a:close/>
                </a:path>
                <a:path w="7590155" h="2438400">
                  <a:moveTo>
                    <a:pt x="7590038" y="1129782"/>
                  </a:moveTo>
                  <a:lnTo>
                    <a:pt x="7561462" y="1129782"/>
                  </a:lnTo>
                  <a:lnTo>
                    <a:pt x="7561462" y="1101207"/>
                  </a:lnTo>
                  <a:lnTo>
                    <a:pt x="7590038" y="1101207"/>
                  </a:lnTo>
                  <a:lnTo>
                    <a:pt x="7590038" y="1129782"/>
                  </a:lnTo>
                  <a:close/>
                </a:path>
                <a:path w="7590155" h="2438400">
                  <a:moveTo>
                    <a:pt x="7590038" y="1186932"/>
                  </a:moveTo>
                  <a:lnTo>
                    <a:pt x="7561462" y="1186932"/>
                  </a:lnTo>
                  <a:lnTo>
                    <a:pt x="7561462" y="1158357"/>
                  </a:lnTo>
                  <a:lnTo>
                    <a:pt x="7590038" y="1158357"/>
                  </a:lnTo>
                  <a:lnTo>
                    <a:pt x="7590038" y="1186932"/>
                  </a:lnTo>
                  <a:close/>
                </a:path>
                <a:path w="7590155" h="2438400">
                  <a:moveTo>
                    <a:pt x="7590038" y="1244082"/>
                  </a:moveTo>
                  <a:lnTo>
                    <a:pt x="7561462" y="1244082"/>
                  </a:lnTo>
                  <a:lnTo>
                    <a:pt x="7561462" y="1215507"/>
                  </a:lnTo>
                  <a:lnTo>
                    <a:pt x="7590038" y="1215507"/>
                  </a:lnTo>
                  <a:lnTo>
                    <a:pt x="7590038" y="1244082"/>
                  </a:lnTo>
                  <a:close/>
                </a:path>
                <a:path w="7590155" h="2438400">
                  <a:moveTo>
                    <a:pt x="7590038" y="1301232"/>
                  </a:moveTo>
                  <a:lnTo>
                    <a:pt x="7561462" y="1301232"/>
                  </a:lnTo>
                  <a:lnTo>
                    <a:pt x="7561462" y="1272657"/>
                  </a:lnTo>
                  <a:lnTo>
                    <a:pt x="7590038" y="1272657"/>
                  </a:lnTo>
                  <a:lnTo>
                    <a:pt x="7590038" y="1301232"/>
                  </a:lnTo>
                  <a:close/>
                </a:path>
                <a:path w="7590155" h="2438400">
                  <a:moveTo>
                    <a:pt x="7590038" y="1358382"/>
                  </a:moveTo>
                  <a:lnTo>
                    <a:pt x="7561462" y="1358382"/>
                  </a:lnTo>
                  <a:lnTo>
                    <a:pt x="7561462" y="1329807"/>
                  </a:lnTo>
                  <a:lnTo>
                    <a:pt x="7590038" y="1329807"/>
                  </a:lnTo>
                  <a:lnTo>
                    <a:pt x="7590038" y="1358382"/>
                  </a:lnTo>
                  <a:close/>
                </a:path>
                <a:path w="7590155" h="2438400">
                  <a:moveTo>
                    <a:pt x="7590038" y="1415532"/>
                  </a:moveTo>
                  <a:lnTo>
                    <a:pt x="7561462" y="1415532"/>
                  </a:lnTo>
                  <a:lnTo>
                    <a:pt x="7561462" y="1386957"/>
                  </a:lnTo>
                  <a:lnTo>
                    <a:pt x="7590038" y="1386957"/>
                  </a:lnTo>
                  <a:lnTo>
                    <a:pt x="7590038" y="1415532"/>
                  </a:lnTo>
                  <a:close/>
                </a:path>
                <a:path w="7590155" h="2438400">
                  <a:moveTo>
                    <a:pt x="7590038" y="1472682"/>
                  </a:moveTo>
                  <a:lnTo>
                    <a:pt x="7561462" y="1472682"/>
                  </a:lnTo>
                  <a:lnTo>
                    <a:pt x="7561462" y="1444107"/>
                  </a:lnTo>
                  <a:lnTo>
                    <a:pt x="7590038" y="1444107"/>
                  </a:lnTo>
                  <a:lnTo>
                    <a:pt x="7590038" y="1472682"/>
                  </a:lnTo>
                  <a:close/>
                </a:path>
                <a:path w="7590155" h="2438400">
                  <a:moveTo>
                    <a:pt x="7590038" y="1529832"/>
                  </a:moveTo>
                  <a:lnTo>
                    <a:pt x="7561462" y="1529832"/>
                  </a:lnTo>
                  <a:lnTo>
                    <a:pt x="7561462" y="1501257"/>
                  </a:lnTo>
                  <a:lnTo>
                    <a:pt x="7590038" y="1501257"/>
                  </a:lnTo>
                  <a:lnTo>
                    <a:pt x="7590038" y="1529832"/>
                  </a:lnTo>
                  <a:close/>
                </a:path>
                <a:path w="7590155" h="2438400">
                  <a:moveTo>
                    <a:pt x="7590038" y="1586982"/>
                  </a:moveTo>
                  <a:lnTo>
                    <a:pt x="7561462" y="1586982"/>
                  </a:lnTo>
                  <a:lnTo>
                    <a:pt x="7561462" y="1558407"/>
                  </a:lnTo>
                  <a:lnTo>
                    <a:pt x="7590038" y="1558407"/>
                  </a:lnTo>
                  <a:lnTo>
                    <a:pt x="7590038" y="1586982"/>
                  </a:lnTo>
                  <a:close/>
                </a:path>
                <a:path w="7590155" h="2438400">
                  <a:moveTo>
                    <a:pt x="7590038" y="1644132"/>
                  </a:moveTo>
                  <a:lnTo>
                    <a:pt x="7561462" y="1644132"/>
                  </a:lnTo>
                  <a:lnTo>
                    <a:pt x="7561462" y="1615557"/>
                  </a:lnTo>
                  <a:lnTo>
                    <a:pt x="7590038" y="1615557"/>
                  </a:lnTo>
                  <a:lnTo>
                    <a:pt x="7590038" y="1644132"/>
                  </a:lnTo>
                  <a:close/>
                </a:path>
                <a:path w="7590155" h="2438400">
                  <a:moveTo>
                    <a:pt x="7590038" y="1701282"/>
                  </a:moveTo>
                  <a:lnTo>
                    <a:pt x="7561462" y="1701282"/>
                  </a:lnTo>
                  <a:lnTo>
                    <a:pt x="7561462" y="1672707"/>
                  </a:lnTo>
                  <a:lnTo>
                    <a:pt x="7590038" y="1672707"/>
                  </a:lnTo>
                  <a:lnTo>
                    <a:pt x="7590038" y="1701282"/>
                  </a:lnTo>
                  <a:close/>
                </a:path>
                <a:path w="7590155" h="2438400">
                  <a:moveTo>
                    <a:pt x="7590038" y="1758432"/>
                  </a:moveTo>
                  <a:lnTo>
                    <a:pt x="7561462" y="1758432"/>
                  </a:lnTo>
                  <a:lnTo>
                    <a:pt x="7561462" y="1729857"/>
                  </a:lnTo>
                  <a:lnTo>
                    <a:pt x="7590038" y="1729857"/>
                  </a:lnTo>
                  <a:lnTo>
                    <a:pt x="7590038" y="1758432"/>
                  </a:lnTo>
                  <a:close/>
                </a:path>
                <a:path w="7590155" h="2438400">
                  <a:moveTo>
                    <a:pt x="7590038" y="1815582"/>
                  </a:moveTo>
                  <a:lnTo>
                    <a:pt x="7561462" y="1815582"/>
                  </a:lnTo>
                  <a:lnTo>
                    <a:pt x="7561462" y="1787007"/>
                  </a:lnTo>
                  <a:lnTo>
                    <a:pt x="7590038" y="1787007"/>
                  </a:lnTo>
                  <a:lnTo>
                    <a:pt x="7590038" y="1815582"/>
                  </a:lnTo>
                  <a:close/>
                </a:path>
                <a:path w="7590155" h="2438400">
                  <a:moveTo>
                    <a:pt x="7590038" y="1872732"/>
                  </a:moveTo>
                  <a:lnTo>
                    <a:pt x="7561462" y="1872732"/>
                  </a:lnTo>
                  <a:lnTo>
                    <a:pt x="7561462" y="1844157"/>
                  </a:lnTo>
                  <a:lnTo>
                    <a:pt x="7590038" y="1844157"/>
                  </a:lnTo>
                  <a:lnTo>
                    <a:pt x="7590038" y="1872732"/>
                  </a:lnTo>
                  <a:close/>
                </a:path>
                <a:path w="7590155" h="2438400">
                  <a:moveTo>
                    <a:pt x="7590038" y="1929882"/>
                  </a:moveTo>
                  <a:lnTo>
                    <a:pt x="7561462" y="1929882"/>
                  </a:lnTo>
                  <a:lnTo>
                    <a:pt x="7561462" y="1901307"/>
                  </a:lnTo>
                  <a:lnTo>
                    <a:pt x="7590038" y="1901307"/>
                  </a:lnTo>
                  <a:lnTo>
                    <a:pt x="7590038" y="1929882"/>
                  </a:lnTo>
                  <a:close/>
                </a:path>
                <a:path w="7590155" h="2438400">
                  <a:moveTo>
                    <a:pt x="7590038" y="1987032"/>
                  </a:moveTo>
                  <a:lnTo>
                    <a:pt x="7561462" y="1987032"/>
                  </a:lnTo>
                  <a:lnTo>
                    <a:pt x="7561462" y="1958457"/>
                  </a:lnTo>
                  <a:lnTo>
                    <a:pt x="7590038" y="1958457"/>
                  </a:lnTo>
                  <a:lnTo>
                    <a:pt x="7590038" y="1987032"/>
                  </a:lnTo>
                  <a:close/>
                </a:path>
                <a:path w="7590155" h="2438400">
                  <a:moveTo>
                    <a:pt x="7590038" y="2044182"/>
                  </a:moveTo>
                  <a:lnTo>
                    <a:pt x="7561462" y="2044182"/>
                  </a:lnTo>
                  <a:lnTo>
                    <a:pt x="7561462" y="2015607"/>
                  </a:lnTo>
                  <a:lnTo>
                    <a:pt x="7590038" y="2015607"/>
                  </a:lnTo>
                  <a:lnTo>
                    <a:pt x="7590038" y="2044182"/>
                  </a:lnTo>
                  <a:close/>
                </a:path>
                <a:path w="7590155" h="2438400">
                  <a:moveTo>
                    <a:pt x="7590038" y="2101332"/>
                  </a:moveTo>
                  <a:lnTo>
                    <a:pt x="7561462" y="2101332"/>
                  </a:lnTo>
                  <a:lnTo>
                    <a:pt x="7561462" y="2072757"/>
                  </a:lnTo>
                  <a:lnTo>
                    <a:pt x="7590038" y="2072757"/>
                  </a:lnTo>
                  <a:lnTo>
                    <a:pt x="7590038" y="2101332"/>
                  </a:lnTo>
                  <a:close/>
                </a:path>
                <a:path w="7590155" h="2438400">
                  <a:moveTo>
                    <a:pt x="7590038" y="2158482"/>
                  </a:moveTo>
                  <a:lnTo>
                    <a:pt x="7561462" y="2158482"/>
                  </a:lnTo>
                  <a:lnTo>
                    <a:pt x="7561462" y="2129907"/>
                  </a:lnTo>
                  <a:lnTo>
                    <a:pt x="7590038" y="2129907"/>
                  </a:lnTo>
                  <a:lnTo>
                    <a:pt x="7590038" y="2158482"/>
                  </a:lnTo>
                  <a:close/>
                </a:path>
                <a:path w="7590155" h="2438400">
                  <a:moveTo>
                    <a:pt x="7590038" y="2215632"/>
                  </a:moveTo>
                  <a:lnTo>
                    <a:pt x="7561462" y="2215632"/>
                  </a:lnTo>
                  <a:lnTo>
                    <a:pt x="7561462" y="2187057"/>
                  </a:lnTo>
                  <a:lnTo>
                    <a:pt x="7590038" y="2187057"/>
                  </a:lnTo>
                  <a:lnTo>
                    <a:pt x="7590038" y="2215632"/>
                  </a:lnTo>
                  <a:close/>
                </a:path>
                <a:path w="7590155" h="2438400">
                  <a:moveTo>
                    <a:pt x="7590038" y="2272782"/>
                  </a:moveTo>
                  <a:lnTo>
                    <a:pt x="7561462" y="2272782"/>
                  </a:lnTo>
                  <a:lnTo>
                    <a:pt x="7561462" y="2244207"/>
                  </a:lnTo>
                  <a:lnTo>
                    <a:pt x="7590038" y="2244207"/>
                  </a:lnTo>
                  <a:lnTo>
                    <a:pt x="7590038" y="2272782"/>
                  </a:lnTo>
                  <a:close/>
                </a:path>
                <a:path w="7590155" h="2438400">
                  <a:moveTo>
                    <a:pt x="7580541" y="2329134"/>
                  </a:moveTo>
                  <a:lnTo>
                    <a:pt x="7554155" y="2320019"/>
                  </a:lnTo>
                  <a:lnTo>
                    <a:pt x="7556731" y="2312562"/>
                  </a:lnTo>
                  <a:lnTo>
                    <a:pt x="7558630" y="2304937"/>
                  </a:lnTo>
                  <a:lnTo>
                    <a:pt x="7559852" y="2297144"/>
                  </a:lnTo>
                  <a:lnTo>
                    <a:pt x="7587563" y="2301490"/>
                  </a:lnTo>
                  <a:lnTo>
                    <a:pt x="7586898" y="2308217"/>
                  </a:lnTo>
                  <a:lnTo>
                    <a:pt x="7580541" y="2329134"/>
                  </a:lnTo>
                  <a:close/>
                </a:path>
                <a:path w="7590155" h="2438400">
                  <a:moveTo>
                    <a:pt x="7552734" y="2378630"/>
                  </a:moveTo>
                  <a:lnTo>
                    <a:pt x="7531244" y="2361013"/>
                  </a:lnTo>
                  <a:lnTo>
                    <a:pt x="7536134" y="2355049"/>
                  </a:lnTo>
                  <a:lnTo>
                    <a:pt x="7536257" y="2354899"/>
                  </a:lnTo>
                  <a:lnTo>
                    <a:pt x="7540690" y="2348389"/>
                  </a:lnTo>
                  <a:lnTo>
                    <a:pt x="7544545" y="2341484"/>
                  </a:lnTo>
                  <a:lnTo>
                    <a:pt x="7568847" y="2355049"/>
                  </a:lnTo>
                  <a:lnTo>
                    <a:pt x="7562833" y="2366313"/>
                  </a:lnTo>
                  <a:lnTo>
                    <a:pt x="7552734" y="2378630"/>
                  </a:lnTo>
                  <a:close/>
                </a:path>
                <a:path w="7590155" h="2438400">
                  <a:moveTo>
                    <a:pt x="7509269" y="2415831"/>
                  </a:moveTo>
                  <a:lnTo>
                    <a:pt x="7495222" y="2391710"/>
                  </a:lnTo>
                  <a:lnTo>
                    <a:pt x="7502062" y="2387726"/>
                  </a:lnTo>
                  <a:lnTo>
                    <a:pt x="7508497" y="2383170"/>
                  </a:lnTo>
                  <a:lnTo>
                    <a:pt x="7514526" y="2378040"/>
                  </a:lnTo>
                  <a:lnTo>
                    <a:pt x="7532551" y="2399224"/>
                  </a:lnTo>
                  <a:lnTo>
                    <a:pt x="7517951" y="2411195"/>
                  </a:lnTo>
                  <a:lnTo>
                    <a:pt x="7509269" y="2415831"/>
                  </a:lnTo>
                  <a:close/>
                </a:path>
                <a:path w="7590155" h="2438400">
                  <a:moveTo>
                    <a:pt x="7456063" y="2435635"/>
                  </a:moveTo>
                  <a:lnTo>
                    <a:pt x="7451178" y="2407816"/>
                  </a:lnTo>
                  <a:lnTo>
                    <a:pt x="7458943" y="2406452"/>
                  </a:lnTo>
                  <a:lnTo>
                    <a:pt x="7466528" y="2404416"/>
                  </a:lnTo>
                  <a:lnTo>
                    <a:pt x="7473933" y="2401707"/>
                  </a:lnTo>
                  <a:lnTo>
                    <a:pt x="7483572" y="2428052"/>
                  </a:lnTo>
                  <a:lnTo>
                    <a:pt x="7459855" y="2435259"/>
                  </a:lnTo>
                  <a:lnTo>
                    <a:pt x="7456063" y="2435635"/>
                  </a:lnTo>
                  <a:close/>
                </a:path>
                <a:path w="7590155" h="2438400">
                  <a:moveTo>
                    <a:pt x="7427352" y="2438399"/>
                  </a:moveTo>
                  <a:lnTo>
                    <a:pt x="7398777" y="2438399"/>
                  </a:lnTo>
                  <a:lnTo>
                    <a:pt x="7398777" y="2409824"/>
                  </a:lnTo>
                  <a:lnTo>
                    <a:pt x="7427352" y="2409824"/>
                  </a:lnTo>
                  <a:lnTo>
                    <a:pt x="7427352" y="2438399"/>
                  </a:lnTo>
                  <a:close/>
                </a:path>
                <a:path w="7590155" h="2438400">
                  <a:moveTo>
                    <a:pt x="7370202" y="2438399"/>
                  </a:moveTo>
                  <a:lnTo>
                    <a:pt x="7341627" y="2438399"/>
                  </a:lnTo>
                  <a:lnTo>
                    <a:pt x="7341627" y="2409824"/>
                  </a:lnTo>
                  <a:lnTo>
                    <a:pt x="7370202" y="2409824"/>
                  </a:lnTo>
                  <a:lnTo>
                    <a:pt x="7370202" y="2438399"/>
                  </a:lnTo>
                  <a:close/>
                </a:path>
                <a:path w="7590155" h="2438400">
                  <a:moveTo>
                    <a:pt x="7313052" y="2438399"/>
                  </a:moveTo>
                  <a:lnTo>
                    <a:pt x="7284477" y="2438399"/>
                  </a:lnTo>
                  <a:lnTo>
                    <a:pt x="7284477" y="2409824"/>
                  </a:lnTo>
                  <a:lnTo>
                    <a:pt x="7313052" y="2409824"/>
                  </a:lnTo>
                  <a:lnTo>
                    <a:pt x="7313052" y="2438399"/>
                  </a:lnTo>
                  <a:close/>
                </a:path>
                <a:path w="7590155" h="2438400">
                  <a:moveTo>
                    <a:pt x="7255902" y="2438399"/>
                  </a:moveTo>
                  <a:lnTo>
                    <a:pt x="7227327" y="2438399"/>
                  </a:lnTo>
                  <a:lnTo>
                    <a:pt x="7227327" y="2409824"/>
                  </a:lnTo>
                  <a:lnTo>
                    <a:pt x="7255902" y="2409824"/>
                  </a:lnTo>
                  <a:lnTo>
                    <a:pt x="7255902" y="2438399"/>
                  </a:lnTo>
                  <a:close/>
                </a:path>
                <a:path w="7590155" h="2438400">
                  <a:moveTo>
                    <a:pt x="7198752" y="2438399"/>
                  </a:moveTo>
                  <a:lnTo>
                    <a:pt x="7170177" y="2438399"/>
                  </a:lnTo>
                  <a:lnTo>
                    <a:pt x="7170177" y="2409824"/>
                  </a:lnTo>
                  <a:lnTo>
                    <a:pt x="7198752" y="2409824"/>
                  </a:lnTo>
                  <a:lnTo>
                    <a:pt x="7198752" y="2438399"/>
                  </a:lnTo>
                  <a:close/>
                </a:path>
                <a:path w="7590155" h="2438400">
                  <a:moveTo>
                    <a:pt x="7141602" y="2438399"/>
                  </a:moveTo>
                  <a:lnTo>
                    <a:pt x="7113027" y="2438399"/>
                  </a:lnTo>
                  <a:lnTo>
                    <a:pt x="7113027" y="2409824"/>
                  </a:lnTo>
                  <a:lnTo>
                    <a:pt x="7141602" y="2409824"/>
                  </a:lnTo>
                  <a:lnTo>
                    <a:pt x="7141602" y="2438399"/>
                  </a:lnTo>
                  <a:close/>
                </a:path>
                <a:path w="7590155" h="2438400">
                  <a:moveTo>
                    <a:pt x="7084452" y="2438399"/>
                  </a:moveTo>
                  <a:lnTo>
                    <a:pt x="7055877" y="2438399"/>
                  </a:lnTo>
                  <a:lnTo>
                    <a:pt x="7055877" y="2409824"/>
                  </a:lnTo>
                  <a:lnTo>
                    <a:pt x="7084452" y="2409824"/>
                  </a:lnTo>
                  <a:lnTo>
                    <a:pt x="7084452" y="2438399"/>
                  </a:lnTo>
                  <a:close/>
                </a:path>
                <a:path w="7590155" h="2438400">
                  <a:moveTo>
                    <a:pt x="7027302" y="2438399"/>
                  </a:moveTo>
                  <a:lnTo>
                    <a:pt x="6998727" y="2438399"/>
                  </a:lnTo>
                  <a:lnTo>
                    <a:pt x="6998727" y="2409824"/>
                  </a:lnTo>
                  <a:lnTo>
                    <a:pt x="7027302" y="2409824"/>
                  </a:lnTo>
                  <a:lnTo>
                    <a:pt x="7027302" y="2438399"/>
                  </a:lnTo>
                  <a:close/>
                </a:path>
                <a:path w="7590155" h="2438400">
                  <a:moveTo>
                    <a:pt x="6970152" y="2438399"/>
                  </a:moveTo>
                  <a:lnTo>
                    <a:pt x="6941577" y="2438399"/>
                  </a:lnTo>
                  <a:lnTo>
                    <a:pt x="6941577" y="2409824"/>
                  </a:lnTo>
                  <a:lnTo>
                    <a:pt x="6970152" y="2409824"/>
                  </a:lnTo>
                  <a:lnTo>
                    <a:pt x="6970152" y="2438399"/>
                  </a:lnTo>
                  <a:close/>
                </a:path>
                <a:path w="7590155" h="2438400">
                  <a:moveTo>
                    <a:pt x="6913002" y="2438399"/>
                  </a:moveTo>
                  <a:lnTo>
                    <a:pt x="6884427" y="2438399"/>
                  </a:lnTo>
                  <a:lnTo>
                    <a:pt x="6884427" y="2409824"/>
                  </a:lnTo>
                  <a:lnTo>
                    <a:pt x="6913002" y="2409824"/>
                  </a:lnTo>
                  <a:lnTo>
                    <a:pt x="6913002" y="2438399"/>
                  </a:lnTo>
                  <a:close/>
                </a:path>
                <a:path w="7590155" h="2438400">
                  <a:moveTo>
                    <a:pt x="6855852" y="2438399"/>
                  </a:moveTo>
                  <a:lnTo>
                    <a:pt x="6827277" y="2438399"/>
                  </a:lnTo>
                  <a:lnTo>
                    <a:pt x="6827277" y="2409824"/>
                  </a:lnTo>
                  <a:lnTo>
                    <a:pt x="6855852" y="2409824"/>
                  </a:lnTo>
                  <a:lnTo>
                    <a:pt x="6855852" y="2438399"/>
                  </a:lnTo>
                  <a:close/>
                </a:path>
                <a:path w="7590155" h="2438400">
                  <a:moveTo>
                    <a:pt x="6798702" y="2438399"/>
                  </a:moveTo>
                  <a:lnTo>
                    <a:pt x="6770127" y="2438399"/>
                  </a:lnTo>
                  <a:lnTo>
                    <a:pt x="6770127" y="2409824"/>
                  </a:lnTo>
                  <a:lnTo>
                    <a:pt x="6798702" y="2409824"/>
                  </a:lnTo>
                  <a:lnTo>
                    <a:pt x="6798702" y="2438399"/>
                  </a:lnTo>
                  <a:close/>
                </a:path>
                <a:path w="7590155" h="2438400">
                  <a:moveTo>
                    <a:pt x="6741552" y="2438399"/>
                  </a:moveTo>
                  <a:lnTo>
                    <a:pt x="6712977" y="2438399"/>
                  </a:lnTo>
                  <a:lnTo>
                    <a:pt x="6712977" y="2409824"/>
                  </a:lnTo>
                  <a:lnTo>
                    <a:pt x="6741552" y="2409824"/>
                  </a:lnTo>
                  <a:lnTo>
                    <a:pt x="6741552" y="2438399"/>
                  </a:lnTo>
                  <a:close/>
                </a:path>
                <a:path w="7590155" h="2438400">
                  <a:moveTo>
                    <a:pt x="6684402" y="2438399"/>
                  </a:moveTo>
                  <a:lnTo>
                    <a:pt x="6655827" y="2438399"/>
                  </a:lnTo>
                  <a:lnTo>
                    <a:pt x="6655827" y="2409824"/>
                  </a:lnTo>
                  <a:lnTo>
                    <a:pt x="6684402" y="2409824"/>
                  </a:lnTo>
                  <a:lnTo>
                    <a:pt x="6684402" y="2438399"/>
                  </a:lnTo>
                  <a:close/>
                </a:path>
                <a:path w="7590155" h="2438400">
                  <a:moveTo>
                    <a:pt x="6627252" y="2438399"/>
                  </a:moveTo>
                  <a:lnTo>
                    <a:pt x="6598677" y="2438399"/>
                  </a:lnTo>
                  <a:lnTo>
                    <a:pt x="6598677" y="2409824"/>
                  </a:lnTo>
                  <a:lnTo>
                    <a:pt x="6627252" y="2409824"/>
                  </a:lnTo>
                  <a:lnTo>
                    <a:pt x="6627252" y="2438399"/>
                  </a:lnTo>
                  <a:close/>
                </a:path>
                <a:path w="7590155" h="2438400">
                  <a:moveTo>
                    <a:pt x="6570102" y="2438399"/>
                  </a:moveTo>
                  <a:lnTo>
                    <a:pt x="6541527" y="2438399"/>
                  </a:lnTo>
                  <a:lnTo>
                    <a:pt x="6541527" y="2409824"/>
                  </a:lnTo>
                  <a:lnTo>
                    <a:pt x="6570102" y="2409824"/>
                  </a:lnTo>
                  <a:lnTo>
                    <a:pt x="6570102" y="2438399"/>
                  </a:lnTo>
                  <a:close/>
                </a:path>
                <a:path w="7590155" h="2438400">
                  <a:moveTo>
                    <a:pt x="6512952" y="2438399"/>
                  </a:moveTo>
                  <a:lnTo>
                    <a:pt x="6484377" y="2438399"/>
                  </a:lnTo>
                  <a:lnTo>
                    <a:pt x="6484377" y="2409824"/>
                  </a:lnTo>
                  <a:lnTo>
                    <a:pt x="6512952" y="2409824"/>
                  </a:lnTo>
                  <a:lnTo>
                    <a:pt x="6512952" y="2438399"/>
                  </a:lnTo>
                  <a:close/>
                </a:path>
                <a:path w="7590155" h="2438400">
                  <a:moveTo>
                    <a:pt x="6455802" y="2438399"/>
                  </a:moveTo>
                  <a:lnTo>
                    <a:pt x="6427227" y="2438399"/>
                  </a:lnTo>
                  <a:lnTo>
                    <a:pt x="6427227" y="2409824"/>
                  </a:lnTo>
                  <a:lnTo>
                    <a:pt x="6455802" y="2409824"/>
                  </a:lnTo>
                  <a:lnTo>
                    <a:pt x="6455802" y="2438399"/>
                  </a:lnTo>
                  <a:close/>
                </a:path>
                <a:path w="7590155" h="2438400">
                  <a:moveTo>
                    <a:pt x="6398652" y="2438399"/>
                  </a:moveTo>
                  <a:lnTo>
                    <a:pt x="6370077" y="2438399"/>
                  </a:lnTo>
                  <a:lnTo>
                    <a:pt x="6370077" y="2409824"/>
                  </a:lnTo>
                  <a:lnTo>
                    <a:pt x="6398652" y="2409824"/>
                  </a:lnTo>
                  <a:lnTo>
                    <a:pt x="6398652" y="2438399"/>
                  </a:lnTo>
                  <a:close/>
                </a:path>
                <a:path w="7590155" h="2438400">
                  <a:moveTo>
                    <a:pt x="6341502" y="2438399"/>
                  </a:moveTo>
                  <a:lnTo>
                    <a:pt x="6312927" y="2438399"/>
                  </a:lnTo>
                  <a:lnTo>
                    <a:pt x="6312927" y="2409824"/>
                  </a:lnTo>
                  <a:lnTo>
                    <a:pt x="6341502" y="2409824"/>
                  </a:lnTo>
                  <a:lnTo>
                    <a:pt x="6341502" y="2438399"/>
                  </a:lnTo>
                  <a:close/>
                </a:path>
                <a:path w="7590155" h="2438400">
                  <a:moveTo>
                    <a:pt x="6284352" y="2438399"/>
                  </a:moveTo>
                  <a:lnTo>
                    <a:pt x="6255777" y="2438399"/>
                  </a:lnTo>
                  <a:lnTo>
                    <a:pt x="6255777" y="2409824"/>
                  </a:lnTo>
                  <a:lnTo>
                    <a:pt x="6284352" y="2409824"/>
                  </a:lnTo>
                  <a:lnTo>
                    <a:pt x="6284352" y="2438399"/>
                  </a:lnTo>
                  <a:close/>
                </a:path>
                <a:path w="7590155" h="2438400">
                  <a:moveTo>
                    <a:pt x="6227202" y="2438399"/>
                  </a:moveTo>
                  <a:lnTo>
                    <a:pt x="6198627" y="2438399"/>
                  </a:lnTo>
                  <a:lnTo>
                    <a:pt x="6198627" y="2409824"/>
                  </a:lnTo>
                  <a:lnTo>
                    <a:pt x="6227202" y="2409824"/>
                  </a:lnTo>
                  <a:lnTo>
                    <a:pt x="6227202" y="2438399"/>
                  </a:lnTo>
                  <a:close/>
                </a:path>
                <a:path w="7590155" h="2438400">
                  <a:moveTo>
                    <a:pt x="6170052" y="2438399"/>
                  </a:moveTo>
                  <a:lnTo>
                    <a:pt x="6141477" y="2438399"/>
                  </a:lnTo>
                  <a:lnTo>
                    <a:pt x="6141477" y="2409824"/>
                  </a:lnTo>
                  <a:lnTo>
                    <a:pt x="6170052" y="2409824"/>
                  </a:lnTo>
                  <a:lnTo>
                    <a:pt x="6170052" y="2438399"/>
                  </a:lnTo>
                  <a:close/>
                </a:path>
                <a:path w="7590155" h="2438400">
                  <a:moveTo>
                    <a:pt x="6112902" y="2438399"/>
                  </a:moveTo>
                  <a:lnTo>
                    <a:pt x="6084327" y="2438399"/>
                  </a:lnTo>
                  <a:lnTo>
                    <a:pt x="6084327" y="2409824"/>
                  </a:lnTo>
                  <a:lnTo>
                    <a:pt x="6112902" y="2409824"/>
                  </a:lnTo>
                  <a:lnTo>
                    <a:pt x="6112902" y="2438399"/>
                  </a:lnTo>
                  <a:close/>
                </a:path>
                <a:path w="7590155" h="2438400">
                  <a:moveTo>
                    <a:pt x="6055752" y="2438399"/>
                  </a:moveTo>
                  <a:lnTo>
                    <a:pt x="6027177" y="2438399"/>
                  </a:lnTo>
                  <a:lnTo>
                    <a:pt x="6027177" y="2409824"/>
                  </a:lnTo>
                  <a:lnTo>
                    <a:pt x="6055752" y="2409824"/>
                  </a:lnTo>
                  <a:lnTo>
                    <a:pt x="6055752" y="2438399"/>
                  </a:lnTo>
                  <a:close/>
                </a:path>
                <a:path w="7590155" h="2438400">
                  <a:moveTo>
                    <a:pt x="5998602" y="2438399"/>
                  </a:moveTo>
                  <a:lnTo>
                    <a:pt x="5970027" y="2438399"/>
                  </a:lnTo>
                  <a:lnTo>
                    <a:pt x="5970027" y="2409824"/>
                  </a:lnTo>
                  <a:lnTo>
                    <a:pt x="5998602" y="2409824"/>
                  </a:lnTo>
                  <a:lnTo>
                    <a:pt x="5998602" y="2438399"/>
                  </a:lnTo>
                  <a:close/>
                </a:path>
                <a:path w="7590155" h="2438400">
                  <a:moveTo>
                    <a:pt x="5941452" y="2438399"/>
                  </a:moveTo>
                  <a:lnTo>
                    <a:pt x="5912877" y="2438399"/>
                  </a:lnTo>
                  <a:lnTo>
                    <a:pt x="5912877" y="2409824"/>
                  </a:lnTo>
                  <a:lnTo>
                    <a:pt x="5941452" y="2409824"/>
                  </a:lnTo>
                  <a:lnTo>
                    <a:pt x="5941452" y="2438399"/>
                  </a:lnTo>
                  <a:close/>
                </a:path>
                <a:path w="7590155" h="2438400">
                  <a:moveTo>
                    <a:pt x="5884302" y="2438399"/>
                  </a:moveTo>
                  <a:lnTo>
                    <a:pt x="5855727" y="2438399"/>
                  </a:lnTo>
                  <a:lnTo>
                    <a:pt x="5855727" y="2409824"/>
                  </a:lnTo>
                  <a:lnTo>
                    <a:pt x="5884302" y="2409824"/>
                  </a:lnTo>
                  <a:lnTo>
                    <a:pt x="5884302" y="2438399"/>
                  </a:lnTo>
                  <a:close/>
                </a:path>
                <a:path w="7590155" h="2438400">
                  <a:moveTo>
                    <a:pt x="5827152" y="2438399"/>
                  </a:moveTo>
                  <a:lnTo>
                    <a:pt x="5798577" y="2438399"/>
                  </a:lnTo>
                  <a:lnTo>
                    <a:pt x="5798577" y="2409824"/>
                  </a:lnTo>
                  <a:lnTo>
                    <a:pt x="5827152" y="2409824"/>
                  </a:lnTo>
                  <a:lnTo>
                    <a:pt x="5827152" y="2438399"/>
                  </a:lnTo>
                  <a:close/>
                </a:path>
                <a:path w="7590155" h="2438400">
                  <a:moveTo>
                    <a:pt x="5770002" y="2438399"/>
                  </a:moveTo>
                  <a:lnTo>
                    <a:pt x="5741427" y="2438399"/>
                  </a:lnTo>
                  <a:lnTo>
                    <a:pt x="5741427" y="2409824"/>
                  </a:lnTo>
                  <a:lnTo>
                    <a:pt x="5770002" y="2409824"/>
                  </a:lnTo>
                  <a:lnTo>
                    <a:pt x="5770002" y="2438399"/>
                  </a:lnTo>
                  <a:close/>
                </a:path>
                <a:path w="7590155" h="2438400">
                  <a:moveTo>
                    <a:pt x="5712852" y="2438399"/>
                  </a:moveTo>
                  <a:lnTo>
                    <a:pt x="5684277" y="2438399"/>
                  </a:lnTo>
                  <a:lnTo>
                    <a:pt x="5684277" y="2409824"/>
                  </a:lnTo>
                  <a:lnTo>
                    <a:pt x="5712852" y="2409824"/>
                  </a:lnTo>
                  <a:lnTo>
                    <a:pt x="5712852" y="2438399"/>
                  </a:lnTo>
                  <a:close/>
                </a:path>
                <a:path w="7590155" h="2438400">
                  <a:moveTo>
                    <a:pt x="5655702" y="2438399"/>
                  </a:moveTo>
                  <a:lnTo>
                    <a:pt x="5627127" y="2438399"/>
                  </a:lnTo>
                  <a:lnTo>
                    <a:pt x="5627127" y="2409824"/>
                  </a:lnTo>
                  <a:lnTo>
                    <a:pt x="5655702" y="2409824"/>
                  </a:lnTo>
                  <a:lnTo>
                    <a:pt x="5655702" y="2438399"/>
                  </a:lnTo>
                  <a:close/>
                </a:path>
                <a:path w="7590155" h="2438400">
                  <a:moveTo>
                    <a:pt x="5598552" y="2438399"/>
                  </a:moveTo>
                  <a:lnTo>
                    <a:pt x="5569977" y="2438399"/>
                  </a:lnTo>
                  <a:lnTo>
                    <a:pt x="5569977" y="2409824"/>
                  </a:lnTo>
                  <a:lnTo>
                    <a:pt x="5598552" y="2409824"/>
                  </a:lnTo>
                  <a:lnTo>
                    <a:pt x="5598552" y="2438399"/>
                  </a:lnTo>
                  <a:close/>
                </a:path>
                <a:path w="7590155" h="2438400">
                  <a:moveTo>
                    <a:pt x="5541402" y="2438399"/>
                  </a:moveTo>
                  <a:lnTo>
                    <a:pt x="5512826" y="2438399"/>
                  </a:lnTo>
                  <a:lnTo>
                    <a:pt x="5512826" y="2409824"/>
                  </a:lnTo>
                  <a:lnTo>
                    <a:pt x="5541402" y="2409824"/>
                  </a:lnTo>
                  <a:lnTo>
                    <a:pt x="5541402" y="2438399"/>
                  </a:lnTo>
                  <a:close/>
                </a:path>
                <a:path w="7590155" h="2438400">
                  <a:moveTo>
                    <a:pt x="5484251" y="2438399"/>
                  </a:moveTo>
                  <a:lnTo>
                    <a:pt x="5455677" y="2438399"/>
                  </a:lnTo>
                  <a:lnTo>
                    <a:pt x="5455677" y="2409824"/>
                  </a:lnTo>
                  <a:lnTo>
                    <a:pt x="5484251" y="2409824"/>
                  </a:lnTo>
                  <a:lnTo>
                    <a:pt x="5484251" y="2438399"/>
                  </a:lnTo>
                  <a:close/>
                </a:path>
                <a:path w="7590155" h="2438400">
                  <a:moveTo>
                    <a:pt x="5427102" y="2438399"/>
                  </a:moveTo>
                  <a:lnTo>
                    <a:pt x="5398527" y="2438399"/>
                  </a:lnTo>
                  <a:lnTo>
                    <a:pt x="5398527" y="2409824"/>
                  </a:lnTo>
                  <a:lnTo>
                    <a:pt x="5427102" y="2409824"/>
                  </a:lnTo>
                  <a:lnTo>
                    <a:pt x="5427102" y="2438399"/>
                  </a:lnTo>
                  <a:close/>
                </a:path>
                <a:path w="7590155" h="2438400">
                  <a:moveTo>
                    <a:pt x="5369952" y="2438399"/>
                  </a:moveTo>
                  <a:lnTo>
                    <a:pt x="5341377" y="2438399"/>
                  </a:lnTo>
                  <a:lnTo>
                    <a:pt x="5341377" y="2409824"/>
                  </a:lnTo>
                  <a:lnTo>
                    <a:pt x="5369952" y="2409824"/>
                  </a:lnTo>
                  <a:lnTo>
                    <a:pt x="5369952" y="2438399"/>
                  </a:lnTo>
                  <a:close/>
                </a:path>
                <a:path w="7590155" h="2438400">
                  <a:moveTo>
                    <a:pt x="5312802" y="2438399"/>
                  </a:moveTo>
                  <a:lnTo>
                    <a:pt x="5284227" y="2438399"/>
                  </a:lnTo>
                  <a:lnTo>
                    <a:pt x="5284227" y="2409824"/>
                  </a:lnTo>
                  <a:lnTo>
                    <a:pt x="5312802" y="2409824"/>
                  </a:lnTo>
                  <a:lnTo>
                    <a:pt x="5312802" y="2438399"/>
                  </a:lnTo>
                  <a:close/>
                </a:path>
                <a:path w="7590155" h="2438400">
                  <a:moveTo>
                    <a:pt x="5255652" y="2438399"/>
                  </a:moveTo>
                  <a:lnTo>
                    <a:pt x="5227077" y="2438399"/>
                  </a:lnTo>
                  <a:lnTo>
                    <a:pt x="5227077" y="2409824"/>
                  </a:lnTo>
                  <a:lnTo>
                    <a:pt x="5255652" y="2409824"/>
                  </a:lnTo>
                  <a:lnTo>
                    <a:pt x="5255652" y="2438399"/>
                  </a:lnTo>
                  <a:close/>
                </a:path>
                <a:path w="7590155" h="2438400">
                  <a:moveTo>
                    <a:pt x="5198502" y="2438399"/>
                  </a:moveTo>
                  <a:lnTo>
                    <a:pt x="5169927" y="2438399"/>
                  </a:lnTo>
                  <a:lnTo>
                    <a:pt x="5169927" y="2409824"/>
                  </a:lnTo>
                  <a:lnTo>
                    <a:pt x="5198502" y="2409824"/>
                  </a:lnTo>
                  <a:lnTo>
                    <a:pt x="5198502" y="2438399"/>
                  </a:lnTo>
                  <a:close/>
                </a:path>
                <a:path w="7590155" h="2438400">
                  <a:moveTo>
                    <a:pt x="5141352" y="2438399"/>
                  </a:moveTo>
                  <a:lnTo>
                    <a:pt x="5112777" y="2438399"/>
                  </a:lnTo>
                  <a:lnTo>
                    <a:pt x="5112777" y="2409824"/>
                  </a:lnTo>
                  <a:lnTo>
                    <a:pt x="5141352" y="2409824"/>
                  </a:lnTo>
                  <a:lnTo>
                    <a:pt x="5141352" y="2438399"/>
                  </a:lnTo>
                  <a:close/>
                </a:path>
                <a:path w="7590155" h="2438400">
                  <a:moveTo>
                    <a:pt x="5084202" y="2438399"/>
                  </a:moveTo>
                  <a:lnTo>
                    <a:pt x="5055627" y="2438399"/>
                  </a:lnTo>
                  <a:lnTo>
                    <a:pt x="5055627" y="2409824"/>
                  </a:lnTo>
                  <a:lnTo>
                    <a:pt x="5084202" y="2409824"/>
                  </a:lnTo>
                  <a:lnTo>
                    <a:pt x="5084202" y="2438399"/>
                  </a:lnTo>
                  <a:close/>
                </a:path>
                <a:path w="7590155" h="2438400">
                  <a:moveTo>
                    <a:pt x="5027052" y="2438399"/>
                  </a:moveTo>
                  <a:lnTo>
                    <a:pt x="4998477" y="2438399"/>
                  </a:lnTo>
                  <a:lnTo>
                    <a:pt x="4998477" y="2409824"/>
                  </a:lnTo>
                  <a:lnTo>
                    <a:pt x="5027052" y="2409824"/>
                  </a:lnTo>
                  <a:lnTo>
                    <a:pt x="5027052" y="2438399"/>
                  </a:lnTo>
                  <a:close/>
                </a:path>
                <a:path w="7590155" h="2438400">
                  <a:moveTo>
                    <a:pt x="4969902" y="2438399"/>
                  </a:moveTo>
                  <a:lnTo>
                    <a:pt x="4941327" y="2438399"/>
                  </a:lnTo>
                  <a:lnTo>
                    <a:pt x="4941327" y="2409824"/>
                  </a:lnTo>
                  <a:lnTo>
                    <a:pt x="4969902" y="2409824"/>
                  </a:lnTo>
                  <a:lnTo>
                    <a:pt x="4969902" y="2438399"/>
                  </a:lnTo>
                  <a:close/>
                </a:path>
                <a:path w="7590155" h="2438400">
                  <a:moveTo>
                    <a:pt x="4912752" y="2438399"/>
                  </a:moveTo>
                  <a:lnTo>
                    <a:pt x="4884177" y="2438399"/>
                  </a:lnTo>
                  <a:lnTo>
                    <a:pt x="4884177" y="2409824"/>
                  </a:lnTo>
                  <a:lnTo>
                    <a:pt x="4912752" y="2409824"/>
                  </a:lnTo>
                  <a:lnTo>
                    <a:pt x="4912752" y="2438399"/>
                  </a:lnTo>
                  <a:close/>
                </a:path>
                <a:path w="7590155" h="2438400">
                  <a:moveTo>
                    <a:pt x="4855602" y="2438399"/>
                  </a:moveTo>
                  <a:lnTo>
                    <a:pt x="4827027" y="2438399"/>
                  </a:lnTo>
                  <a:lnTo>
                    <a:pt x="4827027" y="2409824"/>
                  </a:lnTo>
                  <a:lnTo>
                    <a:pt x="4855602" y="2409824"/>
                  </a:lnTo>
                  <a:lnTo>
                    <a:pt x="4855602" y="2438399"/>
                  </a:lnTo>
                  <a:close/>
                </a:path>
                <a:path w="7590155" h="2438400">
                  <a:moveTo>
                    <a:pt x="4798452" y="2438399"/>
                  </a:moveTo>
                  <a:lnTo>
                    <a:pt x="4769877" y="2438399"/>
                  </a:lnTo>
                  <a:lnTo>
                    <a:pt x="4769877" y="2409824"/>
                  </a:lnTo>
                  <a:lnTo>
                    <a:pt x="4798452" y="2409824"/>
                  </a:lnTo>
                  <a:lnTo>
                    <a:pt x="4798452" y="2438399"/>
                  </a:lnTo>
                  <a:close/>
                </a:path>
                <a:path w="7590155" h="2438400">
                  <a:moveTo>
                    <a:pt x="4741302" y="2438399"/>
                  </a:moveTo>
                  <a:lnTo>
                    <a:pt x="4712727" y="2438399"/>
                  </a:lnTo>
                  <a:lnTo>
                    <a:pt x="4712727" y="2409824"/>
                  </a:lnTo>
                  <a:lnTo>
                    <a:pt x="4741302" y="2409824"/>
                  </a:lnTo>
                  <a:lnTo>
                    <a:pt x="4741302" y="2438399"/>
                  </a:lnTo>
                  <a:close/>
                </a:path>
                <a:path w="7590155" h="2438400">
                  <a:moveTo>
                    <a:pt x="4684152" y="2438399"/>
                  </a:moveTo>
                  <a:lnTo>
                    <a:pt x="4655577" y="2438399"/>
                  </a:lnTo>
                  <a:lnTo>
                    <a:pt x="4655577" y="2409824"/>
                  </a:lnTo>
                  <a:lnTo>
                    <a:pt x="4684152" y="2409824"/>
                  </a:lnTo>
                  <a:lnTo>
                    <a:pt x="4684152" y="2438399"/>
                  </a:lnTo>
                  <a:close/>
                </a:path>
                <a:path w="7590155" h="2438400">
                  <a:moveTo>
                    <a:pt x="4627002" y="2438399"/>
                  </a:moveTo>
                  <a:lnTo>
                    <a:pt x="4598427" y="2438399"/>
                  </a:lnTo>
                  <a:lnTo>
                    <a:pt x="4598427" y="2409824"/>
                  </a:lnTo>
                  <a:lnTo>
                    <a:pt x="4627002" y="2409824"/>
                  </a:lnTo>
                  <a:lnTo>
                    <a:pt x="4627002" y="2438399"/>
                  </a:lnTo>
                  <a:close/>
                </a:path>
                <a:path w="7590155" h="2438400">
                  <a:moveTo>
                    <a:pt x="4569852" y="2438399"/>
                  </a:moveTo>
                  <a:lnTo>
                    <a:pt x="4541277" y="2438399"/>
                  </a:lnTo>
                  <a:lnTo>
                    <a:pt x="4541277" y="2409824"/>
                  </a:lnTo>
                  <a:lnTo>
                    <a:pt x="4569852" y="2409824"/>
                  </a:lnTo>
                  <a:lnTo>
                    <a:pt x="4569852" y="2438399"/>
                  </a:lnTo>
                  <a:close/>
                </a:path>
                <a:path w="7590155" h="2438400">
                  <a:moveTo>
                    <a:pt x="4512702" y="2438399"/>
                  </a:moveTo>
                  <a:lnTo>
                    <a:pt x="4484127" y="2438399"/>
                  </a:lnTo>
                  <a:lnTo>
                    <a:pt x="4484127" y="2409824"/>
                  </a:lnTo>
                  <a:lnTo>
                    <a:pt x="4512702" y="2409824"/>
                  </a:lnTo>
                  <a:lnTo>
                    <a:pt x="4512702" y="2438399"/>
                  </a:lnTo>
                  <a:close/>
                </a:path>
                <a:path w="7590155" h="2438400">
                  <a:moveTo>
                    <a:pt x="4455552" y="2438399"/>
                  </a:moveTo>
                  <a:lnTo>
                    <a:pt x="4426977" y="2438399"/>
                  </a:lnTo>
                  <a:lnTo>
                    <a:pt x="4426977" y="2409824"/>
                  </a:lnTo>
                  <a:lnTo>
                    <a:pt x="4455552" y="2409824"/>
                  </a:lnTo>
                  <a:lnTo>
                    <a:pt x="4455552" y="2438399"/>
                  </a:lnTo>
                  <a:close/>
                </a:path>
                <a:path w="7590155" h="2438400">
                  <a:moveTo>
                    <a:pt x="4398402" y="2438399"/>
                  </a:moveTo>
                  <a:lnTo>
                    <a:pt x="4369827" y="2438399"/>
                  </a:lnTo>
                  <a:lnTo>
                    <a:pt x="4369827" y="2409824"/>
                  </a:lnTo>
                  <a:lnTo>
                    <a:pt x="4398402" y="2409824"/>
                  </a:lnTo>
                  <a:lnTo>
                    <a:pt x="4398402" y="2438399"/>
                  </a:lnTo>
                  <a:close/>
                </a:path>
                <a:path w="7590155" h="2438400">
                  <a:moveTo>
                    <a:pt x="4341252" y="2438399"/>
                  </a:moveTo>
                  <a:lnTo>
                    <a:pt x="4312677" y="2438399"/>
                  </a:lnTo>
                  <a:lnTo>
                    <a:pt x="4312677" y="2409824"/>
                  </a:lnTo>
                  <a:lnTo>
                    <a:pt x="4341252" y="2409824"/>
                  </a:lnTo>
                  <a:lnTo>
                    <a:pt x="4341252" y="2438399"/>
                  </a:lnTo>
                  <a:close/>
                </a:path>
                <a:path w="7590155" h="2438400">
                  <a:moveTo>
                    <a:pt x="4284102" y="2438399"/>
                  </a:moveTo>
                  <a:lnTo>
                    <a:pt x="4255527" y="2438399"/>
                  </a:lnTo>
                  <a:lnTo>
                    <a:pt x="4255527" y="2409824"/>
                  </a:lnTo>
                  <a:lnTo>
                    <a:pt x="4284102" y="2409824"/>
                  </a:lnTo>
                  <a:lnTo>
                    <a:pt x="4284102" y="2438399"/>
                  </a:lnTo>
                  <a:close/>
                </a:path>
                <a:path w="7590155" h="2438400">
                  <a:moveTo>
                    <a:pt x="4226952" y="2438399"/>
                  </a:moveTo>
                  <a:lnTo>
                    <a:pt x="4198377" y="2438399"/>
                  </a:lnTo>
                  <a:lnTo>
                    <a:pt x="4198377" y="2409824"/>
                  </a:lnTo>
                  <a:lnTo>
                    <a:pt x="4226952" y="2409824"/>
                  </a:lnTo>
                  <a:lnTo>
                    <a:pt x="4226952" y="2438399"/>
                  </a:lnTo>
                  <a:close/>
                </a:path>
                <a:path w="7590155" h="2438400">
                  <a:moveTo>
                    <a:pt x="4169802" y="2438399"/>
                  </a:moveTo>
                  <a:lnTo>
                    <a:pt x="4141227" y="2438399"/>
                  </a:lnTo>
                  <a:lnTo>
                    <a:pt x="4141227" y="2409824"/>
                  </a:lnTo>
                  <a:lnTo>
                    <a:pt x="4169802" y="2409824"/>
                  </a:lnTo>
                  <a:lnTo>
                    <a:pt x="4169802" y="2438399"/>
                  </a:lnTo>
                  <a:close/>
                </a:path>
                <a:path w="7590155" h="2438400">
                  <a:moveTo>
                    <a:pt x="4112652" y="2438399"/>
                  </a:moveTo>
                  <a:lnTo>
                    <a:pt x="4084077" y="2438399"/>
                  </a:lnTo>
                  <a:lnTo>
                    <a:pt x="4084077" y="2409824"/>
                  </a:lnTo>
                  <a:lnTo>
                    <a:pt x="4112652" y="2409824"/>
                  </a:lnTo>
                  <a:lnTo>
                    <a:pt x="4112652" y="2438399"/>
                  </a:lnTo>
                  <a:close/>
                </a:path>
                <a:path w="7590155" h="2438400">
                  <a:moveTo>
                    <a:pt x="4055502" y="2438399"/>
                  </a:moveTo>
                  <a:lnTo>
                    <a:pt x="4026927" y="2438399"/>
                  </a:lnTo>
                  <a:lnTo>
                    <a:pt x="4026927" y="2409824"/>
                  </a:lnTo>
                  <a:lnTo>
                    <a:pt x="4055502" y="2409824"/>
                  </a:lnTo>
                  <a:lnTo>
                    <a:pt x="4055502" y="2438399"/>
                  </a:lnTo>
                  <a:close/>
                </a:path>
                <a:path w="7590155" h="2438400">
                  <a:moveTo>
                    <a:pt x="3998352" y="2438399"/>
                  </a:moveTo>
                  <a:lnTo>
                    <a:pt x="3969777" y="2438399"/>
                  </a:lnTo>
                  <a:lnTo>
                    <a:pt x="3969777" y="2409824"/>
                  </a:lnTo>
                  <a:lnTo>
                    <a:pt x="3998352" y="2409824"/>
                  </a:lnTo>
                  <a:lnTo>
                    <a:pt x="3998352" y="2438399"/>
                  </a:lnTo>
                  <a:close/>
                </a:path>
                <a:path w="7590155" h="2438400">
                  <a:moveTo>
                    <a:pt x="3941202" y="2438399"/>
                  </a:moveTo>
                  <a:lnTo>
                    <a:pt x="3912627" y="2438399"/>
                  </a:lnTo>
                  <a:lnTo>
                    <a:pt x="3912627" y="2409824"/>
                  </a:lnTo>
                  <a:lnTo>
                    <a:pt x="3941202" y="2409824"/>
                  </a:lnTo>
                  <a:lnTo>
                    <a:pt x="3941202" y="2438399"/>
                  </a:lnTo>
                  <a:close/>
                </a:path>
                <a:path w="7590155" h="2438400">
                  <a:moveTo>
                    <a:pt x="3884052" y="2438399"/>
                  </a:moveTo>
                  <a:lnTo>
                    <a:pt x="3855477" y="2438399"/>
                  </a:lnTo>
                  <a:lnTo>
                    <a:pt x="3855477" y="2409824"/>
                  </a:lnTo>
                  <a:lnTo>
                    <a:pt x="3884052" y="2409824"/>
                  </a:lnTo>
                  <a:lnTo>
                    <a:pt x="3884052" y="2438399"/>
                  </a:lnTo>
                  <a:close/>
                </a:path>
                <a:path w="7590155" h="2438400">
                  <a:moveTo>
                    <a:pt x="3826902" y="2438399"/>
                  </a:moveTo>
                  <a:lnTo>
                    <a:pt x="3798327" y="2438399"/>
                  </a:lnTo>
                  <a:lnTo>
                    <a:pt x="3798327" y="2409824"/>
                  </a:lnTo>
                  <a:lnTo>
                    <a:pt x="3826902" y="2409824"/>
                  </a:lnTo>
                  <a:lnTo>
                    <a:pt x="3826902" y="2438399"/>
                  </a:lnTo>
                  <a:close/>
                </a:path>
                <a:path w="7590155" h="2438400">
                  <a:moveTo>
                    <a:pt x="3769752" y="2438399"/>
                  </a:moveTo>
                  <a:lnTo>
                    <a:pt x="3741177" y="2438399"/>
                  </a:lnTo>
                  <a:lnTo>
                    <a:pt x="3741177" y="2409824"/>
                  </a:lnTo>
                  <a:lnTo>
                    <a:pt x="3769752" y="2409824"/>
                  </a:lnTo>
                  <a:lnTo>
                    <a:pt x="3769752" y="2438399"/>
                  </a:lnTo>
                  <a:close/>
                </a:path>
                <a:path w="7590155" h="2438400">
                  <a:moveTo>
                    <a:pt x="3712602" y="2438399"/>
                  </a:moveTo>
                  <a:lnTo>
                    <a:pt x="3684027" y="2438399"/>
                  </a:lnTo>
                  <a:lnTo>
                    <a:pt x="3684027" y="2409824"/>
                  </a:lnTo>
                  <a:lnTo>
                    <a:pt x="3712602" y="2409824"/>
                  </a:lnTo>
                  <a:lnTo>
                    <a:pt x="3712602" y="2438399"/>
                  </a:lnTo>
                  <a:close/>
                </a:path>
                <a:path w="7590155" h="2438400">
                  <a:moveTo>
                    <a:pt x="3655452" y="2438399"/>
                  </a:moveTo>
                  <a:lnTo>
                    <a:pt x="3626877" y="2438399"/>
                  </a:lnTo>
                  <a:lnTo>
                    <a:pt x="3626877" y="2409824"/>
                  </a:lnTo>
                  <a:lnTo>
                    <a:pt x="3655452" y="2409824"/>
                  </a:lnTo>
                  <a:lnTo>
                    <a:pt x="3655452" y="2438399"/>
                  </a:lnTo>
                  <a:close/>
                </a:path>
                <a:path w="7590155" h="2438400">
                  <a:moveTo>
                    <a:pt x="3598302" y="2438399"/>
                  </a:moveTo>
                  <a:lnTo>
                    <a:pt x="3569727" y="2438399"/>
                  </a:lnTo>
                  <a:lnTo>
                    <a:pt x="3569727" y="2409824"/>
                  </a:lnTo>
                  <a:lnTo>
                    <a:pt x="3598302" y="2409824"/>
                  </a:lnTo>
                  <a:lnTo>
                    <a:pt x="3598302" y="2438399"/>
                  </a:lnTo>
                  <a:close/>
                </a:path>
                <a:path w="7590155" h="2438400">
                  <a:moveTo>
                    <a:pt x="3541152" y="2438399"/>
                  </a:moveTo>
                  <a:lnTo>
                    <a:pt x="3512577" y="2438399"/>
                  </a:lnTo>
                  <a:lnTo>
                    <a:pt x="3512577" y="2409824"/>
                  </a:lnTo>
                  <a:lnTo>
                    <a:pt x="3541152" y="2409824"/>
                  </a:lnTo>
                  <a:lnTo>
                    <a:pt x="3541152" y="2438399"/>
                  </a:lnTo>
                  <a:close/>
                </a:path>
                <a:path w="7590155" h="2438400">
                  <a:moveTo>
                    <a:pt x="3484002" y="2438399"/>
                  </a:moveTo>
                  <a:lnTo>
                    <a:pt x="3455427" y="2438399"/>
                  </a:lnTo>
                  <a:lnTo>
                    <a:pt x="3455427" y="2409824"/>
                  </a:lnTo>
                  <a:lnTo>
                    <a:pt x="3484002" y="2409824"/>
                  </a:lnTo>
                  <a:lnTo>
                    <a:pt x="3484002" y="2438399"/>
                  </a:lnTo>
                  <a:close/>
                </a:path>
                <a:path w="7590155" h="2438400">
                  <a:moveTo>
                    <a:pt x="3426852" y="2438399"/>
                  </a:moveTo>
                  <a:lnTo>
                    <a:pt x="3398277" y="2438399"/>
                  </a:lnTo>
                  <a:lnTo>
                    <a:pt x="3398277" y="2409824"/>
                  </a:lnTo>
                  <a:lnTo>
                    <a:pt x="3426852" y="2409824"/>
                  </a:lnTo>
                  <a:lnTo>
                    <a:pt x="3426852" y="2438399"/>
                  </a:lnTo>
                  <a:close/>
                </a:path>
                <a:path w="7590155" h="2438400">
                  <a:moveTo>
                    <a:pt x="3369702" y="2438399"/>
                  </a:moveTo>
                  <a:lnTo>
                    <a:pt x="3341127" y="2438399"/>
                  </a:lnTo>
                  <a:lnTo>
                    <a:pt x="3341127" y="2409824"/>
                  </a:lnTo>
                  <a:lnTo>
                    <a:pt x="3369702" y="2409824"/>
                  </a:lnTo>
                  <a:lnTo>
                    <a:pt x="3369702" y="2438399"/>
                  </a:lnTo>
                  <a:close/>
                </a:path>
                <a:path w="7590155" h="2438400">
                  <a:moveTo>
                    <a:pt x="3312552" y="2438399"/>
                  </a:moveTo>
                  <a:lnTo>
                    <a:pt x="3283977" y="2438399"/>
                  </a:lnTo>
                  <a:lnTo>
                    <a:pt x="3283977" y="2409824"/>
                  </a:lnTo>
                  <a:lnTo>
                    <a:pt x="3312552" y="2409824"/>
                  </a:lnTo>
                  <a:lnTo>
                    <a:pt x="3312552" y="2438399"/>
                  </a:lnTo>
                  <a:close/>
                </a:path>
                <a:path w="7590155" h="2438400">
                  <a:moveTo>
                    <a:pt x="3255402" y="2438399"/>
                  </a:moveTo>
                  <a:lnTo>
                    <a:pt x="3226827" y="2438399"/>
                  </a:lnTo>
                  <a:lnTo>
                    <a:pt x="3226827" y="2409824"/>
                  </a:lnTo>
                  <a:lnTo>
                    <a:pt x="3255402" y="2409824"/>
                  </a:lnTo>
                  <a:lnTo>
                    <a:pt x="3255402" y="2438399"/>
                  </a:lnTo>
                  <a:close/>
                </a:path>
                <a:path w="7590155" h="2438400">
                  <a:moveTo>
                    <a:pt x="3198252" y="2438399"/>
                  </a:moveTo>
                  <a:lnTo>
                    <a:pt x="3169677" y="2438399"/>
                  </a:lnTo>
                  <a:lnTo>
                    <a:pt x="3169677" y="2409824"/>
                  </a:lnTo>
                  <a:lnTo>
                    <a:pt x="3198252" y="2409824"/>
                  </a:lnTo>
                  <a:lnTo>
                    <a:pt x="3198252" y="2438399"/>
                  </a:lnTo>
                  <a:close/>
                </a:path>
                <a:path w="7590155" h="2438400">
                  <a:moveTo>
                    <a:pt x="3141102" y="2438399"/>
                  </a:moveTo>
                  <a:lnTo>
                    <a:pt x="3112527" y="2438399"/>
                  </a:lnTo>
                  <a:lnTo>
                    <a:pt x="3112527" y="2409824"/>
                  </a:lnTo>
                  <a:lnTo>
                    <a:pt x="3141102" y="2409824"/>
                  </a:lnTo>
                  <a:lnTo>
                    <a:pt x="3141102" y="2438399"/>
                  </a:lnTo>
                  <a:close/>
                </a:path>
                <a:path w="7590155" h="2438400">
                  <a:moveTo>
                    <a:pt x="3083952" y="2438399"/>
                  </a:moveTo>
                  <a:lnTo>
                    <a:pt x="3055377" y="2438399"/>
                  </a:lnTo>
                  <a:lnTo>
                    <a:pt x="3055377" y="2409824"/>
                  </a:lnTo>
                  <a:lnTo>
                    <a:pt x="3083952" y="2409824"/>
                  </a:lnTo>
                  <a:lnTo>
                    <a:pt x="3083952" y="2438399"/>
                  </a:lnTo>
                  <a:close/>
                </a:path>
                <a:path w="7590155" h="2438400">
                  <a:moveTo>
                    <a:pt x="3026802" y="2438399"/>
                  </a:moveTo>
                  <a:lnTo>
                    <a:pt x="2998227" y="2438399"/>
                  </a:lnTo>
                  <a:lnTo>
                    <a:pt x="2998227" y="2409824"/>
                  </a:lnTo>
                  <a:lnTo>
                    <a:pt x="3026802" y="2409824"/>
                  </a:lnTo>
                  <a:lnTo>
                    <a:pt x="3026802" y="2438399"/>
                  </a:lnTo>
                  <a:close/>
                </a:path>
                <a:path w="7590155" h="2438400">
                  <a:moveTo>
                    <a:pt x="2969652" y="2438399"/>
                  </a:moveTo>
                  <a:lnTo>
                    <a:pt x="2941077" y="2438399"/>
                  </a:lnTo>
                  <a:lnTo>
                    <a:pt x="2941077" y="2409824"/>
                  </a:lnTo>
                  <a:lnTo>
                    <a:pt x="2969652" y="2409824"/>
                  </a:lnTo>
                  <a:lnTo>
                    <a:pt x="2969652" y="2438399"/>
                  </a:lnTo>
                  <a:close/>
                </a:path>
                <a:path w="7590155" h="2438400">
                  <a:moveTo>
                    <a:pt x="2912502" y="2438399"/>
                  </a:moveTo>
                  <a:lnTo>
                    <a:pt x="2883927" y="2438399"/>
                  </a:lnTo>
                  <a:lnTo>
                    <a:pt x="2883927" y="2409824"/>
                  </a:lnTo>
                  <a:lnTo>
                    <a:pt x="2912502" y="2409824"/>
                  </a:lnTo>
                  <a:lnTo>
                    <a:pt x="2912502" y="2438399"/>
                  </a:lnTo>
                  <a:close/>
                </a:path>
                <a:path w="7590155" h="2438400">
                  <a:moveTo>
                    <a:pt x="2855352" y="2438399"/>
                  </a:moveTo>
                  <a:lnTo>
                    <a:pt x="2826777" y="2438399"/>
                  </a:lnTo>
                  <a:lnTo>
                    <a:pt x="2826777" y="2409824"/>
                  </a:lnTo>
                  <a:lnTo>
                    <a:pt x="2855352" y="2409824"/>
                  </a:lnTo>
                  <a:lnTo>
                    <a:pt x="2855352" y="2438399"/>
                  </a:lnTo>
                  <a:close/>
                </a:path>
                <a:path w="7590155" h="2438400">
                  <a:moveTo>
                    <a:pt x="2798202" y="2438399"/>
                  </a:moveTo>
                  <a:lnTo>
                    <a:pt x="2769627" y="2438399"/>
                  </a:lnTo>
                  <a:lnTo>
                    <a:pt x="2769627" y="2409824"/>
                  </a:lnTo>
                  <a:lnTo>
                    <a:pt x="2798202" y="2409824"/>
                  </a:lnTo>
                  <a:lnTo>
                    <a:pt x="2798202" y="2438399"/>
                  </a:lnTo>
                  <a:close/>
                </a:path>
                <a:path w="7590155" h="2438400">
                  <a:moveTo>
                    <a:pt x="2741052" y="2438399"/>
                  </a:moveTo>
                  <a:lnTo>
                    <a:pt x="2712477" y="2438399"/>
                  </a:lnTo>
                  <a:lnTo>
                    <a:pt x="2712477" y="2409824"/>
                  </a:lnTo>
                  <a:lnTo>
                    <a:pt x="2741052" y="2409824"/>
                  </a:lnTo>
                  <a:lnTo>
                    <a:pt x="2741052" y="2438399"/>
                  </a:lnTo>
                  <a:close/>
                </a:path>
                <a:path w="7590155" h="2438400">
                  <a:moveTo>
                    <a:pt x="2683902" y="2438399"/>
                  </a:moveTo>
                  <a:lnTo>
                    <a:pt x="2655327" y="2438399"/>
                  </a:lnTo>
                  <a:lnTo>
                    <a:pt x="2655327" y="2409824"/>
                  </a:lnTo>
                  <a:lnTo>
                    <a:pt x="2683902" y="2409824"/>
                  </a:lnTo>
                  <a:lnTo>
                    <a:pt x="2683902" y="2438399"/>
                  </a:lnTo>
                  <a:close/>
                </a:path>
                <a:path w="7590155" h="2438400">
                  <a:moveTo>
                    <a:pt x="2626752" y="2438399"/>
                  </a:moveTo>
                  <a:lnTo>
                    <a:pt x="2598177" y="2438399"/>
                  </a:lnTo>
                  <a:lnTo>
                    <a:pt x="2598177" y="2409824"/>
                  </a:lnTo>
                  <a:lnTo>
                    <a:pt x="2626752" y="2409824"/>
                  </a:lnTo>
                  <a:lnTo>
                    <a:pt x="2626752" y="2438399"/>
                  </a:lnTo>
                  <a:close/>
                </a:path>
                <a:path w="7590155" h="2438400">
                  <a:moveTo>
                    <a:pt x="2569602" y="2438399"/>
                  </a:moveTo>
                  <a:lnTo>
                    <a:pt x="2541027" y="2438399"/>
                  </a:lnTo>
                  <a:lnTo>
                    <a:pt x="2541027" y="2409824"/>
                  </a:lnTo>
                  <a:lnTo>
                    <a:pt x="2569602" y="2409824"/>
                  </a:lnTo>
                  <a:lnTo>
                    <a:pt x="2569602" y="2438399"/>
                  </a:lnTo>
                  <a:close/>
                </a:path>
                <a:path w="7590155" h="2438400">
                  <a:moveTo>
                    <a:pt x="2512452" y="2438399"/>
                  </a:moveTo>
                  <a:lnTo>
                    <a:pt x="2483877" y="2438399"/>
                  </a:lnTo>
                  <a:lnTo>
                    <a:pt x="2483877" y="2409824"/>
                  </a:lnTo>
                  <a:lnTo>
                    <a:pt x="2512452" y="2409824"/>
                  </a:lnTo>
                  <a:lnTo>
                    <a:pt x="2512452" y="2438399"/>
                  </a:lnTo>
                  <a:close/>
                </a:path>
                <a:path w="7590155" h="2438400">
                  <a:moveTo>
                    <a:pt x="2455302" y="2438399"/>
                  </a:moveTo>
                  <a:lnTo>
                    <a:pt x="2426727" y="2438399"/>
                  </a:lnTo>
                  <a:lnTo>
                    <a:pt x="2426727" y="2409824"/>
                  </a:lnTo>
                  <a:lnTo>
                    <a:pt x="2455302" y="2409824"/>
                  </a:lnTo>
                  <a:lnTo>
                    <a:pt x="2455302" y="2438399"/>
                  </a:lnTo>
                  <a:close/>
                </a:path>
                <a:path w="7590155" h="2438400">
                  <a:moveTo>
                    <a:pt x="2398152" y="2438399"/>
                  </a:moveTo>
                  <a:lnTo>
                    <a:pt x="2369577" y="2438399"/>
                  </a:lnTo>
                  <a:lnTo>
                    <a:pt x="2369577" y="2409824"/>
                  </a:lnTo>
                  <a:lnTo>
                    <a:pt x="2398152" y="2409824"/>
                  </a:lnTo>
                  <a:lnTo>
                    <a:pt x="2398152" y="2438399"/>
                  </a:lnTo>
                  <a:close/>
                </a:path>
                <a:path w="7590155" h="2438400">
                  <a:moveTo>
                    <a:pt x="2341002" y="2438399"/>
                  </a:moveTo>
                  <a:lnTo>
                    <a:pt x="2312427" y="2438399"/>
                  </a:lnTo>
                  <a:lnTo>
                    <a:pt x="2312427" y="2409824"/>
                  </a:lnTo>
                  <a:lnTo>
                    <a:pt x="2341002" y="2409824"/>
                  </a:lnTo>
                  <a:lnTo>
                    <a:pt x="2341002" y="2438399"/>
                  </a:lnTo>
                  <a:close/>
                </a:path>
                <a:path w="7590155" h="2438400">
                  <a:moveTo>
                    <a:pt x="2283852" y="2438399"/>
                  </a:moveTo>
                  <a:lnTo>
                    <a:pt x="2255277" y="2438399"/>
                  </a:lnTo>
                  <a:lnTo>
                    <a:pt x="2255277" y="2409824"/>
                  </a:lnTo>
                  <a:lnTo>
                    <a:pt x="2283852" y="2409824"/>
                  </a:lnTo>
                  <a:lnTo>
                    <a:pt x="2283852" y="2438399"/>
                  </a:lnTo>
                  <a:close/>
                </a:path>
                <a:path w="7590155" h="2438400">
                  <a:moveTo>
                    <a:pt x="2226702" y="2438399"/>
                  </a:moveTo>
                  <a:lnTo>
                    <a:pt x="2198127" y="2438399"/>
                  </a:lnTo>
                  <a:lnTo>
                    <a:pt x="2198127" y="2409824"/>
                  </a:lnTo>
                  <a:lnTo>
                    <a:pt x="2226702" y="2409824"/>
                  </a:lnTo>
                  <a:lnTo>
                    <a:pt x="2226702" y="2438399"/>
                  </a:lnTo>
                  <a:close/>
                </a:path>
                <a:path w="7590155" h="2438400">
                  <a:moveTo>
                    <a:pt x="2169552" y="2438399"/>
                  </a:moveTo>
                  <a:lnTo>
                    <a:pt x="2140977" y="2438399"/>
                  </a:lnTo>
                  <a:lnTo>
                    <a:pt x="2140977" y="2409824"/>
                  </a:lnTo>
                  <a:lnTo>
                    <a:pt x="2169552" y="2409824"/>
                  </a:lnTo>
                  <a:lnTo>
                    <a:pt x="2169552" y="2438399"/>
                  </a:lnTo>
                  <a:close/>
                </a:path>
                <a:path w="7590155" h="2438400">
                  <a:moveTo>
                    <a:pt x="2112402" y="2438399"/>
                  </a:moveTo>
                  <a:lnTo>
                    <a:pt x="2083827" y="2438399"/>
                  </a:lnTo>
                  <a:lnTo>
                    <a:pt x="2083827" y="2409824"/>
                  </a:lnTo>
                  <a:lnTo>
                    <a:pt x="2112402" y="2409824"/>
                  </a:lnTo>
                  <a:lnTo>
                    <a:pt x="2112402" y="2438399"/>
                  </a:lnTo>
                  <a:close/>
                </a:path>
                <a:path w="7590155" h="2438400">
                  <a:moveTo>
                    <a:pt x="2055252" y="2438399"/>
                  </a:moveTo>
                  <a:lnTo>
                    <a:pt x="2026677" y="2438399"/>
                  </a:lnTo>
                  <a:lnTo>
                    <a:pt x="2026677" y="2409824"/>
                  </a:lnTo>
                  <a:lnTo>
                    <a:pt x="2055252" y="2409824"/>
                  </a:lnTo>
                  <a:lnTo>
                    <a:pt x="2055252" y="2438399"/>
                  </a:lnTo>
                  <a:close/>
                </a:path>
                <a:path w="7590155" h="2438400">
                  <a:moveTo>
                    <a:pt x="1998102" y="2438399"/>
                  </a:moveTo>
                  <a:lnTo>
                    <a:pt x="1969527" y="2438399"/>
                  </a:lnTo>
                  <a:lnTo>
                    <a:pt x="1969527" y="2409824"/>
                  </a:lnTo>
                  <a:lnTo>
                    <a:pt x="1998102" y="2409824"/>
                  </a:lnTo>
                  <a:lnTo>
                    <a:pt x="1998102" y="2438399"/>
                  </a:lnTo>
                  <a:close/>
                </a:path>
                <a:path w="7590155" h="2438400">
                  <a:moveTo>
                    <a:pt x="1940952" y="2438399"/>
                  </a:moveTo>
                  <a:lnTo>
                    <a:pt x="1912377" y="2438399"/>
                  </a:lnTo>
                  <a:lnTo>
                    <a:pt x="1912377" y="2409824"/>
                  </a:lnTo>
                  <a:lnTo>
                    <a:pt x="1940952" y="2409824"/>
                  </a:lnTo>
                  <a:lnTo>
                    <a:pt x="1940952" y="2438399"/>
                  </a:lnTo>
                  <a:close/>
                </a:path>
                <a:path w="7590155" h="2438400">
                  <a:moveTo>
                    <a:pt x="1883802" y="2438399"/>
                  </a:moveTo>
                  <a:lnTo>
                    <a:pt x="1855227" y="2438399"/>
                  </a:lnTo>
                  <a:lnTo>
                    <a:pt x="1855227" y="2409824"/>
                  </a:lnTo>
                  <a:lnTo>
                    <a:pt x="1883802" y="2409824"/>
                  </a:lnTo>
                  <a:lnTo>
                    <a:pt x="1883802" y="2438399"/>
                  </a:lnTo>
                  <a:close/>
                </a:path>
                <a:path w="7590155" h="2438400">
                  <a:moveTo>
                    <a:pt x="1826652" y="2438399"/>
                  </a:moveTo>
                  <a:lnTo>
                    <a:pt x="1798077" y="2438399"/>
                  </a:lnTo>
                  <a:lnTo>
                    <a:pt x="1798077" y="2409824"/>
                  </a:lnTo>
                  <a:lnTo>
                    <a:pt x="1826652" y="2409824"/>
                  </a:lnTo>
                  <a:lnTo>
                    <a:pt x="1826652" y="2438399"/>
                  </a:lnTo>
                  <a:close/>
                </a:path>
                <a:path w="7590155" h="2438400">
                  <a:moveTo>
                    <a:pt x="1769502" y="2438399"/>
                  </a:moveTo>
                  <a:lnTo>
                    <a:pt x="1740927" y="2438399"/>
                  </a:lnTo>
                  <a:lnTo>
                    <a:pt x="1740927" y="2409824"/>
                  </a:lnTo>
                  <a:lnTo>
                    <a:pt x="1769502" y="2409824"/>
                  </a:lnTo>
                  <a:lnTo>
                    <a:pt x="1769502" y="2438399"/>
                  </a:lnTo>
                  <a:close/>
                </a:path>
                <a:path w="7590155" h="2438400">
                  <a:moveTo>
                    <a:pt x="1712352" y="2438399"/>
                  </a:moveTo>
                  <a:lnTo>
                    <a:pt x="1683777" y="2438399"/>
                  </a:lnTo>
                  <a:lnTo>
                    <a:pt x="1683777" y="2409824"/>
                  </a:lnTo>
                  <a:lnTo>
                    <a:pt x="1712352" y="2409824"/>
                  </a:lnTo>
                  <a:lnTo>
                    <a:pt x="1712352" y="2438399"/>
                  </a:lnTo>
                  <a:close/>
                </a:path>
                <a:path w="7590155" h="2438400">
                  <a:moveTo>
                    <a:pt x="1655202" y="2438399"/>
                  </a:moveTo>
                  <a:lnTo>
                    <a:pt x="1626627" y="2438399"/>
                  </a:lnTo>
                  <a:lnTo>
                    <a:pt x="1626627" y="2409824"/>
                  </a:lnTo>
                  <a:lnTo>
                    <a:pt x="1655202" y="2409824"/>
                  </a:lnTo>
                  <a:lnTo>
                    <a:pt x="1655202" y="2438399"/>
                  </a:lnTo>
                  <a:close/>
                </a:path>
                <a:path w="7590155" h="2438400">
                  <a:moveTo>
                    <a:pt x="1598052" y="2438399"/>
                  </a:moveTo>
                  <a:lnTo>
                    <a:pt x="1569477" y="2438399"/>
                  </a:lnTo>
                  <a:lnTo>
                    <a:pt x="1569477" y="2409824"/>
                  </a:lnTo>
                  <a:lnTo>
                    <a:pt x="1598052" y="2409824"/>
                  </a:lnTo>
                  <a:lnTo>
                    <a:pt x="1598052" y="2438399"/>
                  </a:lnTo>
                  <a:close/>
                </a:path>
                <a:path w="7590155" h="2438400">
                  <a:moveTo>
                    <a:pt x="1540902" y="2438399"/>
                  </a:moveTo>
                  <a:lnTo>
                    <a:pt x="1512327" y="2438399"/>
                  </a:lnTo>
                  <a:lnTo>
                    <a:pt x="1512327" y="2409824"/>
                  </a:lnTo>
                  <a:lnTo>
                    <a:pt x="1540902" y="2409824"/>
                  </a:lnTo>
                  <a:lnTo>
                    <a:pt x="1540902" y="2438399"/>
                  </a:lnTo>
                  <a:close/>
                </a:path>
                <a:path w="7590155" h="2438400">
                  <a:moveTo>
                    <a:pt x="1483752" y="2438399"/>
                  </a:moveTo>
                  <a:lnTo>
                    <a:pt x="1455177" y="2438399"/>
                  </a:lnTo>
                  <a:lnTo>
                    <a:pt x="1455177" y="2409824"/>
                  </a:lnTo>
                  <a:lnTo>
                    <a:pt x="1483752" y="2409824"/>
                  </a:lnTo>
                  <a:lnTo>
                    <a:pt x="1483752" y="2438399"/>
                  </a:lnTo>
                  <a:close/>
                </a:path>
                <a:path w="7590155" h="2438400">
                  <a:moveTo>
                    <a:pt x="1426602" y="2438399"/>
                  </a:moveTo>
                  <a:lnTo>
                    <a:pt x="1398027" y="2438399"/>
                  </a:lnTo>
                  <a:lnTo>
                    <a:pt x="1398027" y="2409824"/>
                  </a:lnTo>
                  <a:lnTo>
                    <a:pt x="1426602" y="2409824"/>
                  </a:lnTo>
                  <a:lnTo>
                    <a:pt x="1426602" y="2438399"/>
                  </a:lnTo>
                  <a:close/>
                </a:path>
                <a:path w="7590155" h="2438400">
                  <a:moveTo>
                    <a:pt x="1369452" y="2438399"/>
                  </a:moveTo>
                  <a:lnTo>
                    <a:pt x="1340877" y="2438399"/>
                  </a:lnTo>
                  <a:lnTo>
                    <a:pt x="1340877" y="2409824"/>
                  </a:lnTo>
                  <a:lnTo>
                    <a:pt x="1369452" y="2409824"/>
                  </a:lnTo>
                  <a:lnTo>
                    <a:pt x="1369452" y="2438399"/>
                  </a:lnTo>
                  <a:close/>
                </a:path>
                <a:path w="7590155" h="2438400">
                  <a:moveTo>
                    <a:pt x="1312302" y="2438399"/>
                  </a:moveTo>
                  <a:lnTo>
                    <a:pt x="1283727" y="2438399"/>
                  </a:lnTo>
                  <a:lnTo>
                    <a:pt x="1283727" y="2409824"/>
                  </a:lnTo>
                  <a:lnTo>
                    <a:pt x="1312302" y="2409824"/>
                  </a:lnTo>
                  <a:lnTo>
                    <a:pt x="1312302" y="2438399"/>
                  </a:lnTo>
                  <a:close/>
                </a:path>
                <a:path w="7590155" h="2438400">
                  <a:moveTo>
                    <a:pt x="1255152" y="2438399"/>
                  </a:moveTo>
                  <a:lnTo>
                    <a:pt x="1226577" y="2438399"/>
                  </a:lnTo>
                  <a:lnTo>
                    <a:pt x="1226577" y="2409824"/>
                  </a:lnTo>
                  <a:lnTo>
                    <a:pt x="1255152" y="2409824"/>
                  </a:lnTo>
                  <a:lnTo>
                    <a:pt x="1255152" y="2438399"/>
                  </a:lnTo>
                  <a:close/>
                </a:path>
                <a:path w="7590155" h="2438400">
                  <a:moveTo>
                    <a:pt x="1198002" y="2438399"/>
                  </a:moveTo>
                  <a:lnTo>
                    <a:pt x="1169427" y="2438399"/>
                  </a:lnTo>
                  <a:lnTo>
                    <a:pt x="1169427" y="2409824"/>
                  </a:lnTo>
                  <a:lnTo>
                    <a:pt x="1198002" y="2409824"/>
                  </a:lnTo>
                  <a:lnTo>
                    <a:pt x="1198002" y="2438399"/>
                  </a:lnTo>
                  <a:close/>
                </a:path>
                <a:path w="7590155" h="2438400">
                  <a:moveTo>
                    <a:pt x="1140852" y="2438399"/>
                  </a:moveTo>
                  <a:lnTo>
                    <a:pt x="1112277" y="2438399"/>
                  </a:lnTo>
                  <a:lnTo>
                    <a:pt x="1112277" y="2409824"/>
                  </a:lnTo>
                  <a:lnTo>
                    <a:pt x="1140852" y="2409824"/>
                  </a:lnTo>
                  <a:lnTo>
                    <a:pt x="1140852" y="2438399"/>
                  </a:lnTo>
                  <a:close/>
                </a:path>
                <a:path w="7590155" h="2438400">
                  <a:moveTo>
                    <a:pt x="1083702" y="2438399"/>
                  </a:moveTo>
                  <a:lnTo>
                    <a:pt x="1055127" y="2438399"/>
                  </a:lnTo>
                  <a:lnTo>
                    <a:pt x="1055127" y="2409824"/>
                  </a:lnTo>
                  <a:lnTo>
                    <a:pt x="1083702" y="2409824"/>
                  </a:lnTo>
                  <a:lnTo>
                    <a:pt x="1083702" y="2438399"/>
                  </a:lnTo>
                  <a:close/>
                </a:path>
                <a:path w="7590155" h="2438400">
                  <a:moveTo>
                    <a:pt x="1026552" y="2438399"/>
                  </a:moveTo>
                  <a:lnTo>
                    <a:pt x="997977" y="2438399"/>
                  </a:lnTo>
                  <a:lnTo>
                    <a:pt x="997977" y="2409824"/>
                  </a:lnTo>
                  <a:lnTo>
                    <a:pt x="1026552" y="2409824"/>
                  </a:lnTo>
                  <a:lnTo>
                    <a:pt x="1026552" y="2438399"/>
                  </a:lnTo>
                  <a:close/>
                </a:path>
                <a:path w="7590155" h="2438400">
                  <a:moveTo>
                    <a:pt x="969402" y="2438399"/>
                  </a:moveTo>
                  <a:lnTo>
                    <a:pt x="940827" y="2438399"/>
                  </a:lnTo>
                  <a:lnTo>
                    <a:pt x="940827" y="2409824"/>
                  </a:lnTo>
                  <a:lnTo>
                    <a:pt x="969402" y="2409824"/>
                  </a:lnTo>
                  <a:lnTo>
                    <a:pt x="969402" y="2438399"/>
                  </a:lnTo>
                  <a:close/>
                </a:path>
                <a:path w="7590155" h="2438400">
                  <a:moveTo>
                    <a:pt x="912252" y="2438399"/>
                  </a:moveTo>
                  <a:lnTo>
                    <a:pt x="883677" y="2438399"/>
                  </a:lnTo>
                  <a:lnTo>
                    <a:pt x="883677" y="2409824"/>
                  </a:lnTo>
                  <a:lnTo>
                    <a:pt x="912252" y="2409824"/>
                  </a:lnTo>
                  <a:lnTo>
                    <a:pt x="912252" y="2438399"/>
                  </a:lnTo>
                  <a:close/>
                </a:path>
                <a:path w="7590155" h="2438400">
                  <a:moveTo>
                    <a:pt x="855102" y="2438399"/>
                  </a:moveTo>
                  <a:lnTo>
                    <a:pt x="826527" y="2438399"/>
                  </a:lnTo>
                  <a:lnTo>
                    <a:pt x="826527" y="2409824"/>
                  </a:lnTo>
                  <a:lnTo>
                    <a:pt x="855102" y="2409824"/>
                  </a:lnTo>
                  <a:lnTo>
                    <a:pt x="855102" y="2438399"/>
                  </a:lnTo>
                  <a:close/>
                </a:path>
                <a:path w="7590155" h="2438400">
                  <a:moveTo>
                    <a:pt x="797952" y="2438399"/>
                  </a:moveTo>
                  <a:lnTo>
                    <a:pt x="769377" y="2438399"/>
                  </a:lnTo>
                  <a:lnTo>
                    <a:pt x="769377" y="2409824"/>
                  </a:lnTo>
                  <a:lnTo>
                    <a:pt x="797952" y="2409824"/>
                  </a:lnTo>
                  <a:lnTo>
                    <a:pt x="797952" y="2438399"/>
                  </a:lnTo>
                  <a:close/>
                </a:path>
                <a:path w="7590155" h="2438400">
                  <a:moveTo>
                    <a:pt x="740802" y="2438399"/>
                  </a:moveTo>
                  <a:lnTo>
                    <a:pt x="712227" y="2438399"/>
                  </a:lnTo>
                  <a:lnTo>
                    <a:pt x="712227" y="2409824"/>
                  </a:lnTo>
                  <a:lnTo>
                    <a:pt x="740802" y="2409824"/>
                  </a:lnTo>
                  <a:lnTo>
                    <a:pt x="740802" y="2438399"/>
                  </a:lnTo>
                  <a:close/>
                </a:path>
                <a:path w="7590155" h="2438400">
                  <a:moveTo>
                    <a:pt x="683652" y="2438399"/>
                  </a:moveTo>
                  <a:lnTo>
                    <a:pt x="655077" y="2438399"/>
                  </a:lnTo>
                  <a:lnTo>
                    <a:pt x="655077" y="2409824"/>
                  </a:lnTo>
                  <a:lnTo>
                    <a:pt x="683652" y="2409824"/>
                  </a:lnTo>
                  <a:lnTo>
                    <a:pt x="683652" y="2438399"/>
                  </a:lnTo>
                  <a:close/>
                </a:path>
                <a:path w="7590155" h="2438400">
                  <a:moveTo>
                    <a:pt x="626502" y="2438399"/>
                  </a:moveTo>
                  <a:lnTo>
                    <a:pt x="597927" y="2438399"/>
                  </a:lnTo>
                  <a:lnTo>
                    <a:pt x="597927" y="2409824"/>
                  </a:lnTo>
                  <a:lnTo>
                    <a:pt x="626502" y="2409824"/>
                  </a:lnTo>
                  <a:lnTo>
                    <a:pt x="626502" y="2438399"/>
                  </a:lnTo>
                  <a:close/>
                </a:path>
                <a:path w="7590155" h="2438400">
                  <a:moveTo>
                    <a:pt x="569352" y="2438399"/>
                  </a:moveTo>
                  <a:lnTo>
                    <a:pt x="540777" y="2438399"/>
                  </a:lnTo>
                  <a:lnTo>
                    <a:pt x="540777" y="2409824"/>
                  </a:lnTo>
                  <a:lnTo>
                    <a:pt x="569352" y="2409824"/>
                  </a:lnTo>
                  <a:lnTo>
                    <a:pt x="569352" y="2438399"/>
                  </a:lnTo>
                  <a:close/>
                </a:path>
                <a:path w="7590155" h="2438400">
                  <a:moveTo>
                    <a:pt x="512202" y="2438399"/>
                  </a:moveTo>
                  <a:lnTo>
                    <a:pt x="483627" y="2438399"/>
                  </a:lnTo>
                  <a:lnTo>
                    <a:pt x="483627" y="2409824"/>
                  </a:lnTo>
                  <a:lnTo>
                    <a:pt x="512202" y="2409824"/>
                  </a:lnTo>
                  <a:lnTo>
                    <a:pt x="512202" y="2438399"/>
                  </a:lnTo>
                  <a:close/>
                </a:path>
                <a:path w="7590155" h="2438400">
                  <a:moveTo>
                    <a:pt x="455052" y="2438399"/>
                  </a:moveTo>
                  <a:lnTo>
                    <a:pt x="426477" y="2438399"/>
                  </a:lnTo>
                  <a:lnTo>
                    <a:pt x="426477" y="2409824"/>
                  </a:lnTo>
                  <a:lnTo>
                    <a:pt x="455052" y="2409824"/>
                  </a:lnTo>
                  <a:lnTo>
                    <a:pt x="455052" y="2438399"/>
                  </a:lnTo>
                  <a:close/>
                </a:path>
                <a:path w="7590155" h="2438400">
                  <a:moveTo>
                    <a:pt x="397902" y="2438399"/>
                  </a:moveTo>
                  <a:lnTo>
                    <a:pt x="369327" y="2438399"/>
                  </a:lnTo>
                  <a:lnTo>
                    <a:pt x="369327" y="2409824"/>
                  </a:lnTo>
                  <a:lnTo>
                    <a:pt x="397902" y="2409824"/>
                  </a:lnTo>
                  <a:lnTo>
                    <a:pt x="397902" y="2438399"/>
                  </a:lnTo>
                  <a:close/>
                </a:path>
                <a:path w="7590155" h="2438400">
                  <a:moveTo>
                    <a:pt x="340752" y="2438399"/>
                  </a:moveTo>
                  <a:lnTo>
                    <a:pt x="312177" y="2438399"/>
                  </a:lnTo>
                  <a:lnTo>
                    <a:pt x="312177" y="2409824"/>
                  </a:lnTo>
                  <a:lnTo>
                    <a:pt x="340752" y="2409824"/>
                  </a:lnTo>
                  <a:lnTo>
                    <a:pt x="340752" y="2438399"/>
                  </a:lnTo>
                  <a:close/>
                </a:path>
                <a:path w="7590155" h="2438400">
                  <a:moveTo>
                    <a:pt x="283602" y="2438399"/>
                  </a:moveTo>
                  <a:lnTo>
                    <a:pt x="255027" y="2438399"/>
                  </a:lnTo>
                  <a:lnTo>
                    <a:pt x="255027" y="2409824"/>
                  </a:lnTo>
                  <a:lnTo>
                    <a:pt x="283602" y="2409824"/>
                  </a:lnTo>
                  <a:lnTo>
                    <a:pt x="283602" y="2438399"/>
                  </a:lnTo>
                  <a:close/>
                </a:path>
                <a:path w="7590155" h="2438400">
                  <a:moveTo>
                    <a:pt x="226452" y="2438399"/>
                  </a:moveTo>
                  <a:lnTo>
                    <a:pt x="197877" y="2438399"/>
                  </a:lnTo>
                  <a:lnTo>
                    <a:pt x="197877" y="2409824"/>
                  </a:lnTo>
                  <a:lnTo>
                    <a:pt x="226452" y="2409824"/>
                  </a:lnTo>
                  <a:lnTo>
                    <a:pt x="226452" y="2438399"/>
                  </a:lnTo>
                  <a:close/>
                </a:path>
                <a:path w="7590155" h="2438400">
                  <a:moveTo>
                    <a:pt x="169302" y="2438399"/>
                  </a:moveTo>
                  <a:lnTo>
                    <a:pt x="161919" y="2438399"/>
                  </a:lnTo>
                  <a:lnTo>
                    <a:pt x="140595" y="2436290"/>
                  </a:lnTo>
                  <a:lnTo>
                    <a:pt x="144125" y="2409824"/>
                  </a:lnTo>
                  <a:lnTo>
                    <a:pt x="144177" y="2409434"/>
                  </a:lnTo>
                  <a:lnTo>
                    <a:pt x="144281" y="2408654"/>
                  </a:lnTo>
                  <a:lnTo>
                    <a:pt x="150131" y="2409434"/>
                  </a:lnTo>
                  <a:lnTo>
                    <a:pt x="156011" y="2409824"/>
                  </a:lnTo>
                  <a:lnTo>
                    <a:pt x="169302" y="2409824"/>
                  </a:lnTo>
                  <a:lnTo>
                    <a:pt x="169302" y="2438399"/>
                  </a:lnTo>
                  <a:close/>
                </a:path>
                <a:path w="7590155" h="2438400">
                  <a:moveTo>
                    <a:pt x="112779" y="2429971"/>
                  </a:moveTo>
                  <a:lnTo>
                    <a:pt x="99955" y="2426074"/>
                  </a:lnTo>
                  <a:lnTo>
                    <a:pt x="86590" y="2418939"/>
                  </a:lnTo>
                  <a:lnTo>
                    <a:pt x="99586" y="2394359"/>
                  </a:lnTo>
                  <a:lnTo>
                    <a:pt x="106543" y="2398037"/>
                  </a:lnTo>
                  <a:lnTo>
                    <a:pt x="113768" y="2401076"/>
                  </a:lnTo>
                  <a:lnTo>
                    <a:pt x="121262" y="2403475"/>
                  </a:lnTo>
                  <a:lnTo>
                    <a:pt x="112779" y="2429971"/>
                  </a:lnTo>
                  <a:close/>
                </a:path>
                <a:path w="7590155" h="2438400">
                  <a:moveTo>
                    <a:pt x="62632" y="2403444"/>
                  </a:moveTo>
                  <a:lnTo>
                    <a:pt x="47425" y="2390975"/>
                  </a:lnTo>
                  <a:lnTo>
                    <a:pt x="41532" y="2383788"/>
                  </a:lnTo>
                  <a:lnTo>
                    <a:pt x="62377" y="2365206"/>
                  </a:lnTo>
                  <a:lnTo>
                    <a:pt x="64075" y="2367110"/>
                  </a:lnTo>
                  <a:lnTo>
                    <a:pt x="65826" y="2368964"/>
                  </a:lnTo>
                  <a:lnTo>
                    <a:pt x="71463" y="2374601"/>
                  </a:lnTo>
                  <a:lnTo>
                    <a:pt x="75512" y="2378185"/>
                  </a:lnTo>
                  <a:lnTo>
                    <a:pt x="79777" y="2381521"/>
                  </a:lnTo>
                  <a:lnTo>
                    <a:pt x="62632" y="2403444"/>
                  </a:lnTo>
                  <a:close/>
                </a:path>
                <a:path w="7590155" h="2438400">
                  <a:moveTo>
                    <a:pt x="24304" y="2360882"/>
                  </a:moveTo>
                  <a:lnTo>
                    <a:pt x="12325" y="2338444"/>
                  </a:lnTo>
                  <a:lnTo>
                    <a:pt x="11418" y="2335460"/>
                  </a:lnTo>
                  <a:lnTo>
                    <a:pt x="37767" y="2325133"/>
                  </a:lnTo>
                  <a:lnTo>
                    <a:pt x="40640" y="2332465"/>
                  </a:lnTo>
                  <a:lnTo>
                    <a:pt x="44135" y="2339486"/>
                  </a:lnTo>
                  <a:lnTo>
                    <a:pt x="48250" y="2346196"/>
                  </a:lnTo>
                  <a:lnTo>
                    <a:pt x="24304" y="2360882"/>
                  </a:lnTo>
                  <a:close/>
                </a:path>
                <a:path w="7590155" h="2438400">
                  <a:moveTo>
                    <a:pt x="3121" y="2308123"/>
                  </a:moveTo>
                  <a:lnTo>
                    <a:pt x="293" y="2279448"/>
                  </a:lnTo>
                  <a:lnTo>
                    <a:pt x="28597" y="2278929"/>
                  </a:lnTo>
                  <a:lnTo>
                    <a:pt x="28743" y="2286877"/>
                  </a:lnTo>
                  <a:lnTo>
                    <a:pt x="29592" y="2294746"/>
                  </a:lnTo>
                  <a:lnTo>
                    <a:pt x="31145" y="2302538"/>
                  </a:lnTo>
                  <a:lnTo>
                    <a:pt x="3121" y="2308123"/>
                  </a:lnTo>
                  <a:close/>
                </a:path>
                <a:path w="7590155" h="2438400">
                  <a:moveTo>
                    <a:pt x="28574" y="2250824"/>
                  </a:moveTo>
                  <a:lnTo>
                    <a:pt x="0" y="2250824"/>
                  </a:lnTo>
                  <a:lnTo>
                    <a:pt x="0" y="2222249"/>
                  </a:lnTo>
                  <a:lnTo>
                    <a:pt x="28574" y="2222249"/>
                  </a:lnTo>
                  <a:lnTo>
                    <a:pt x="28574" y="2250824"/>
                  </a:lnTo>
                  <a:close/>
                </a:path>
                <a:path w="7590155" h="2438400">
                  <a:moveTo>
                    <a:pt x="28574" y="2193674"/>
                  </a:moveTo>
                  <a:lnTo>
                    <a:pt x="0" y="2193674"/>
                  </a:lnTo>
                  <a:lnTo>
                    <a:pt x="0" y="2165099"/>
                  </a:lnTo>
                  <a:lnTo>
                    <a:pt x="28574" y="2165099"/>
                  </a:lnTo>
                  <a:lnTo>
                    <a:pt x="28574" y="2193674"/>
                  </a:lnTo>
                  <a:close/>
                </a:path>
                <a:path w="7590155" h="2438400">
                  <a:moveTo>
                    <a:pt x="28574" y="2136524"/>
                  </a:moveTo>
                  <a:lnTo>
                    <a:pt x="0" y="2136524"/>
                  </a:lnTo>
                  <a:lnTo>
                    <a:pt x="0" y="2107949"/>
                  </a:lnTo>
                  <a:lnTo>
                    <a:pt x="28574" y="2107949"/>
                  </a:lnTo>
                  <a:lnTo>
                    <a:pt x="28574" y="2136524"/>
                  </a:lnTo>
                  <a:close/>
                </a:path>
                <a:path w="7590155" h="2438400">
                  <a:moveTo>
                    <a:pt x="28574" y="2079374"/>
                  </a:moveTo>
                  <a:lnTo>
                    <a:pt x="0" y="2079374"/>
                  </a:lnTo>
                  <a:lnTo>
                    <a:pt x="0" y="2050799"/>
                  </a:lnTo>
                  <a:lnTo>
                    <a:pt x="28574" y="2050799"/>
                  </a:lnTo>
                  <a:lnTo>
                    <a:pt x="28574" y="2079374"/>
                  </a:lnTo>
                  <a:close/>
                </a:path>
                <a:path w="7590155" h="2438400">
                  <a:moveTo>
                    <a:pt x="28574" y="2022224"/>
                  </a:moveTo>
                  <a:lnTo>
                    <a:pt x="0" y="2022224"/>
                  </a:lnTo>
                  <a:lnTo>
                    <a:pt x="0" y="1993649"/>
                  </a:lnTo>
                  <a:lnTo>
                    <a:pt x="28574" y="1993649"/>
                  </a:lnTo>
                  <a:lnTo>
                    <a:pt x="28574" y="2022224"/>
                  </a:lnTo>
                  <a:close/>
                </a:path>
                <a:path w="7590155" h="2438400">
                  <a:moveTo>
                    <a:pt x="28574" y="1965074"/>
                  </a:moveTo>
                  <a:lnTo>
                    <a:pt x="0" y="1965074"/>
                  </a:lnTo>
                  <a:lnTo>
                    <a:pt x="0" y="1936499"/>
                  </a:lnTo>
                  <a:lnTo>
                    <a:pt x="28574" y="1936499"/>
                  </a:lnTo>
                  <a:lnTo>
                    <a:pt x="28574" y="1965074"/>
                  </a:lnTo>
                  <a:close/>
                </a:path>
                <a:path w="7590155" h="2438400">
                  <a:moveTo>
                    <a:pt x="28574" y="1907924"/>
                  </a:moveTo>
                  <a:lnTo>
                    <a:pt x="0" y="1907924"/>
                  </a:lnTo>
                  <a:lnTo>
                    <a:pt x="0" y="1879349"/>
                  </a:lnTo>
                  <a:lnTo>
                    <a:pt x="28574" y="1879349"/>
                  </a:lnTo>
                  <a:lnTo>
                    <a:pt x="28574" y="1907924"/>
                  </a:lnTo>
                  <a:close/>
                </a:path>
                <a:path w="7590155" h="2438400">
                  <a:moveTo>
                    <a:pt x="28574" y="1850774"/>
                  </a:moveTo>
                  <a:lnTo>
                    <a:pt x="0" y="1850774"/>
                  </a:lnTo>
                  <a:lnTo>
                    <a:pt x="0" y="1822199"/>
                  </a:lnTo>
                  <a:lnTo>
                    <a:pt x="28574" y="1822199"/>
                  </a:lnTo>
                  <a:lnTo>
                    <a:pt x="28574" y="1850774"/>
                  </a:lnTo>
                  <a:close/>
                </a:path>
                <a:path w="7590155" h="2438400">
                  <a:moveTo>
                    <a:pt x="28574" y="1793624"/>
                  </a:moveTo>
                  <a:lnTo>
                    <a:pt x="0" y="1793624"/>
                  </a:lnTo>
                  <a:lnTo>
                    <a:pt x="0" y="1765049"/>
                  </a:lnTo>
                  <a:lnTo>
                    <a:pt x="28574" y="1765049"/>
                  </a:lnTo>
                  <a:lnTo>
                    <a:pt x="28574" y="1793624"/>
                  </a:lnTo>
                  <a:close/>
                </a:path>
                <a:path w="7590155" h="2438400">
                  <a:moveTo>
                    <a:pt x="28574" y="1736474"/>
                  </a:moveTo>
                  <a:lnTo>
                    <a:pt x="0" y="1736474"/>
                  </a:lnTo>
                  <a:lnTo>
                    <a:pt x="0" y="1707899"/>
                  </a:lnTo>
                  <a:lnTo>
                    <a:pt x="28574" y="1707899"/>
                  </a:lnTo>
                  <a:lnTo>
                    <a:pt x="28574" y="1736474"/>
                  </a:lnTo>
                  <a:close/>
                </a:path>
                <a:path w="7590155" h="2438400">
                  <a:moveTo>
                    <a:pt x="28574" y="1679324"/>
                  </a:moveTo>
                  <a:lnTo>
                    <a:pt x="0" y="1679324"/>
                  </a:lnTo>
                  <a:lnTo>
                    <a:pt x="0" y="1650749"/>
                  </a:lnTo>
                  <a:lnTo>
                    <a:pt x="28574" y="1650749"/>
                  </a:lnTo>
                  <a:lnTo>
                    <a:pt x="28574" y="1679324"/>
                  </a:lnTo>
                  <a:close/>
                </a:path>
                <a:path w="7590155" h="2438400">
                  <a:moveTo>
                    <a:pt x="28574" y="1622174"/>
                  </a:moveTo>
                  <a:lnTo>
                    <a:pt x="0" y="1622174"/>
                  </a:lnTo>
                  <a:lnTo>
                    <a:pt x="0" y="1593599"/>
                  </a:lnTo>
                  <a:lnTo>
                    <a:pt x="28574" y="1593599"/>
                  </a:lnTo>
                  <a:lnTo>
                    <a:pt x="28574" y="1622174"/>
                  </a:lnTo>
                  <a:close/>
                </a:path>
                <a:path w="7590155" h="2438400">
                  <a:moveTo>
                    <a:pt x="28574" y="1565024"/>
                  </a:moveTo>
                  <a:lnTo>
                    <a:pt x="0" y="1565024"/>
                  </a:lnTo>
                  <a:lnTo>
                    <a:pt x="0" y="1536449"/>
                  </a:lnTo>
                  <a:lnTo>
                    <a:pt x="28574" y="1536449"/>
                  </a:lnTo>
                  <a:lnTo>
                    <a:pt x="28574" y="1565024"/>
                  </a:lnTo>
                  <a:close/>
                </a:path>
                <a:path w="7590155" h="2438400">
                  <a:moveTo>
                    <a:pt x="28574" y="1507874"/>
                  </a:moveTo>
                  <a:lnTo>
                    <a:pt x="0" y="1507874"/>
                  </a:lnTo>
                  <a:lnTo>
                    <a:pt x="0" y="1479299"/>
                  </a:lnTo>
                  <a:lnTo>
                    <a:pt x="28574" y="1479299"/>
                  </a:lnTo>
                  <a:lnTo>
                    <a:pt x="28574" y="1507874"/>
                  </a:lnTo>
                  <a:close/>
                </a:path>
                <a:path w="7590155" h="2438400">
                  <a:moveTo>
                    <a:pt x="28574" y="1450724"/>
                  </a:moveTo>
                  <a:lnTo>
                    <a:pt x="0" y="1450724"/>
                  </a:lnTo>
                  <a:lnTo>
                    <a:pt x="0" y="1422149"/>
                  </a:lnTo>
                  <a:lnTo>
                    <a:pt x="28574" y="1422149"/>
                  </a:lnTo>
                  <a:lnTo>
                    <a:pt x="28574" y="1450724"/>
                  </a:lnTo>
                  <a:close/>
                </a:path>
                <a:path w="7590155" h="2438400">
                  <a:moveTo>
                    <a:pt x="28574" y="1393574"/>
                  </a:moveTo>
                  <a:lnTo>
                    <a:pt x="0" y="1393574"/>
                  </a:lnTo>
                  <a:lnTo>
                    <a:pt x="0" y="1364999"/>
                  </a:lnTo>
                  <a:lnTo>
                    <a:pt x="28574" y="1364999"/>
                  </a:lnTo>
                  <a:lnTo>
                    <a:pt x="28574" y="1393574"/>
                  </a:lnTo>
                  <a:close/>
                </a:path>
                <a:path w="7590155" h="2438400">
                  <a:moveTo>
                    <a:pt x="28574" y="1336424"/>
                  </a:moveTo>
                  <a:lnTo>
                    <a:pt x="0" y="1336424"/>
                  </a:lnTo>
                  <a:lnTo>
                    <a:pt x="0" y="1307849"/>
                  </a:lnTo>
                  <a:lnTo>
                    <a:pt x="28574" y="1307849"/>
                  </a:lnTo>
                  <a:lnTo>
                    <a:pt x="28574" y="1336424"/>
                  </a:lnTo>
                  <a:close/>
                </a:path>
                <a:path w="7590155" h="2438400">
                  <a:moveTo>
                    <a:pt x="28574" y="1279274"/>
                  </a:moveTo>
                  <a:lnTo>
                    <a:pt x="0" y="1279274"/>
                  </a:lnTo>
                  <a:lnTo>
                    <a:pt x="0" y="1250699"/>
                  </a:lnTo>
                  <a:lnTo>
                    <a:pt x="28574" y="1250699"/>
                  </a:lnTo>
                  <a:lnTo>
                    <a:pt x="28574" y="1279274"/>
                  </a:lnTo>
                  <a:close/>
                </a:path>
                <a:path w="7590155" h="2438400">
                  <a:moveTo>
                    <a:pt x="28574" y="1222124"/>
                  </a:moveTo>
                  <a:lnTo>
                    <a:pt x="0" y="1222124"/>
                  </a:lnTo>
                  <a:lnTo>
                    <a:pt x="0" y="1193549"/>
                  </a:lnTo>
                  <a:lnTo>
                    <a:pt x="28574" y="1193549"/>
                  </a:lnTo>
                  <a:lnTo>
                    <a:pt x="28574" y="1222124"/>
                  </a:lnTo>
                  <a:close/>
                </a:path>
                <a:path w="7590155" h="2438400">
                  <a:moveTo>
                    <a:pt x="28574" y="1164974"/>
                  </a:moveTo>
                  <a:lnTo>
                    <a:pt x="0" y="1164974"/>
                  </a:lnTo>
                  <a:lnTo>
                    <a:pt x="0" y="1136399"/>
                  </a:lnTo>
                  <a:lnTo>
                    <a:pt x="28574" y="1136399"/>
                  </a:lnTo>
                  <a:lnTo>
                    <a:pt x="28574" y="1164974"/>
                  </a:lnTo>
                  <a:close/>
                </a:path>
                <a:path w="7590155" h="2438400">
                  <a:moveTo>
                    <a:pt x="28574" y="1107824"/>
                  </a:moveTo>
                  <a:lnTo>
                    <a:pt x="0" y="1107824"/>
                  </a:lnTo>
                  <a:lnTo>
                    <a:pt x="0" y="1079249"/>
                  </a:lnTo>
                  <a:lnTo>
                    <a:pt x="28574" y="1079249"/>
                  </a:lnTo>
                  <a:lnTo>
                    <a:pt x="28574" y="1107824"/>
                  </a:lnTo>
                  <a:close/>
                </a:path>
                <a:path w="7590155" h="2438400">
                  <a:moveTo>
                    <a:pt x="28574" y="1050674"/>
                  </a:moveTo>
                  <a:lnTo>
                    <a:pt x="0" y="1050674"/>
                  </a:lnTo>
                  <a:lnTo>
                    <a:pt x="0" y="1022099"/>
                  </a:lnTo>
                  <a:lnTo>
                    <a:pt x="28574" y="1022099"/>
                  </a:lnTo>
                  <a:lnTo>
                    <a:pt x="28574" y="1050674"/>
                  </a:lnTo>
                  <a:close/>
                </a:path>
                <a:path w="7590155" h="2438400">
                  <a:moveTo>
                    <a:pt x="28574" y="993524"/>
                  </a:moveTo>
                  <a:lnTo>
                    <a:pt x="0" y="993524"/>
                  </a:lnTo>
                  <a:lnTo>
                    <a:pt x="0" y="964949"/>
                  </a:lnTo>
                  <a:lnTo>
                    <a:pt x="28574" y="964949"/>
                  </a:lnTo>
                  <a:lnTo>
                    <a:pt x="28574" y="993524"/>
                  </a:lnTo>
                  <a:close/>
                </a:path>
                <a:path w="7590155" h="2438400">
                  <a:moveTo>
                    <a:pt x="28574" y="936374"/>
                  </a:moveTo>
                  <a:lnTo>
                    <a:pt x="0" y="936374"/>
                  </a:lnTo>
                  <a:lnTo>
                    <a:pt x="0" y="907799"/>
                  </a:lnTo>
                  <a:lnTo>
                    <a:pt x="28574" y="907799"/>
                  </a:lnTo>
                  <a:lnTo>
                    <a:pt x="28574" y="936374"/>
                  </a:lnTo>
                  <a:close/>
                </a:path>
                <a:path w="7590155" h="2438400">
                  <a:moveTo>
                    <a:pt x="28574" y="879224"/>
                  </a:moveTo>
                  <a:lnTo>
                    <a:pt x="0" y="879224"/>
                  </a:lnTo>
                  <a:lnTo>
                    <a:pt x="0" y="850649"/>
                  </a:lnTo>
                  <a:lnTo>
                    <a:pt x="28574" y="850649"/>
                  </a:lnTo>
                  <a:lnTo>
                    <a:pt x="28574" y="879224"/>
                  </a:lnTo>
                  <a:close/>
                </a:path>
                <a:path w="7590155" h="2438400">
                  <a:moveTo>
                    <a:pt x="28574" y="822074"/>
                  </a:moveTo>
                  <a:lnTo>
                    <a:pt x="0" y="822074"/>
                  </a:lnTo>
                  <a:lnTo>
                    <a:pt x="0" y="793499"/>
                  </a:lnTo>
                  <a:lnTo>
                    <a:pt x="28574" y="793499"/>
                  </a:lnTo>
                  <a:lnTo>
                    <a:pt x="28574" y="822074"/>
                  </a:lnTo>
                  <a:close/>
                </a:path>
                <a:path w="7590155" h="2438400">
                  <a:moveTo>
                    <a:pt x="28574" y="764924"/>
                  </a:moveTo>
                  <a:lnTo>
                    <a:pt x="0" y="764924"/>
                  </a:lnTo>
                  <a:lnTo>
                    <a:pt x="0" y="736349"/>
                  </a:lnTo>
                  <a:lnTo>
                    <a:pt x="28574" y="736349"/>
                  </a:lnTo>
                  <a:lnTo>
                    <a:pt x="28574" y="764924"/>
                  </a:lnTo>
                  <a:close/>
                </a:path>
                <a:path w="7590155" h="2438400">
                  <a:moveTo>
                    <a:pt x="28574" y="707774"/>
                  </a:moveTo>
                  <a:lnTo>
                    <a:pt x="0" y="707774"/>
                  </a:lnTo>
                  <a:lnTo>
                    <a:pt x="0" y="679199"/>
                  </a:lnTo>
                  <a:lnTo>
                    <a:pt x="28574" y="679199"/>
                  </a:lnTo>
                  <a:lnTo>
                    <a:pt x="28574" y="707774"/>
                  </a:lnTo>
                  <a:close/>
                </a:path>
                <a:path w="7590155" h="2438400">
                  <a:moveTo>
                    <a:pt x="28574" y="650624"/>
                  </a:moveTo>
                  <a:lnTo>
                    <a:pt x="0" y="650624"/>
                  </a:lnTo>
                  <a:lnTo>
                    <a:pt x="0" y="622049"/>
                  </a:lnTo>
                  <a:lnTo>
                    <a:pt x="28574" y="622049"/>
                  </a:lnTo>
                  <a:lnTo>
                    <a:pt x="28574" y="650624"/>
                  </a:lnTo>
                  <a:close/>
                </a:path>
                <a:path w="7590155" h="2438400">
                  <a:moveTo>
                    <a:pt x="28574" y="593474"/>
                  </a:moveTo>
                  <a:lnTo>
                    <a:pt x="0" y="593474"/>
                  </a:lnTo>
                  <a:lnTo>
                    <a:pt x="0" y="564899"/>
                  </a:lnTo>
                  <a:lnTo>
                    <a:pt x="28574" y="564899"/>
                  </a:lnTo>
                  <a:lnTo>
                    <a:pt x="28574" y="593474"/>
                  </a:lnTo>
                  <a:close/>
                </a:path>
                <a:path w="7590155" h="2438400">
                  <a:moveTo>
                    <a:pt x="28574" y="536324"/>
                  </a:moveTo>
                  <a:lnTo>
                    <a:pt x="0" y="536324"/>
                  </a:lnTo>
                  <a:lnTo>
                    <a:pt x="0" y="507749"/>
                  </a:lnTo>
                  <a:lnTo>
                    <a:pt x="28574" y="507749"/>
                  </a:lnTo>
                  <a:lnTo>
                    <a:pt x="28574" y="536324"/>
                  </a:lnTo>
                  <a:close/>
                </a:path>
                <a:path w="7590155" h="2438400">
                  <a:moveTo>
                    <a:pt x="28574" y="479174"/>
                  </a:moveTo>
                  <a:lnTo>
                    <a:pt x="0" y="479174"/>
                  </a:lnTo>
                  <a:lnTo>
                    <a:pt x="0" y="450599"/>
                  </a:lnTo>
                  <a:lnTo>
                    <a:pt x="28574" y="450599"/>
                  </a:lnTo>
                  <a:lnTo>
                    <a:pt x="28574" y="479174"/>
                  </a:lnTo>
                  <a:close/>
                </a:path>
                <a:path w="7590155" h="2438400">
                  <a:moveTo>
                    <a:pt x="28574" y="422024"/>
                  </a:moveTo>
                  <a:lnTo>
                    <a:pt x="0" y="422024"/>
                  </a:lnTo>
                  <a:lnTo>
                    <a:pt x="0" y="393449"/>
                  </a:lnTo>
                  <a:lnTo>
                    <a:pt x="28574" y="393449"/>
                  </a:lnTo>
                  <a:lnTo>
                    <a:pt x="28574" y="422024"/>
                  </a:lnTo>
                  <a:close/>
                </a:path>
                <a:path w="7590155" h="2438400">
                  <a:moveTo>
                    <a:pt x="28574" y="364874"/>
                  </a:moveTo>
                  <a:lnTo>
                    <a:pt x="0" y="364874"/>
                  </a:lnTo>
                  <a:lnTo>
                    <a:pt x="0" y="336299"/>
                  </a:lnTo>
                  <a:lnTo>
                    <a:pt x="28574" y="336299"/>
                  </a:lnTo>
                  <a:lnTo>
                    <a:pt x="28574" y="364874"/>
                  </a:lnTo>
                  <a:close/>
                </a:path>
                <a:path w="7590155" h="2438400">
                  <a:moveTo>
                    <a:pt x="28574" y="307724"/>
                  </a:moveTo>
                  <a:lnTo>
                    <a:pt x="0" y="307724"/>
                  </a:lnTo>
                  <a:lnTo>
                    <a:pt x="0" y="279149"/>
                  </a:lnTo>
                  <a:lnTo>
                    <a:pt x="28574" y="279149"/>
                  </a:lnTo>
                  <a:lnTo>
                    <a:pt x="28574" y="307724"/>
                  </a:lnTo>
                  <a:close/>
                </a:path>
                <a:path w="7590155" h="2438400">
                  <a:moveTo>
                    <a:pt x="28574" y="250574"/>
                  </a:moveTo>
                  <a:lnTo>
                    <a:pt x="0" y="250574"/>
                  </a:lnTo>
                  <a:lnTo>
                    <a:pt x="0" y="221999"/>
                  </a:lnTo>
                  <a:lnTo>
                    <a:pt x="28574" y="221999"/>
                  </a:lnTo>
                  <a:lnTo>
                    <a:pt x="28574" y="250574"/>
                  </a:lnTo>
                  <a:close/>
                </a:path>
                <a:path w="7590155" h="2438400">
                  <a:moveTo>
                    <a:pt x="28574" y="193424"/>
                  </a:moveTo>
                  <a:lnTo>
                    <a:pt x="0" y="193424"/>
                  </a:lnTo>
                  <a:lnTo>
                    <a:pt x="0" y="164849"/>
                  </a:lnTo>
                  <a:lnTo>
                    <a:pt x="28574" y="164849"/>
                  </a:lnTo>
                  <a:lnTo>
                    <a:pt x="28574" y="193424"/>
                  </a:lnTo>
                  <a:close/>
                </a:path>
                <a:path w="7590155" h="2438400">
                  <a:moveTo>
                    <a:pt x="30285" y="140627"/>
                  </a:moveTo>
                  <a:lnTo>
                    <a:pt x="2550" y="136141"/>
                  </a:lnTo>
                  <a:lnTo>
                    <a:pt x="3139" y="130182"/>
                  </a:lnTo>
                  <a:lnTo>
                    <a:pt x="9719" y="108531"/>
                  </a:lnTo>
                  <a:lnTo>
                    <a:pt x="36091" y="117783"/>
                  </a:lnTo>
                  <a:lnTo>
                    <a:pt x="33479" y="125227"/>
                  </a:lnTo>
                  <a:lnTo>
                    <a:pt x="31544" y="132842"/>
                  </a:lnTo>
                  <a:lnTo>
                    <a:pt x="30285" y="140627"/>
                  </a:lnTo>
                  <a:close/>
                </a:path>
                <a:path w="7590155" h="2438400">
                  <a:moveTo>
                    <a:pt x="75999" y="59945"/>
                  </a:moveTo>
                  <a:lnTo>
                    <a:pt x="58084" y="38684"/>
                  </a:lnTo>
                  <a:lnTo>
                    <a:pt x="72086" y="27204"/>
                  </a:lnTo>
                  <a:lnTo>
                    <a:pt x="81445" y="22207"/>
                  </a:lnTo>
                  <a:lnTo>
                    <a:pt x="95363" y="46372"/>
                  </a:lnTo>
                  <a:lnTo>
                    <a:pt x="88505" y="50321"/>
                  </a:lnTo>
                  <a:lnTo>
                    <a:pt x="82051" y="54846"/>
                  </a:lnTo>
                  <a:lnTo>
                    <a:pt x="75999" y="59945"/>
                  </a:lnTo>
                  <a:close/>
                </a:path>
                <a:path w="7590155" h="2438400">
                  <a:moveTo>
                    <a:pt x="45801" y="96363"/>
                  </a:moveTo>
                  <a:lnTo>
                    <a:pt x="21551" y="82674"/>
                  </a:lnTo>
                  <a:lnTo>
                    <a:pt x="27204" y="72086"/>
                  </a:lnTo>
                  <a:lnTo>
                    <a:pt x="37794" y="59170"/>
                  </a:lnTo>
                  <a:lnTo>
                    <a:pt x="59200" y="76891"/>
                  </a:lnTo>
                  <a:lnTo>
                    <a:pt x="54156" y="82984"/>
                  </a:lnTo>
                  <a:lnTo>
                    <a:pt x="49690" y="89474"/>
                  </a:lnTo>
                  <a:lnTo>
                    <a:pt x="45801" y="96363"/>
                  </a:lnTo>
                  <a:close/>
                </a:path>
                <a:path w="7590155" h="2438400">
                  <a:moveTo>
                    <a:pt x="116699" y="36476"/>
                  </a:moveTo>
                  <a:lnTo>
                    <a:pt x="107199" y="10123"/>
                  </a:lnTo>
                  <a:lnTo>
                    <a:pt x="130182" y="3139"/>
                  </a:lnTo>
                  <a:lnTo>
                    <a:pt x="134744" y="2688"/>
                  </a:lnTo>
                  <a:lnTo>
                    <a:pt x="139486" y="30474"/>
                  </a:lnTo>
                  <a:lnTo>
                    <a:pt x="131714" y="31801"/>
                  </a:lnTo>
                  <a:lnTo>
                    <a:pt x="124119" y="33801"/>
                  </a:lnTo>
                  <a:lnTo>
                    <a:pt x="116699" y="36476"/>
                  </a:lnTo>
                  <a:close/>
                </a:path>
                <a:path w="7590155" h="2438400">
                  <a:moveTo>
                    <a:pt x="190494" y="28574"/>
                  </a:moveTo>
                  <a:lnTo>
                    <a:pt x="161919" y="28574"/>
                  </a:lnTo>
                  <a:lnTo>
                    <a:pt x="161919" y="0"/>
                  </a:lnTo>
                  <a:lnTo>
                    <a:pt x="190494" y="0"/>
                  </a:lnTo>
                  <a:lnTo>
                    <a:pt x="190494" y="28574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2458258"/>
              <a:ext cx="66675" cy="6667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2839258"/>
              <a:ext cx="66675" cy="6667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3220258"/>
              <a:ext cx="66675" cy="6667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3601258"/>
              <a:ext cx="66675" cy="6667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3982258"/>
              <a:ext cx="66675" cy="66674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699467" y="1838624"/>
            <a:ext cx="7232015" cy="738822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Validating</a:t>
            </a:r>
            <a:r>
              <a:rPr dirty="0" sz="2400" spc="-70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the</a:t>
            </a:r>
            <a:r>
              <a:rPr dirty="0" sz="2400" spc="-65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Idea’s</a:t>
            </a:r>
            <a:r>
              <a:rPr dirty="0" sz="2400" spc="-70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BF"/>
                </a:solidFill>
                <a:latin typeface="Calibri"/>
                <a:cs typeface="Calibri"/>
              </a:rPr>
              <a:t>Potential</a:t>
            </a:r>
            <a:endParaRPr sz="2400">
              <a:latin typeface="Calibri"/>
              <a:cs typeface="Calibri"/>
            </a:endParaRPr>
          </a:p>
          <a:p>
            <a:pPr marL="443865">
              <a:lnSpc>
                <a:spcPct val="100000"/>
              </a:lnSpc>
              <a:spcBef>
                <a:spcPts val="295"/>
              </a:spcBef>
            </a:pPr>
            <a:r>
              <a:rPr dirty="0" sz="2000" b="1">
                <a:latin typeface="Calibri"/>
                <a:cs typeface="Calibri"/>
              </a:rPr>
              <a:t>Rising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climate-</a:t>
            </a:r>
            <a:r>
              <a:rPr dirty="0" sz="2000">
                <a:latin typeface="Calibri"/>
                <a:cs typeface="Calibri"/>
              </a:rPr>
              <a:t>driven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health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emergencies</a:t>
            </a:r>
            <a:endParaRPr sz="2000">
              <a:latin typeface="Calibri"/>
              <a:cs typeface="Calibri"/>
            </a:endParaRPr>
          </a:p>
          <a:p>
            <a:pPr marL="443865" marR="5080">
              <a:lnSpc>
                <a:spcPct val="125000"/>
              </a:lnSpc>
            </a:pPr>
            <a:r>
              <a:rPr dirty="0" sz="2000" b="1">
                <a:latin typeface="Calibri"/>
                <a:cs typeface="Calibri"/>
              </a:rPr>
              <a:t>Strong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correlation: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temperature/AQI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↑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hospital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admissions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↑ </a:t>
            </a:r>
            <a:r>
              <a:rPr dirty="0" sz="2000">
                <a:latin typeface="Calibri"/>
                <a:cs typeface="Calibri"/>
              </a:rPr>
              <a:t>Proven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AI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time-</a:t>
            </a:r>
            <a:r>
              <a:rPr dirty="0" sz="2000">
                <a:latin typeface="Calibri"/>
                <a:cs typeface="Calibri"/>
              </a:rPr>
              <a:t>series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risk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prediction</a:t>
            </a:r>
            <a:endParaRPr sz="2000">
              <a:latin typeface="Calibri"/>
              <a:cs typeface="Calibri"/>
            </a:endParaRPr>
          </a:p>
          <a:p>
            <a:pPr marL="443865">
              <a:lnSpc>
                <a:spcPct val="100000"/>
              </a:lnSpc>
              <a:spcBef>
                <a:spcPts val="600"/>
              </a:spcBef>
            </a:pPr>
            <a:r>
              <a:rPr dirty="0" sz="2000">
                <a:latin typeface="Calibri"/>
                <a:cs typeface="Calibri"/>
              </a:rPr>
              <a:t>Uses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publicly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available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climate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demographic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443865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latin typeface="Calibri"/>
                <a:cs typeface="Calibri"/>
              </a:rPr>
              <a:t>Scalable: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City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→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National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level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Challenges</a:t>
            </a:r>
            <a:r>
              <a:rPr dirty="0" sz="2400" spc="-60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&amp;</a:t>
            </a:r>
            <a:r>
              <a:rPr dirty="0" sz="2400" spc="-55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006FBF"/>
                </a:solidFill>
                <a:latin typeface="Calibri"/>
                <a:cs typeface="Calibri"/>
              </a:rPr>
              <a:t>Risks</a:t>
            </a:r>
            <a:endParaRPr sz="2400">
              <a:latin typeface="Calibri"/>
              <a:cs typeface="Calibri"/>
            </a:endParaRPr>
          </a:p>
          <a:p>
            <a:pPr marL="443865">
              <a:lnSpc>
                <a:spcPct val="100000"/>
              </a:lnSpc>
              <a:spcBef>
                <a:spcPts val="295"/>
              </a:spcBef>
            </a:pPr>
            <a:r>
              <a:rPr dirty="0" sz="2000" b="1">
                <a:latin typeface="Calibri"/>
                <a:cs typeface="Calibri"/>
              </a:rPr>
              <a:t>Incomplete</a:t>
            </a:r>
            <a:r>
              <a:rPr dirty="0" sz="2000" spc="-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hospital</a:t>
            </a:r>
            <a:r>
              <a:rPr dirty="0" sz="2000" spc="-9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datasets</a:t>
            </a:r>
            <a:endParaRPr sz="2000">
              <a:latin typeface="Calibri"/>
              <a:cs typeface="Calibri"/>
            </a:endParaRPr>
          </a:p>
          <a:p>
            <a:pPr marL="443865" marR="2807335">
              <a:lnSpc>
                <a:spcPct val="125000"/>
              </a:lnSpc>
            </a:pP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privacy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&amp;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concerns </a:t>
            </a:r>
            <a:r>
              <a:rPr dirty="0" sz="2000">
                <a:latin typeface="Calibri"/>
                <a:cs typeface="Calibri"/>
              </a:rPr>
              <a:t>Extreme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event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prediction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uncertainty </a:t>
            </a:r>
            <a:r>
              <a:rPr dirty="0" sz="2000" spc="-20" b="1">
                <a:latin typeface="Calibri"/>
                <a:cs typeface="Calibri"/>
              </a:rPr>
              <a:t>Real-</a:t>
            </a:r>
            <a:r>
              <a:rPr dirty="0" sz="2000" b="1">
                <a:latin typeface="Calibri"/>
                <a:cs typeface="Calibri"/>
              </a:rPr>
              <a:t>time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integration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complexity </a:t>
            </a:r>
            <a:r>
              <a:rPr dirty="0" sz="2000">
                <a:latin typeface="Calibri"/>
                <a:cs typeface="Calibri"/>
              </a:rPr>
              <a:t>Institutional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adoption</a:t>
            </a:r>
            <a:r>
              <a:rPr dirty="0" sz="2000" spc="-10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barriers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25"/>
              </a:spcBef>
            </a:pP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Strategic</a:t>
            </a:r>
            <a:r>
              <a:rPr dirty="0" sz="2400" spc="-100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BF"/>
                </a:solidFill>
                <a:latin typeface="Calibri"/>
                <a:cs typeface="Calibri"/>
              </a:rPr>
              <a:t>Solutions</a:t>
            </a:r>
            <a:endParaRPr sz="2400">
              <a:latin typeface="Calibri"/>
              <a:cs typeface="Calibri"/>
            </a:endParaRPr>
          </a:p>
          <a:p>
            <a:pPr marL="443865">
              <a:lnSpc>
                <a:spcPct val="100000"/>
              </a:lnSpc>
              <a:spcBef>
                <a:spcPts val="295"/>
              </a:spcBef>
            </a:pPr>
            <a:r>
              <a:rPr dirty="0" sz="2000" b="1">
                <a:latin typeface="Calibri"/>
                <a:cs typeface="Calibri"/>
              </a:rPr>
              <a:t>Robust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preprocessing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&amp;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anomaly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handling</a:t>
            </a:r>
            <a:endParaRPr sz="2000">
              <a:latin typeface="Calibri"/>
              <a:cs typeface="Calibri"/>
            </a:endParaRPr>
          </a:p>
          <a:p>
            <a:pPr marL="443865" marR="1730375">
              <a:lnSpc>
                <a:spcPct val="125000"/>
              </a:lnSpc>
            </a:pPr>
            <a:r>
              <a:rPr dirty="0" sz="2000" spc="-20" b="1">
                <a:latin typeface="Calibri"/>
                <a:cs typeface="Calibri"/>
              </a:rPr>
              <a:t>Privacy-</a:t>
            </a:r>
            <a:r>
              <a:rPr dirty="0" sz="2000" spc="-10" b="1">
                <a:latin typeface="Calibri"/>
                <a:cs typeface="Calibri"/>
              </a:rPr>
              <a:t>preserving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&amp;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anonymized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pipelines </a:t>
            </a:r>
            <a:r>
              <a:rPr dirty="0" sz="2000" spc="-20" b="1">
                <a:latin typeface="Calibri"/>
                <a:cs typeface="Calibri"/>
              </a:rPr>
              <a:t>Multi-</a:t>
            </a:r>
            <a:r>
              <a:rPr dirty="0" sz="2000" b="1">
                <a:latin typeface="Calibri"/>
                <a:cs typeface="Calibri"/>
              </a:rPr>
              <a:t>year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climate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extreme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training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datasets </a:t>
            </a:r>
            <a:r>
              <a:rPr dirty="0" sz="2000">
                <a:latin typeface="Calibri"/>
                <a:cs typeface="Calibri"/>
              </a:rPr>
              <a:t>Modular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API-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architecture</a:t>
            </a:r>
            <a:endParaRPr sz="2000">
              <a:latin typeface="Calibri"/>
              <a:cs typeface="Calibri"/>
            </a:endParaRPr>
          </a:p>
          <a:p>
            <a:pPr marL="443865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latin typeface="Calibri"/>
                <a:cs typeface="Calibri"/>
              </a:rPr>
              <a:t>Pilot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implementation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validate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impact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2537" y="506317"/>
            <a:ext cx="7722234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27600" algn="l"/>
                <a:tab pos="5613400" algn="l"/>
              </a:tabLst>
            </a:pPr>
            <a:r>
              <a:rPr dirty="0" spc="-10">
                <a:latin typeface="Arial"/>
                <a:cs typeface="Arial"/>
              </a:rPr>
              <a:t>CHALLENGES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50">
                <a:latin typeface="Arial"/>
                <a:cs typeface="Arial"/>
              </a:rPr>
              <a:t>&amp;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10">
                <a:latin typeface="Arial"/>
                <a:cs typeface="Arial"/>
              </a:rPr>
              <a:t>RISKS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575" y="122062"/>
            <a:ext cx="1643252" cy="154343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8975255" y="0"/>
            <a:ext cx="8918575" cy="9442450"/>
            <a:chOff x="8975255" y="0"/>
            <a:chExt cx="8918575" cy="944245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64118" y="0"/>
              <a:ext cx="2229338" cy="209086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73763" y="112829"/>
              <a:ext cx="1590290" cy="135701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96210" y="1844897"/>
              <a:ext cx="8365959" cy="757606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984780" y="1833467"/>
              <a:ext cx="8388985" cy="7599045"/>
            </a:xfrm>
            <a:custGeom>
              <a:avLst/>
              <a:gdLst/>
              <a:ahLst/>
              <a:cxnLst/>
              <a:rect l="l" t="t" r="r" b="b"/>
              <a:pathLst>
                <a:path w="8388985" h="7599045">
                  <a:moveTo>
                    <a:pt x="0" y="0"/>
                  </a:moveTo>
                  <a:lnTo>
                    <a:pt x="0" y="7598865"/>
                  </a:lnTo>
                  <a:lnTo>
                    <a:pt x="8388696" y="7598865"/>
                  </a:lnTo>
                  <a:lnTo>
                    <a:pt x="8388696" y="0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6BAA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533562" y="1833467"/>
            <a:ext cx="7590155" cy="2162175"/>
            <a:chOff x="533562" y="1833467"/>
            <a:chExt cx="7590155" cy="2162175"/>
          </a:xfrm>
        </p:grpSpPr>
        <p:sp>
          <p:nvSpPr>
            <p:cNvPr id="10" name="object 10" descr=""/>
            <p:cNvSpPr/>
            <p:nvPr/>
          </p:nvSpPr>
          <p:spPr>
            <a:xfrm>
              <a:off x="533562" y="1833467"/>
              <a:ext cx="7590155" cy="2162175"/>
            </a:xfrm>
            <a:custGeom>
              <a:avLst/>
              <a:gdLst/>
              <a:ahLst/>
              <a:cxnLst/>
              <a:rect l="l" t="t" r="r" b="b"/>
              <a:pathLst>
                <a:path w="7590155" h="2162175">
                  <a:moveTo>
                    <a:pt x="247642" y="28574"/>
                  </a:moveTo>
                  <a:lnTo>
                    <a:pt x="219067" y="28574"/>
                  </a:lnTo>
                  <a:lnTo>
                    <a:pt x="219067" y="0"/>
                  </a:lnTo>
                  <a:lnTo>
                    <a:pt x="247642" y="0"/>
                  </a:lnTo>
                  <a:lnTo>
                    <a:pt x="247642" y="28574"/>
                  </a:lnTo>
                  <a:close/>
                </a:path>
                <a:path w="7590155" h="2162175">
                  <a:moveTo>
                    <a:pt x="304792" y="28574"/>
                  </a:moveTo>
                  <a:lnTo>
                    <a:pt x="276217" y="28574"/>
                  </a:lnTo>
                  <a:lnTo>
                    <a:pt x="276217" y="0"/>
                  </a:lnTo>
                  <a:lnTo>
                    <a:pt x="304792" y="0"/>
                  </a:lnTo>
                  <a:lnTo>
                    <a:pt x="304792" y="28574"/>
                  </a:lnTo>
                  <a:close/>
                </a:path>
                <a:path w="7590155" h="2162175">
                  <a:moveTo>
                    <a:pt x="361942" y="28574"/>
                  </a:moveTo>
                  <a:lnTo>
                    <a:pt x="333367" y="28574"/>
                  </a:lnTo>
                  <a:lnTo>
                    <a:pt x="333367" y="0"/>
                  </a:lnTo>
                  <a:lnTo>
                    <a:pt x="361942" y="0"/>
                  </a:lnTo>
                  <a:lnTo>
                    <a:pt x="361942" y="28574"/>
                  </a:lnTo>
                  <a:close/>
                </a:path>
                <a:path w="7590155" h="2162175">
                  <a:moveTo>
                    <a:pt x="419092" y="28574"/>
                  </a:moveTo>
                  <a:lnTo>
                    <a:pt x="390517" y="28574"/>
                  </a:lnTo>
                  <a:lnTo>
                    <a:pt x="390517" y="0"/>
                  </a:lnTo>
                  <a:lnTo>
                    <a:pt x="419092" y="0"/>
                  </a:lnTo>
                  <a:lnTo>
                    <a:pt x="419092" y="28574"/>
                  </a:lnTo>
                  <a:close/>
                </a:path>
                <a:path w="7590155" h="2162175">
                  <a:moveTo>
                    <a:pt x="476242" y="28574"/>
                  </a:moveTo>
                  <a:lnTo>
                    <a:pt x="447667" y="28574"/>
                  </a:lnTo>
                  <a:lnTo>
                    <a:pt x="447667" y="0"/>
                  </a:lnTo>
                  <a:lnTo>
                    <a:pt x="476242" y="0"/>
                  </a:lnTo>
                  <a:lnTo>
                    <a:pt x="476242" y="28574"/>
                  </a:lnTo>
                  <a:close/>
                </a:path>
                <a:path w="7590155" h="2162175">
                  <a:moveTo>
                    <a:pt x="533392" y="28574"/>
                  </a:moveTo>
                  <a:lnTo>
                    <a:pt x="504817" y="28574"/>
                  </a:lnTo>
                  <a:lnTo>
                    <a:pt x="504817" y="0"/>
                  </a:lnTo>
                  <a:lnTo>
                    <a:pt x="533392" y="0"/>
                  </a:lnTo>
                  <a:lnTo>
                    <a:pt x="533392" y="28574"/>
                  </a:lnTo>
                  <a:close/>
                </a:path>
                <a:path w="7590155" h="2162175">
                  <a:moveTo>
                    <a:pt x="590542" y="28574"/>
                  </a:moveTo>
                  <a:lnTo>
                    <a:pt x="561967" y="28574"/>
                  </a:lnTo>
                  <a:lnTo>
                    <a:pt x="561967" y="0"/>
                  </a:lnTo>
                  <a:lnTo>
                    <a:pt x="590542" y="0"/>
                  </a:lnTo>
                  <a:lnTo>
                    <a:pt x="590542" y="28574"/>
                  </a:lnTo>
                  <a:close/>
                </a:path>
                <a:path w="7590155" h="2162175">
                  <a:moveTo>
                    <a:pt x="647692" y="28574"/>
                  </a:moveTo>
                  <a:lnTo>
                    <a:pt x="619117" y="28574"/>
                  </a:lnTo>
                  <a:lnTo>
                    <a:pt x="619117" y="0"/>
                  </a:lnTo>
                  <a:lnTo>
                    <a:pt x="647692" y="0"/>
                  </a:lnTo>
                  <a:lnTo>
                    <a:pt x="647692" y="28574"/>
                  </a:lnTo>
                  <a:close/>
                </a:path>
                <a:path w="7590155" h="2162175">
                  <a:moveTo>
                    <a:pt x="704842" y="28574"/>
                  </a:moveTo>
                  <a:lnTo>
                    <a:pt x="676267" y="28574"/>
                  </a:lnTo>
                  <a:lnTo>
                    <a:pt x="676267" y="0"/>
                  </a:lnTo>
                  <a:lnTo>
                    <a:pt x="704842" y="0"/>
                  </a:lnTo>
                  <a:lnTo>
                    <a:pt x="704842" y="28574"/>
                  </a:lnTo>
                  <a:close/>
                </a:path>
                <a:path w="7590155" h="2162175">
                  <a:moveTo>
                    <a:pt x="761992" y="28574"/>
                  </a:moveTo>
                  <a:lnTo>
                    <a:pt x="733417" y="28574"/>
                  </a:lnTo>
                  <a:lnTo>
                    <a:pt x="733417" y="0"/>
                  </a:lnTo>
                  <a:lnTo>
                    <a:pt x="761992" y="0"/>
                  </a:lnTo>
                  <a:lnTo>
                    <a:pt x="761992" y="28574"/>
                  </a:lnTo>
                  <a:close/>
                </a:path>
                <a:path w="7590155" h="2162175">
                  <a:moveTo>
                    <a:pt x="819142" y="28574"/>
                  </a:moveTo>
                  <a:lnTo>
                    <a:pt x="790567" y="28574"/>
                  </a:lnTo>
                  <a:lnTo>
                    <a:pt x="790567" y="0"/>
                  </a:lnTo>
                  <a:lnTo>
                    <a:pt x="819142" y="0"/>
                  </a:lnTo>
                  <a:lnTo>
                    <a:pt x="819142" y="28574"/>
                  </a:lnTo>
                  <a:close/>
                </a:path>
                <a:path w="7590155" h="2162175">
                  <a:moveTo>
                    <a:pt x="876292" y="28574"/>
                  </a:moveTo>
                  <a:lnTo>
                    <a:pt x="847717" y="28574"/>
                  </a:lnTo>
                  <a:lnTo>
                    <a:pt x="847717" y="0"/>
                  </a:lnTo>
                  <a:lnTo>
                    <a:pt x="876292" y="0"/>
                  </a:lnTo>
                  <a:lnTo>
                    <a:pt x="876292" y="28574"/>
                  </a:lnTo>
                  <a:close/>
                </a:path>
                <a:path w="7590155" h="2162175">
                  <a:moveTo>
                    <a:pt x="933442" y="28574"/>
                  </a:moveTo>
                  <a:lnTo>
                    <a:pt x="904867" y="28574"/>
                  </a:lnTo>
                  <a:lnTo>
                    <a:pt x="904867" y="0"/>
                  </a:lnTo>
                  <a:lnTo>
                    <a:pt x="933442" y="0"/>
                  </a:lnTo>
                  <a:lnTo>
                    <a:pt x="933442" y="28574"/>
                  </a:lnTo>
                  <a:close/>
                </a:path>
                <a:path w="7590155" h="2162175">
                  <a:moveTo>
                    <a:pt x="990592" y="28574"/>
                  </a:moveTo>
                  <a:lnTo>
                    <a:pt x="962017" y="28574"/>
                  </a:lnTo>
                  <a:lnTo>
                    <a:pt x="962017" y="0"/>
                  </a:lnTo>
                  <a:lnTo>
                    <a:pt x="990592" y="0"/>
                  </a:lnTo>
                  <a:lnTo>
                    <a:pt x="990592" y="28574"/>
                  </a:lnTo>
                  <a:close/>
                </a:path>
                <a:path w="7590155" h="2162175">
                  <a:moveTo>
                    <a:pt x="1047742" y="28574"/>
                  </a:moveTo>
                  <a:lnTo>
                    <a:pt x="1019167" y="28574"/>
                  </a:lnTo>
                  <a:lnTo>
                    <a:pt x="1019167" y="0"/>
                  </a:lnTo>
                  <a:lnTo>
                    <a:pt x="1047742" y="0"/>
                  </a:lnTo>
                  <a:lnTo>
                    <a:pt x="1047742" y="28574"/>
                  </a:lnTo>
                  <a:close/>
                </a:path>
                <a:path w="7590155" h="2162175">
                  <a:moveTo>
                    <a:pt x="1104892" y="28574"/>
                  </a:moveTo>
                  <a:lnTo>
                    <a:pt x="1076317" y="28574"/>
                  </a:lnTo>
                  <a:lnTo>
                    <a:pt x="1076317" y="0"/>
                  </a:lnTo>
                  <a:lnTo>
                    <a:pt x="1104892" y="0"/>
                  </a:lnTo>
                  <a:lnTo>
                    <a:pt x="1104892" y="28574"/>
                  </a:lnTo>
                  <a:close/>
                </a:path>
                <a:path w="7590155" h="2162175">
                  <a:moveTo>
                    <a:pt x="1162042" y="28574"/>
                  </a:moveTo>
                  <a:lnTo>
                    <a:pt x="1133467" y="28574"/>
                  </a:lnTo>
                  <a:lnTo>
                    <a:pt x="1133467" y="0"/>
                  </a:lnTo>
                  <a:lnTo>
                    <a:pt x="1162042" y="0"/>
                  </a:lnTo>
                  <a:lnTo>
                    <a:pt x="1162042" y="28574"/>
                  </a:lnTo>
                  <a:close/>
                </a:path>
                <a:path w="7590155" h="2162175">
                  <a:moveTo>
                    <a:pt x="1219192" y="28574"/>
                  </a:moveTo>
                  <a:lnTo>
                    <a:pt x="1190617" y="28574"/>
                  </a:lnTo>
                  <a:lnTo>
                    <a:pt x="1190617" y="0"/>
                  </a:lnTo>
                  <a:lnTo>
                    <a:pt x="1219192" y="0"/>
                  </a:lnTo>
                  <a:lnTo>
                    <a:pt x="1219192" y="28574"/>
                  </a:lnTo>
                  <a:close/>
                </a:path>
                <a:path w="7590155" h="2162175">
                  <a:moveTo>
                    <a:pt x="1276342" y="28574"/>
                  </a:moveTo>
                  <a:lnTo>
                    <a:pt x="1247767" y="28574"/>
                  </a:lnTo>
                  <a:lnTo>
                    <a:pt x="1247767" y="0"/>
                  </a:lnTo>
                  <a:lnTo>
                    <a:pt x="1276342" y="0"/>
                  </a:lnTo>
                  <a:lnTo>
                    <a:pt x="1276342" y="28574"/>
                  </a:lnTo>
                  <a:close/>
                </a:path>
                <a:path w="7590155" h="2162175">
                  <a:moveTo>
                    <a:pt x="1333492" y="28574"/>
                  </a:moveTo>
                  <a:lnTo>
                    <a:pt x="1304917" y="28574"/>
                  </a:lnTo>
                  <a:lnTo>
                    <a:pt x="1304917" y="0"/>
                  </a:lnTo>
                  <a:lnTo>
                    <a:pt x="1333492" y="0"/>
                  </a:lnTo>
                  <a:lnTo>
                    <a:pt x="1333492" y="28574"/>
                  </a:lnTo>
                  <a:close/>
                </a:path>
                <a:path w="7590155" h="2162175">
                  <a:moveTo>
                    <a:pt x="1390642" y="28574"/>
                  </a:moveTo>
                  <a:lnTo>
                    <a:pt x="1362067" y="28574"/>
                  </a:lnTo>
                  <a:lnTo>
                    <a:pt x="1362067" y="0"/>
                  </a:lnTo>
                  <a:lnTo>
                    <a:pt x="1390642" y="0"/>
                  </a:lnTo>
                  <a:lnTo>
                    <a:pt x="1390642" y="28574"/>
                  </a:lnTo>
                  <a:close/>
                </a:path>
                <a:path w="7590155" h="2162175">
                  <a:moveTo>
                    <a:pt x="1447792" y="28574"/>
                  </a:moveTo>
                  <a:lnTo>
                    <a:pt x="1419217" y="28574"/>
                  </a:lnTo>
                  <a:lnTo>
                    <a:pt x="1419217" y="0"/>
                  </a:lnTo>
                  <a:lnTo>
                    <a:pt x="1447792" y="0"/>
                  </a:lnTo>
                  <a:lnTo>
                    <a:pt x="1447792" y="28574"/>
                  </a:lnTo>
                  <a:close/>
                </a:path>
                <a:path w="7590155" h="2162175">
                  <a:moveTo>
                    <a:pt x="1504942" y="28574"/>
                  </a:moveTo>
                  <a:lnTo>
                    <a:pt x="1476367" y="28574"/>
                  </a:lnTo>
                  <a:lnTo>
                    <a:pt x="1476367" y="0"/>
                  </a:lnTo>
                  <a:lnTo>
                    <a:pt x="1504942" y="0"/>
                  </a:lnTo>
                  <a:lnTo>
                    <a:pt x="1504942" y="28574"/>
                  </a:lnTo>
                  <a:close/>
                </a:path>
                <a:path w="7590155" h="2162175">
                  <a:moveTo>
                    <a:pt x="1562092" y="28574"/>
                  </a:moveTo>
                  <a:lnTo>
                    <a:pt x="1533517" y="28574"/>
                  </a:lnTo>
                  <a:lnTo>
                    <a:pt x="1533517" y="0"/>
                  </a:lnTo>
                  <a:lnTo>
                    <a:pt x="1562092" y="0"/>
                  </a:lnTo>
                  <a:lnTo>
                    <a:pt x="1562092" y="28574"/>
                  </a:lnTo>
                  <a:close/>
                </a:path>
                <a:path w="7590155" h="2162175">
                  <a:moveTo>
                    <a:pt x="1619242" y="28574"/>
                  </a:moveTo>
                  <a:lnTo>
                    <a:pt x="1590667" y="28574"/>
                  </a:lnTo>
                  <a:lnTo>
                    <a:pt x="1590667" y="0"/>
                  </a:lnTo>
                  <a:lnTo>
                    <a:pt x="1619242" y="0"/>
                  </a:lnTo>
                  <a:lnTo>
                    <a:pt x="1619242" y="28574"/>
                  </a:lnTo>
                  <a:close/>
                </a:path>
                <a:path w="7590155" h="2162175">
                  <a:moveTo>
                    <a:pt x="1676392" y="28574"/>
                  </a:moveTo>
                  <a:lnTo>
                    <a:pt x="1647817" y="28574"/>
                  </a:lnTo>
                  <a:lnTo>
                    <a:pt x="1647817" y="0"/>
                  </a:lnTo>
                  <a:lnTo>
                    <a:pt x="1676392" y="0"/>
                  </a:lnTo>
                  <a:lnTo>
                    <a:pt x="1676392" y="28574"/>
                  </a:lnTo>
                  <a:close/>
                </a:path>
                <a:path w="7590155" h="2162175">
                  <a:moveTo>
                    <a:pt x="1733542" y="28574"/>
                  </a:moveTo>
                  <a:lnTo>
                    <a:pt x="1704967" y="28574"/>
                  </a:lnTo>
                  <a:lnTo>
                    <a:pt x="1704967" y="0"/>
                  </a:lnTo>
                  <a:lnTo>
                    <a:pt x="1733542" y="0"/>
                  </a:lnTo>
                  <a:lnTo>
                    <a:pt x="1733542" y="28574"/>
                  </a:lnTo>
                  <a:close/>
                </a:path>
                <a:path w="7590155" h="2162175">
                  <a:moveTo>
                    <a:pt x="1790692" y="28574"/>
                  </a:moveTo>
                  <a:lnTo>
                    <a:pt x="1762117" y="28574"/>
                  </a:lnTo>
                  <a:lnTo>
                    <a:pt x="1762117" y="0"/>
                  </a:lnTo>
                  <a:lnTo>
                    <a:pt x="1790692" y="0"/>
                  </a:lnTo>
                  <a:lnTo>
                    <a:pt x="1790692" y="28574"/>
                  </a:lnTo>
                  <a:close/>
                </a:path>
                <a:path w="7590155" h="2162175">
                  <a:moveTo>
                    <a:pt x="1847842" y="28574"/>
                  </a:moveTo>
                  <a:lnTo>
                    <a:pt x="1819267" y="28574"/>
                  </a:lnTo>
                  <a:lnTo>
                    <a:pt x="1819267" y="0"/>
                  </a:lnTo>
                  <a:lnTo>
                    <a:pt x="1847842" y="0"/>
                  </a:lnTo>
                  <a:lnTo>
                    <a:pt x="1847842" y="28574"/>
                  </a:lnTo>
                  <a:close/>
                </a:path>
                <a:path w="7590155" h="2162175">
                  <a:moveTo>
                    <a:pt x="1904992" y="28574"/>
                  </a:moveTo>
                  <a:lnTo>
                    <a:pt x="1876417" y="28574"/>
                  </a:lnTo>
                  <a:lnTo>
                    <a:pt x="1876417" y="0"/>
                  </a:lnTo>
                  <a:lnTo>
                    <a:pt x="1904992" y="0"/>
                  </a:lnTo>
                  <a:lnTo>
                    <a:pt x="1904992" y="28574"/>
                  </a:lnTo>
                  <a:close/>
                </a:path>
                <a:path w="7590155" h="2162175">
                  <a:moveTo>
                    <a:pt x="1962142" y="28574"/>
                  </a:moveTo>
                  <a:lnTo>
                    <a:pt x="1933567" y="28574"/>
                  </a:lnTo>
                  <a:lnTo>
                    <a:pt x="1933567" y="0"/>
                  </a:lnTo>
                  <a:lnTo>
                    <a:pt x="1962142" y="0"/>
                  </a:lnTo>
                  <a:lnTo>
                    <a:pt x="1962142" y="28574"/>
                  </a:lnTo>
                  <a:close/>
                </a:path>
                <a:path w="7590155" h="2162175">
                  <a:moveTo>
                    <a:pt x="2019292" y="28574"/>
                  </a:moveTo>
                  <a:lnTo>
                    <a:pt x="1990717" y="28574"/>
                  </a:lnTo>
                  <a:lnTo>
                    <a:pt x="1990717" y="0"/>
                  </a:lnTo>
                  <a:lnTo>
                    <a:pt x="2019292" y="0"/>
                  </a:lnTo>
                  <a:lnTo>
                    <a:pt x="2019292" y="28574"/>
                  </a:lnTo>
                  <a:close/>
                </a:path>
                <a:path w="7590155" h="2162175">
                  <a:moveTo>
                    <a:pt x="2076442" y="28574"/>
                  </a:moveTo>
                  <a:lnTo>
                    <a:pt x="2047867" y="28574"/>
                  </a:lnTo>
                  <a:lnTo>
                    <a:pt x="2047867" y="0"/>
                  </a:lnTo>
                  <a:lnTo>
                    <a:pt x="2076442" y="0"/>
                  </a:lnTo>
                  <a:lnTo>
                    <a:pt x="2076442" y="28574"/>
                  </a:lnTo>
                  <a:close/>
                </a:path>
                <a:path w="7590155" h="2162175">
                  <a:moveTo>
                    <a:pt x="2133592" y="28574"/>
                  </a:moveTo>
                  <a:lnTo>
                    <a:pt x="2105016" y="28574"/>
                  </a:lnTo>
                  <a:lnTo>
                    <a:pt x="2105016" y="0"/>
                  </a:lnTo>
                  <a:lnTo>
                    <a:pt x="2133592" y="0"/>
                  </a:lnTo>
                  <a:lnTo>
                    <a:pt x="2133592" y="28574"/>
                  </a:lnTo>
                  <a:close/>
                </a:path>
                <a:path w="7590155" h="2162175">
                  <a:moveTo>
                    <a:pt x="2190742" y="28574"/>
                  </a:moveTo>
                  <a:lnTo>
                    <a:pt x="2162166" y="28574"/>
                  </a:lnTo>
                  <a:lnTo>
                    <a:pt x="2162166" y="0"/>
                  </a:lnTo>
                  <a:lnTo>
                    <a:pt x="2190742" y="0"/>
                  </a:lnTo>
                  <a:lnTo>
                    <a:pt x="2190742" y="28574"/>
                  </a:lnTo>
                  <a:close/>
                </a:path>
                <a:path w="7590155" h="2162175">
                  <a:moveTo>
                    <a:pt x="2247892" y="28574"/>
                  </a:moveTo>
                  <a:lnTo>
                    <a:pt x="2219317" y="28574"/>
                  </a:lnTo>
                  <a:lnTo>
                    <a:pt x="2219317" y="0"/>
                  </a:lnTo>
                  <a:lnTo>
                    <a:pt x="2247892" y="0"/>
                  </a:lnTo>
                  <a:lnTo>
                    <a:pt x="2247892" y="28574"/>
                  </a:lnTo>
                  <a:close/>
                </a:path>
                <a:path w="7590155" h="2162175">
                  <a:moveTo>
                    <a:pt x="2305042" y="28574"/>
                  </a:moveTo>
                  <a:lnTo>
                    <a:pt x="2276467" y="28574"/>
                  </a:lnTo>
                  <a:lnTo>
                    <a:pt x="2276467" y="0"/>
                  </a:lnTo>
                  <a:lnTo>
                    <a:pt x="2305042" y="0"/>
                  </a:lnTo>
                  <a:lnTo>
                    <a:pt x="2305042" y="28574"/>
                  </a:lnTo>
                  <a:close/>
                </a:path>
                <a:path w="7590155" h="2162175">
                  <a:moveTo>
                    <a:pt x="2362192" y="28574"/>
                  </a:moveTo>
                  <a:lnTo>
                    <a:pt x="2333617" y="28574"/>
                  </a:lnTo>
                  <a:lnTo>
                    <a:pt x="2333617" y="0"/>
                  </a:lnTo>
                  <a:lnTo>
                    <a:pt x="2362192" y="0"/>
                  </a:lnTo>
                  <a:lnTo>
                    <a:pt x="2362192" y="28574"/>
                  </a:lnTo>
                  <a:close/>
                </a:path>
                <a:path w="7590155" h="2162175">
                  <a:moveTo>
                    <a:pt x="2419342" y="28574"/>
                  </a:moveTo>
                  <a:lnTo>
                    <a:pt x="2390767" y="28574"/>
                  </a:lnTo>
                  <a:lnTo>
                    <a:pt x="2390767" y="0"/>
                  </a:lnTo>
                  <a:lnTo>
                    <a:pt x="2419342" y="0"/>
                  </a:lnTo>
                  <a:lnTo>
                    <a:pt x="2419342" y="28574"/>
                  </a:lnTo>
                  <a:close/>
                </a:path>
                <a:path w="7590155" h="2162175">
                  <a:moveTo>
                    <a:pt x="2476491" y="28574"/>
                  </a:moveTo>
                  <a:lnTo>
                    <a:pt x="2447916" y="28574"/>
                  </a:lnTo>
                  <a:lnTo>
                    <a:pt x="2447916" y="0"/>
                  </a:lnTo>
                  <a:lnTo>
                    <a:pt x="2476491" y="0"/>
                  </a:lnTo>
                  <a:lnTo>
                    <a:pt x="2476491" y="28574"/>
                  </a:lnTo>
                  <a:close/>
                </a:path>
                <a:path w="7590155" h="2162175">
                  <a:moveTo>
                    <a:pt x="2533641" y="28574"/>
                  </a:moveTo>
                  <a:lnTo>
                    <a:pt x="2505066" y="28574"/>
                  </a:lnTo>
                  <a:lnTo>
                    <a:pt x="2505066" y="0"/>
                  </a:lnTo>
                  <a:lnTo>
                    <a:pt x="2533641" y="0"/>
                  </a:lnTo>
                  <a:lnTo>
                    <a:pt x="2533641" y="28574"/>
                  </a:lnTo>
                  <a:close/>
                </a:path>
                <a:path w="7590155" h="2162175">
                  <a:moveTo>
                    <a:pt x="2590791" y="28574"/>
                  </a:moveTo>
                  <a:lnTo>
                    <a:pt x="2562216" y="28574"/>
                  </a:lnTo>
                  <a:lnTo>
                    <a:pt x="2562216" y="0"/>
                  </a:lnTo>
                  <a:lnTo>
                    <a:pt x="2590791" y="0"/>
                  </a:lnTo>
                  <a:lnTo>
                    <a:pt x="2590791" y="28574"/>
                  </a:lnTo>
                  <a:close/>
                </a:path>
                <a:path w="7590155" h="2162175">
                  <a:moveTo>
                    <a:pt x="2647941" y="28574"/>
                  </a:moveTo>
                  <a:lnTo>
                    <a:pt x="2619366" y="28574"/>
                  </a:lnTo>
                  <a:lnTo>
                    <a:pt x="2619366" y="0"/>
                  </a:lnTo>
                  <a:lnTo>
                    <a:pt x="2647941" y="0"/>
                  </a:lnTo>
                  <a:lnTo>
                    <a:pt x="2647941" y="28574"/>
                  </a:lnTo>
                  <a:close/>
                </a:path>
                <a:path w="7590155" h="2162175">
                  <a:moveTo>
                    <a:pt x="2705091" y="28574"/>
                  </a:moveTo>
                  <a:lnTo>
                    <a:pt x="2676516" y="28574"/>
                  </a:lnTo>
                  <a:lnTo>
                    <a:pt x="2676516" y="0"/>
                  </a:lnTo>
                  <a:lnTo>
                    <a:pt x="2705091" y="0"/>
                  </a:lnTo>
                  <a:lnTo>
                    <a:pt x="2705091" y="28574"/>
                  </a:lnTo>
                  <a:close/>
                </a:path>
                <a:path w="7590155" h="2162175">
                  <a:moveTo>
                    <a:pt x="2762241" y="28574"/>
                  </a:moveTo>
                  <a:lnTo>
                    <a:pt x="2733666" y="28574"/>
                  </a:lnTo>
                  <a:lnTo>
                    <a:pt x="2733666" y="0"/>
                  </a:lnTo>
                  <a:lnTo>
                    <a:pt x="2762241" y="0"/>
                  </a:lnTo>
                  <a:lnTo>
                    <a:pt x="2762241" y="28574"/>
                  </a:lnTo>
                  <a:close/>
                </a:path>
                <a:path w="7590155" h="2162175">
                  <a:moveTo>
                    <a:pt x="2819391" y="28574"/>
                  </a:moveTo>
                  <a:lnTo>
                    <a:pt x="2790816" y="28574"/>
                  </a:lnTo>
                  <a:lnTo>
                    <a:pt x="2790816" y="0"/>
                  </a:lnTo>
                  <a:lnTo>
                    <a:pt x="2819391" y="0"/>
                  </a:lnTo>
                  <a:lnTo>
                    <a:pt x="2819391" y="28574"/>
                  </a:lnTo>
                  <a:close/>
                </a:path>
                <a:path w="7590155" h="2162175">
                  <a:moveTo>
                    <a:pt x="2876541" y="28574"/>
                  </a:moveTo>
                  <a:lnTo>
                    <a:pt x="2847966" y="28574"/>
                  </a:lnTo>
                  <a:lnTo>
                    <a:pt x="2847966" y="0"/>
                  </a:lnTo>
                  <a:lnTo>
                    <a:pt x="2876541" y="0"/>
                  </a:lnTo>
                  <a:lnTo>
                    <a:pt x="2876541" y="28574"/>
                  </a:lnTo>
                  <a:close/>
                </a:path>
                <a:path w="7590155" h="2162175">
                  <a:moveTo>
                    <a:pt x="2933691" y="28574"/>
                  </a:moveTo>
                  <a:lnTo>
                    <a:pt x="2905116" y="28574"/>
                  </a:lnTo>
                  <a:lnTo>
                    <a:pt x="2905116" y="0"/>
                  </a:lnTo>
                  <a:lnTo>
                    <a:pt x="2933691" y="0"/>
                  </a:lnTo>
                  <a:lnTo>
                    <a:pt x="2933691" y="28574"/>
                  </a:lnTo>
                  <a:close/>
                </a:path>
                <a:path w="7590155" h="2162175">
                  <a:moveTo>
                    <a:pt x="2990841" y="28574"/>
                  </a:moveTo>
                  <a:lnTo>
                    <a:pt x="2962266" y="28574"/>
                  </a:lnTo>
                  <a:lnTo>
                    <a:pt x="2962266" y="0"/>
                  </a:lnTo>
                  <a:lnTo>
                    <a:pt x="2990841" y="0"/>
                  </a:lnTo>
                  <a:lnTo>
                    <a:pt x="2990841" y="28574"/>
                  </a:lnTo>
                  <a:close/>
                </a:path>
                <a:path w="7590155" h="2162175">
                  <a:moveTo>
                    <a:pt x="3047991" y="28574"/>
                  </a:moveTo>
                  <a:lnTo>
                    <a:pt x="3019416" y="28574"/>
                  </a:lnTo>
                  <a:lnTo>
                    <a:pt x="3019416" y="0"/>
                  </a:lnTo>
                  <a:lnTo>
                    <a:pt x="3047991" y="0"/>
                  </a:lnTo>
                  <a:lnTo>
                    <a:pt x="3047991" y="28574"/>
                  </a:lnTo>
                  <a:close/>
                </a:path>
                <a:path w="7590155" h="2162175">
                  <a:moveTo>
                    <a:pt x="3105141" y="28574"/>
                  </a:moveTo>
                  <a:lnTo>
                    <a:pt x="3076566" y="28574"/>
                  </a:lnTo>
                  <a:lnTo>
                    <a:pt x="3076566" y="0"/>
                  </a:lnTo>
                  <a:lnTo>
                    <a:pt x="3105141" y="0"/>
                  </a:lnTo>
                  <a:lnTo>
                    <a:pt x="3105141" y="28574"/>
                  </a:lnTo>
                  <a:close/>
                </a:path>
                <a:path w="7590155" h="2162175">
                  <a:moveTo>
                    <a:pt x="3162291" y="28574"/>
                  </a:moveTo>
                  <a:lnTo>
                    <a:pt x="3133716" y="28574"/>
                  </a:lnTo>
                  <a:lnTo>
                    <a:pt x="3133716" y="0"/>
                  </a:lnTo>
                  <a:lnTo>
                    <a:pt x="3162291" y="0"/>
                  </a:lnTo>
                  <a:lnTo>
                    <a:pt x="3162291" y="28574"/>
                  </a:lnTo>
                  <a:close/>
                </a:path>
                <a:path w="7590155" h="2162175">
                  <a:moveTo>
                    <a:pt x="3219441" y="28574"/>
                  </a:moveTo>
                  <a:lnTo>
                    <a:pt x="3190866" y="28574"/>
                  </a:lnTo>
                  <a:lnTo>
                    <a:pt x="3190866" y="0"/>
                  </a:lnTo>
                  <a:lnTo>
                    <a:pt x="3219441" y="0"/>
                  </a:lnTo>
                  <a:lnTo>
                    <a:pt x="3219441" y="28574"/>
                  </a:lnTo>
                  <a:close/>
                </a:path>
                <a:path w="7590155" h="2162175">
                  <a:moveTo>
                    <a:pt x="3276591" y="28574"/>
                  </a:moveTo>
                  <a:lnTo>
                    <a:pt x="3248016" y="28574"/>
                  </a:lnTo>
                  <a:lnTo>
                    <a:pt x="3248016" y="0"/>
                  </a:lnTo>
                  <a:lnTo>
                    <a:pt x="3276591" y="0"/>
                  </a:lnTo>
                  <a:lnTo>
                    <a:pt x="3276591" y="28574"/>
                  </a:lnTo>
                  <a:close/>
                </a:path>
                <a:path w="7590155" h="2162175">
                  <a:moveTo>
                    <a:pt x="3333741" y="28574"/>
                  </a:moveTo>
                  <a:lnTo>
                    <a:pt x="3305166" y="28574"/>
                  </a:lnTo>
                  <a:lnTo>
                    <a:pt x="3305166" y="0"/>
                  </a:lnTo>
                  <a:lnTo>
                    <a:pt x="3333741" y="0"/>
                  </a:lnTo>
                  <a:lnTo>
                    <a:pt x="3333741" y="28574"/>
                  </a:lnTo>
                  <a:close/>
                </a:path>
                <a:path w="7590155" h="2162175">
                  <a:moveTo>
                    <a:pt x="3390891" y="28574"/>
                  </a:moveTo>
                  <a:lnTo>
                    <a:pt x="3362316" y="28574"/>
                  </a:lnTo>
                  <a:lnTo>
                    <a:pt x="3362316" y="0"/>
                  </a:lnTo>
                  <a:lnTo>
                    <a:pt x="3390891" y="0"/>
                  </a:lnTo>
                  <a:lnTo>
                    <a:pt x="3390891" y="28574"/>
                  </a:lnTo>
                  <a:close/>
                </a:path>
                <a:path w="7590155" h="2162175">
                  <a:moveTo>
                    <a:pt x="3448041" y="28574"/>
                  </a:moveTo>
                  <a:lnTo>
                    <a:pt x="3419466" y="28574"/>
                  </a:lnTo>
                  <a:lnTo>
                    <a:pt x="3419466" y="0"/>
                  </a:lnTo>
                  <a:lnTo>
                    <a:pt x="3448041" y="0"/>
                  </a:lnTo>
                  <a:lnTo>
                    <a:pt x="3448041" y="28574"/>
                  </a:lnTo>
                  <a:close/>
                </a:path>
                <a:path w="7590155" h="2162175">
                  <a:moveTo>
                    <a:pt x="3505191" y="28574"/>
                  </a:moveTo>
                  <a:lnTo>
                    <a:pt x="3476616" y="28574"/>
                  </a:lnTo>
                  <a:lnTo>
                    <a:pt x="3476616" y="0"/>
                  </a:lnTo>
                  <a:lnTo>
                    <a:pt x="3505191" y="0"/>
                  </a:lnTo>
                  <a:lnTo>
                    <a:pt x="3505191" y="28574"/>
                  </a:lnTo>
                  <a:close/>
                </a:path>
                <a:path w="7590155" h="2162175">
                  <a:moveTo>
                    <a:pt x="3562341" y="28574"/>
                  </a:moveTo>
                  <a:lnTo>
                    <a:pt x="3533766" y="28574"/>
                  </a:lnTo>
                  <a:lnTo>
                    <a:pt x="3533766" y="0"/>
                  </a:lnTo>
                  <a:lnTo>
                    <a:pt x="3562341" y="0"/>
                  </a:lnTo>
                  <a:lnTo>
                    <a:pt x="3562341" y="28574"/>
                  </a:lnTo>
                  <a:close/>
                </a:path>
                <a:path w="7590155" h="2162175">
                  <a:moveTo>
                    <a:pt x="3619491" y="28574"/>
                  </a:moveTo>
                  <a:lnTo>
                    <a:pt x="3590916" y="28574"/>
                  </a:lnTo>
                  <a:lnTo>
                    <a:pt x="3590916" y="0"/>
                  </a:lnTo>
                  <a:lnTo>
                    <a:pt x="3619491" y="0"/>
                  </a:lnTo>
                  <a:lnTo>
                    <a:pt x="3619491" y="28574"/>
                  </a:lnTo>
                  <a:close/>
                </a:path>
                <a:path w="7590155" h="2162175">
                  <a:moveTo>
                    <a:pt x="3676641" y="28574"/>
                  </a:moveTo>
                  <a:lnTo>
                    <a:pt x="3648066" y="28574"/>
                  </a:lnTo>
                  <a:lnTo>
                    <a:pt x="3648066" y="0"/>
                  </a:lnTo>
                  <a:lnTo>
                    <a:pt x="3676641" y="0"/>
                  </a:lnTo>
                  <a:lnTo>
                    <a:pt x="3676641" y="28574"/>
                  </a:lnTo>
                  <a:close/>
                </a:path>
                <a:path w="7590155" h="2162175">
                  <a:moveTo>
                    <a:pt x="3733791" y="28574"/>
                  </a:moveTo>
                  <a:lnTo>
                    <a:pt x="3705216" y="28574"/>
                  </a:lnTo>
                  <a:lnTo>
                    <a:pt x="3705216" y="0"/>
                  </a:lnTo>
                  <a:lnTo>
                    <a:pt x="3733791" y="0"/>
                  </a:lnTo>
                  <a:lnTo>
                    <a:pt x="3733791" y="28574"/>
                  </a:lnTo>
                  <a:close/>
                </a:path>
                <a:path w="7590155" h="2162175">
                  <a:moveTo>
                    <a:pt x="3790941" y="28574"/>
                  </a:moveTo>
                  <a:lnTo>
                    <a:pt x="3762366" y="28574"/>
                  </a:lnTo>
                  <a:lnTo>
                    <a:pt x="3762366" y="0"/>
                  </a:lnTo>
                  <a:lnTo>
                    <a:pt x="3790941" y="0"/>
                  </a:lnTo>
                  <a:lnTo>
                    <a:pt x="3790941" y="28574"/>
                  </a:lnTo>
                  <a:close/>
                </a:path>
                <a:path w="7590155" h="2162175">
                  <a:moveTo>
                    <a:pt x="3848091" y="28574"/>
                  </a:moveTo>
                  <a:lnTo>
                    <a:pt x="3819517" y="28574"/>
                  </a:lnTo>
                  <a:lnTo>
                    <a:pt x="3819517" y="0"/>
                  </a:lnTo>
                  <a:lnTo>
                    <a:pt x="3848091" y="0"/>
                  </a:lnTo>
                  <a:lnTo>
                    <a:pt x="3848091" y="28574"/>
                  </a:lnTo>
                  <a:close/>
                </a:path>
                <a:path w="7590155" h="2162175">
                  <a:moveTo>
                    <a:pt x="3905241" y="28574"/>
                  </a:moveTo>
                  <a:lnTo>
                    <a:pt x="3876666" y="28574"/>
                  </a:lnTo>
                  <a:lnTo>
                    <a:pt x="3876666" y="0"/>
                  </a:lnTo>
                  <a:lnTo>
                    <a:pt x="3905241" y="0"/>
                  </a:lnTo>
                  <a:lnTo>
                    <a:pt x="3905241" y="28574"/>
                  </a:lnTo>
                  <a:close/>
                </a:path>
                <a:path w="7590155" h="2162175">
                  <a:moveTo>
                    <a:pt x="3962391" y="28574"/>
                  </a:moveTo>
                  <a:lnTo>
                    <a:pt x="3933817" y="28574"/>
                  </a:lnTo>
                  <a:lnTo>
                    <a:pt x="3933817" y="0"/>
                  </a:lnTo>
                  <a:lnTo>
                    <a:pt x="3962391" y="0"/>
                  </a:lnTo>
                  <a:lnTo>
                    <a:pt x="3962391" y="28574"/>
                  </a:lnTo>
                  <a:close/>
                </a:path>
                <a:path w="7590155" h="2162175">
                  <a:moveTo>
                    <a:pt x="4019541" y="28574"/>
                  </a:moveTo>
                  <a:lnTo>
                    <a:pt x="3990966" y="28574"/>
                  </a:lnTo>
                  <a:lnTo>
                    <a:pt x="3990966" y="0"/>
                  </a:lnTo>
                  <a:lnTo>
                    <a:pt x="4019541" y="0"/>
                  </a:lnTo>
                  <a:lnTo>
                    <a:pt x="4019541" y="28574"/>
                  </a:lnTo>
                  <a:close/>
                </a:path>
                <a:path w="7590155" h="2162175">
                  <a:moveTo>
                    <a:pt x="4076691" y="28574"/>
                  </a:moveTo>
                  <a:lnTo>
                    <a:pt x="4048116" y="28574"/>
                  </a:lnTo>
                  <a:lnTo>
                    <a:pt x="4048116" y="0"/>
                  </a:lnTo>
                  <a:lnTo>
                    <a:pt x="4076691" y="0"/>
                  </a:lnTo>
                  <a:lnTo>
                    <a:pt x="4076691" y="28574"/>
                  </a:lnTo>
                  <a:close/>
                </a:path>
                <a:path w="7590155" h="2162175">
                  <a:moveTo>
                    <a:pt x="4133842" y="28574"/>
                  </a:moveTo>
                  <a:lnTo>
                    <a:pt x="4105266" y="28574"/>
                  </a:lnTo>
                  <a:lnTo>
                    <a:pt x="4105266" y="0"/>
                  </a:lnTo>
                  <a:lnTo>
                    <a:pt x="4133842" y="0"/>
                  </a:lnTo>
                  <a:lnTo>
                    <a:pt x="4133842" y="28574"/>
                  </a:lnTo>
                  <a:close/>
                </a:path>
                <a:path w="7590155" h="2162175">
                  <a:moveTo>
                    <a:pt x="4190991" y="28574"/>
                  </a:moveTo>
                  <a:lnTo>
                    <a:pt x="4162416" y="28574"/>
                  </a:lnTo>
                  <a:lnTo>
                    <a:pt x="4162416" y="0"/>
                  </a:lnTo>
                  <a:lnTo>
                    <a:pt x="4190991" y="0"/>
                  </a:lnTo>
                  <a:lnTo>
                    <a:pt x="4190991" y="28574"/>
                  </a:lnTo>
                  <a:close/>
                </a:path>
                <a:path w="7590155" h="2162175">
                  <a:moveTo>
                    <a:pt x="4248142" y="28574"/>
                  </a:moveTo>
                  <a:lnTo>
                    <a:pt x="4219566" y="28574"/>
                  </a:lnTo>
                  <a:lnTo>
                    <a:pt x="4219566" y="0"/>
                  </a:lnTo>
                  <a:lnTo>
                    <a:pt x="4248142" y="0"/>
                  </a:lnTo>
                  <a:lnTo>
                    <a:pt x="4248142" y="28574"/>
                  </a:lnTo>
                  <a:close/>
                </a:path>
                <a:path w="7590155" h="2162175">
                  <a:moveTo>
                    <a:pt x="4305291" y="28574"/>
                  </a:moveTo>
                  <a:lnTo>
                    <a:pt x="4276716" y="28574"/>
                  </a:lnTo>
                  <a:lnTo>
                    <a:pt x="4276716" y="0"/>
                  </a:lnTo>
                  <a:lnTo>
                    <a:pt x="4305291" y="0"/>
                  </a:lnTo>
                  <a:lnTo>
                    <a:pt x="4305291" y="28574"/>
                  </a:lnTo>
                  <a:close/>
                </a:path>
                <a:path w="7590155" h="2162175">
                  <a:moveTo>
                    <a:pt x="4362441" y="28574"/>
                  </a:moveTo>
                  <a:lnTo>
                    <a:pt x="4333866" y="28574"/>
                  </a:lnTo>
                  <a:lnTo>
                    <a:pt x="4333866" y="0"/>
                  </a:lnTo>
                  <a:lnTo>
                    <a:pt x="4362441" y="0"/>
                  </a:lnTo>
                  <a:lnTo>
                    <a:pt x="4362441" y="28574"/>
                  </a:lnTo>
                  <a:close/>
                </a:path>
                <a:path w="7590155" h="2162175">
                  <a:moveTo>
                    <a:pt x="4419591" y="28574"/>
                  </a:moveTo>
                  <a:lnTo>
                    <a:pt x="4391016" y="28574"/>
                  </a:lnTo>
                  <a:lnTo>
                    <a:pt x="4391016" y="0"/>
                  </a:lnTo>
                  <a:lnTo>
                    <a:pt x="4419591" y="0"/>
                  </a:lnTo>
                  <a:lnTo>
                    <a:pt x="4419591" y="28574"/>
                  </a:lnTo>
                  <a:close/>
                </a:path>
                <a:path w="7590155" h="2162175">
                  <a:moveTo>
                    <a:pt x="4476741" y="28574"/>
                  </a:moveTo>
                  <a:lnTo>
                    <a:pt x="4448166" y="28574"/>
                  </a:lnTo>
                  <a:lnTo>
                    <a:pt x="4448166" y="0"/>
                  </a:lnTo>
                  <a:lnTo>
                    <a:pt x="4476741" y="0"/>
                  </a:lnTo>
                  <a:lnTo>
                    <a:pt x="4476741" y="28574"/>
                  </a:lnTo>
                  <a:close/>
                </a:path>
                <a:path w="7590155" h="2162175">
                  <a:moveTo>
                    <a:pt x="4533891" y="28574"/>
                  </a:moveTo>
                  <a:lnTo>
                    <a:pt x="4505316" y="28574"/>
                  </a:lnTo>
                  <a:lnTo>
                    <a:pt x="4505316" y="0"/>
                  </a:lnTo>
                  <a:lnTo>
                    <a:pt x="4533891" y="0"/>
                  </a:lnTo>
                  <a:lnTo>
                    <a:pt x="4533891" y="28574"/>
                  </a:lnTo>
                  <a:close/>
                </a:path>
                <a:path w="7590155" h="2162175">
                  <a:moveTo>
                    <a:pt x="4591041" y="28574"/>
                  </a:moveTo>
                  <a:lnTo>
                    <a:pt x="4562467" y="28574"/>
                  </a:lnTo>
                  <a:lnTo>
                    <a:pt x="4562467" y="0"/>
                  </a:lnTo>
                  <a:lnTo>
                    <a:pt x="4591041" y="0"/>
                  </a:lnTo>
                  <a:lnTo>
                    <a:pt x="4591041" y="28574"/>
                  </a:lnTo>
                  <a:close/>
                </a:path>
                <a:path w="7590155" h="2162175">
                  <a:moveTo>
                    <a:pt x="4648191" y="28574"/>
                  </a:moveTo>
                  <a:lnTo>
                    <a:pt x="4619616" y="28574"/>
                  </a:lnTo>
                  <a:lnTo>
                    <a:pt x="4619616" y="0"/>
                  </a:lnTo>
                  <a:lnTo>
                    <a:pt x="4648191" y="0"/>
                  </a:lnTo>
                  <a:lnTo>
                    <a:pt x="4648191" y="28574"/>
                  </a:lnTo>
                  <a:close/>
                </a:path>
                <a:path w="7590155" h="2162175">
                  <a:moveTo>
                    <a:pt x="4705341" y="28574"/>
                  </a:moveTo>
                  <a:lnTo>
                    <a:pt x="4676767" y="28574"/>
                  </a:lnTo>
                  <a:lnTo>
                    <a:pt x="4676767" y="0"/>
                  </a:lnTo>
                  <a:lnTo>
                    <a:pt x="4705341" y="0"/>
                  </a:lnTo>
                  <a:lnTo>
                    <a:pt x="4705341" y="28574"/>
                  </a:lnTo>
                  <a:close/>
                </a:path>
                <a:path w="7590155" h="2162175">
                  <a:moveTo>
                    <a:pt x="4762491" y="28574"/>
                  </a:moveTo>
                  <a:lnTo>
                    <a:pt x="4733916" y="28574"/>
                  </a:lnTo>
                  <a:lnTo>
                    <a:pt x="4733916" y="0"/>
                  </a:lnTo>
                  <a:lnTo>
                    <a:pt x="4762491" y="0"/>
                  </a:lnTo>
                  <a:lnTo>
                    <a:pt x="4762491" y="28574"/>
                  </a:lnTo>
                  <a:close/>
                </a:path>
                <a:path w="7590155" h="2162175">
                  <a:moveTo>
                    <a:pt x="4819641" y="28574"/>
                  </a:moveTo>
                  <a:lnTo>
                    <a:pt x="4791066" y="28574"/>
                  </a:lnTo>
                  <a:lnTo>
                    <a:pt x="4791066" y="0"/>
                  </a:lnTo>
                  <a:lnTo>
                    <a:pt x="4819641" y="0"/>
                  </a:lnTo>
                  <a:lnTo>
                    <a:pt x="4819641" y="28574"/>
                  </a:lnTo>
                  <a:close/>
                </a:path>
                <a:path w="7590155" h="2162175">
                  <a:moveTo>
                    <a:pt x="4876792" y="28574"/>
                  </a:moveTo>
                  <a:lnTo>
                    <a:pt x="4848216" y="28574"/>
                  </a:lnTo>
                  <a:lnTo>
                    <a:pt x="4848216" y="0"/>
                  </a:lnTo>
                  <a:lnTo>
                    <a:pt x="4876792" y="0"/>
                  </a:lnTo>
                  <a:lnTo>
                    <a:pt x="4876792" y="28574"/>
                  </a:lnTo>
                  <a:close/>
                </a:path>
                <a:path w="7590155" h="2162175">
                  <a:moveTo>
                    <a:pt x="4933942" y="28574"/>
                  </a:moveTo>
                  <a:lnTo>
                    <a:pt x="4905366" y="28574"/>
                  </a:lnTo>
                  <a:lnTo>
                    <a:pt x="4905366" y="0"/>
                  </a:lnTo>
                  <a:lnTo>
                    <a:pt x="4933942" y="0"/>
                  </a:lnTo>
                  <a:lnTo>
                    <a:pt x="4933942" y="28574"/>
                  </a:lnTo>
                  <a:close/>
                </a:path>
                <a:path w="7590155" h="2162175">
                  <a:moveTo>
                    <a:pt x="4991092" y="28574"/>
                  </a:moveTo>
                  <a:lnTo>
                    <a:pt x="4962517" y="28574"/>
                  </a:lnTo>
                  <a:lnTo>
                    <a:pt x="4962517" y="0"/>
                  </a:lnTo>
                  <a:lnTo>
                    <a:pt x="4991092" y="0"/>
                  </a:lnTo>
                  <a:lnTo>
                    <a:pt x="4991092" y="28574"/>
                  </a:lnTo>
                  <a:close/>
                </a:path>
                <a:path w="7590155" h="2162175">
                  <a:moveTo>
                    <a:pt x="5048242" y="28574"/>
                  </a:moveTo>
                  <a:lnTo>
                    <a:pt x="5019667" y="28574"/>
                  </a:lnTo>
                  <a:lnTo>
                    <a:pt x="5019667" y="0"/>
                  </a:lnTo>
                  <a:lnTo>
                    <a:pt x="5048242" y="0"/>
                  </a:lnTo>
                  <a:lnTo>
                    <a:pt x="5048242" y="28574"/>
                  </a:lnTo>
                  <a:close/>
                </a:path>
                <a:path w="7590155" h="2162175">
                  <a:moveTo>
                    <a:pt x="5105392" y="28574"/>
                  </a:moveTo>
                  <a:lnTo>
                    <a:pt x="5076817" y="28574"/>
                  </a:lnTo>
                  <a:lnTo>
                    <a:pt x="5076817" y="0"/>
                  </a:lnTo>
                  <a:lnTo>
                    <a:pt x="5105392" y="0"/>
                  </a:lnTo>
                  <a:lnTo>
                    <a:pt x="5105392" y="28574"/>
                  </a:lnTo>
                  <a:close/>
                </a:path>
                <a:path w="7590155" h="2162175">
                  <a:moveTo>
                    <a:pt x="5162542" y="28574"/>
                  </a:moveTo>
                  <a:lnTo>
                    <a:pt x="5133967" y="28574"/>
                  </a:lnTo>
                  <a:lnTo>
                    <a:pt x="5133967" y="0"/>
                  </a:lnTo>
                  <a:lnTo>
                    <a:pt x="5162542" y="0"/>
                  </a:lnTo>
                  <a:lnTo>
                    <a:pt x="5162542" y="28574"/>
                  </a:lnTo>
                  <a:close/>
                </a:path>
                <a:path w="7590155" h="2162175">
                  <a:moveTo>
                    <a:pt x="5219691" y="28574"/>
                  </a:moveTo>
                  <a:lnTo>
                    <a:pt x="5191117" y="28574"/>
                  </a:lnTo>
                  <a:lnTo>
                    <a:pt x="5191117" y="0"/>
                  </a:lnTo>
                  <a:lnTo>
                    <a:pt x="5219691" y="0"/>
                  </a:lnTo>
                  <a:lnTo>
                    <a:pt x="5219691" y="28574"/>
                  </a:lnTo>
                  <a:close/>
                </a:path>
                <a:path w="7590155" h="2162175">
                  <a:moveTo>
                    <a:pt x="5276841" y="28574"/>
                  </a:moveTo>
                  <a:lnTo>
                    <a:pt x="5248266" y="28574"/>
                  </a:lnTo>
                  <a:lnTo>
                    <a:pt x="5248266" y="0"/>
                  </a:lnTo>
                  <a:lnTo>
                    <a:pt x="5276841" y="0"/>
                  </a:lnTo>
                  <a:lnTo>
                    <a:pt x="5276841" y="28574"/>
                  </a:lnTo>
                  <a:close/>
                </a:path>
                <a:path w="7590155" h="2162175">
                  <a:moveTo>
                    <a:pt x="5333991" y="28574"/>
                  </a:moveTo>
                  <a:lnTo>
                    <a:pt x="5305416" y="28574"/>
                  </a:lnTo>
                  <a:lnTo>
                    <a:pt x="5305416" y="0"/>
                  </a:lnTo>
                  <a:lnTo>
                    <a:pt x="5333991" y="0"/>
                  </a:lnTo>
                  <a:lnTo>
                    <a:pt x="5333991" y="28574"/>
                  </a:lnTo>
                  <a:close/>
                </a:path>
                <a:path w="7590155" h="2162175">
                  <a:moveTo>
                    <a:pt x="5391141" y="28574"/>
                  </a:moveTo>
                  <a:lnTo>
                    <a:pt x="5362566" y="28574"/>
                  </a:lnTo>
                  <a:lnTo>
                    <a:pt x="5362566" y="0"/>
                  </a:lnTo>
                  <a:lnTo>
                    <a:pt x="5391141" y="0"/>
                  </a:lnTo>
                  <a:lnTo>
                    <a:pt x="5391141" y="28574"/>
                  </a:lnTo>
                  <a:close/>
                </a:path>
                <a:path w="7590155" h="2162175">
                  <a:moveTo>
                    <a:pt x="5448291" y="28574"/>
                  </a:moveTo>
                  <a:lnTo>
                    <a:pt x="5419716" y="28574"/>
                  </a:lnTo>
                  <a:lnTo>
                    <a:pt x="5419716" y="0"/>
                  </a:lnTo>
                  <a:lnTo>
                    <a:pt x="5448291" y="0"/>
                  </a:lnTo>
                  <a:lnTo>
                    <a:pt x="5448291" y="28574"/>
                  </a:lnTo>
                  <a:close/>
                </a:path>
                <a:path w="7590155" h="2162175">
                  <a:moveTo>
                    <a:pt x="5505441" y="28574"/>
                  </a:moveTo>
                  <a:lnTo>
                    <a:pt x="5476866" y="28574"/>
                  </a:lnTo>
                  <a:lnTo>
                    <a:pt x="5476866" y="0"/>
                  </a:lnTo>
                  <a:lnTo>
                    <a:pt x="5505441" y="0"/>
                  </a:lnTo>
                  <a:lnTo>
                    <a:pt x="5505441" y="28574"/>
                  </a:lnTo>
                  <a:close/>
                </a:path>
                <a:path w="7590155" h="2162175">
                  <a:moveTo>
                    <a:pt x="5562591" y="28574"/>
                  </a:moveTo>
                  <a:lnTo>
                    <a:pt x="5534016" y="28574"/>
                  </a:lnTo>
                  <a:lnTo>
                    <a:pt x="5534016" y="0"/>
                  </a:lnTo>
                  <a:lnTo>
                    <a:pt x="5562591" y="0"/>
                  </a:lnTo>
                  <a:lnTo>
                    <a:pt x="5562591" y="28574"/>
                  </a:lnTo>
                  <a:close/>
                </a:path>
                <a:path w="7590155" h="2162175">
                  <a:moveTo>
                    <a:pt x="5619741" y="28574"/>
                  </a:moveTo>
                  <a:lnTo>
                    <a:pt x="5591166" y="28574"/>
                  </a:lnTo>
                  <a:lnTo>
                    <a:pt x="5591166" y="0"/>
                  </a:lnTo>
                  <a:lnTo>
                    <a:pt x="5619741" y="0"/>
                  </a:lnTo>
                  <a:lnTo>
                    <a:pt x="5619741" y="28574"/>
                  </a:lnTo>
                  <a:close/>
                </a:path>
                <a:path w="7590155" h="2162175">
                  <a:moveTo>
                    <a:pt x="5676891" y="28574"/>
                  </a:moveTo>
                  <a:lnTo>
                    <a:pt x="5648316" y="28574"/>
                  </a:lnTo>
                  <a:lnTo>
                    <a:pt x="5648316" y="0"/>
                  </a:lnTo>
                  <a:lnTo>
                    <a:pt x="5676891" y="0"/>
                  </a:lnTo>
                  <a:lnTo>
                    <a:pt x="5676891" y="28574"/>
                  </a:lnTo>
                  <a:close/>
                </a:path>
                <a:path w="7590155" h="2162175">
                  <a:moveTo>
                    <a:pt x="5734041" y="28574"/>
                  </a:moveTo>
                  <a:lnTo>
                    <a:pt x="5705466" y="28574"/>
                  </a:lnTo>
                  <a:lnTo>
                    <a:pt x="5705466" y="0"/>
                  </a:lnTo>
                  <a:lnTo>
                    <a:pt x="5734041" y="0"/>
                  </a:lnTo>
                  <a:lnTo>
                    <a:pt x="5734041" y="28574"/>
                  </a:lnTo>
                  <a:close/>
                </a:path>
                <a:path w="7590155" h="2162175">
                  <a:moveTo>
                    <a:pt x="5791191" y="28574"/>
                  </a:moveTo>
                  <a:lnTo>
                    <a:pt x="5762616" y="28574"/>
                  </a:lnTo>
                  <a:lnTo>
                    <a:pt x="5762616" y="0"/>
                  </a:lnTo>
                  <a:lnTo>
                    <a:pt x="5791191" y="0"/>
                  </a:lnTo>
                  <a:lnTo>
                    <a:pt x="5791191" y="28574"/>
                  </a:lnTo>
                  <a:close/>
                </a:path>
                <a:path w="7590155" h="2162175">
                  <a:moveTo>
                    <a:pt x="5848341" y="28574"/>
                  </a:moveTo>
                  <a:lnTo>
                    <a:pt x="5819766" y="28574"/>
                  </a:lnTo>
                  <a:lnTo>
                    <a:pt x="5819766" y="0"/>
                  </a:lnTo>
                  <a:lnTo>
                    <a:pt x="5848341" y="0"/>
                  </a:lnTo>
                  <a:lnTo>
                    <a:pt x="5848341" y="28574"/>
                  </a:lnTo>
                  <a:close/>
                </a:path>
                <a:path w="7590155" h="2162175">
                  <a:moveTo>
                    <a:pt x="5905491" y="28574"/>
                  </a:moveTo>
                  <a:lnTo>
                    <a:pt x="5876916" y="28574"/>
                  </a:lnTo>
                  <a:lnTo>
                    <a:pt x="5876916" y="0"/>
                  </a:lnTo>
                  <a:lnTo>
                    <a:pt x="5905491" y="0"/>
                  </a:lnTo>
                  <a:lnTo>
                    <a:pt x="5905491" y="28574"/>
                  </a:lnTo>
                  <a:close/>
                </a:path>
                <a:path w="7590155" h="2162175">
                  <a:moveTo>
                    <a:pt x="5962641" y="28574"/>
                  </a:moveTo>
                  <a:lnTo>
                    <a:pt x="5934066" y="28574"/>
                  </a:lnTo>
                  <a:lnTo>
                    <a:pt x="5934066" y="0"/>
                  </a:lnTo>
                  <a:lnTo>
                    <a:pt x="5962641" y="0"/>
                  </a:lnTo>
                  <a:lnTo>
                    <a:pt x="5962641" y="28574"/>
                  </a:lnTo>
                  <a:close/>
                </a:path>
                <a:path w="7590155" h="2162175">
                  <a:moveTo>
                    <a:pt x="6019791" y="28574"/>
                  </a:moveTo>
                  <a:lnTo>
                    <a:pt x="5991216" y="28574"/>
                  </a:lnTo>
                  <a:lnTo>
                    <a:pt x="5991216" y="0"/>
                  </a:lnTo>
                  <a:lnTo>
                    <a:pt x="6019791" y="0"/>
                  </a:lnTo>
                  <a:lnTo>
                    <a:pt x="6019791" y="28574"/>
                  </a:lnTo>
                  <a:close/>
                </a:path>
                <a:path w="7590155" h="2162175">
                  <a:moveTo>
                    <a:pt x="6076941" y="28574"/>
                  </a:moveTo>
                  <a:lnTo>
                    <a:pt x="6048366" y="28574"/>
                  </a:lnTo>
                  <a:lnTo>
                    <a:pt x="6048366" y="0"/>
                  </a:lnTo>
                  <a:lnTo>
                    <a:pt x="6076941" y="0"/>
                  </a:lnTo>
                  <a:lnTo>
                    <a:pt x="6076941" y="28574"/>
                  </a:lnTo>
                  <a:close/>
                </a:path>
                <a:path w="7590155" h="2162175">
                  <a:moveTo>
                    <a:pt x="6134091" y="28574"/>
                  </a:moveTo>
                  <a:lnTo>
                    <a:pt x="6105516" y="28574"/>
                  </a:lnTo>
                  <a:lnTo>
                    <a:pt x="6105516" y="0"/>
                  </a:lnTo>
                  <a:lnTo>
                    <a:pt x="6134091" y="0"/>
                  </a:lnTo>
                  <a:lnTo>
                    <a:pt x="6134091" y="28574"/>
                  </a:lnTo>
                  <a:close/>
                </a:path>
                <a:path w="7590155" h="2162175">
                  <a:moveTo>
                    <a:pt x="6191241" y="28574"/>
                  </a:moveTo>
                  <a:lnTo>
                    <a:pt x="6162666" y="28574"/>
                  </a:lnTo>
                  <a:lnTo>
                    <a:pt x="6162666" y="0"/>
                  </a:lnTo>
                  <a:lnTo>
                    <a:pt x="6191241" y="0"/>
                  </a:lnTo>
                  <a:lnTo>
                    <a:pt x="6191241" y="28574"/>
                  </a:lnTo>
                  <a:close/>
                </a:path>
                <a:path w="7590155" h="2162175">
                  <a:moveTo>
                    <a:pt x="6248391" y="28574"/>
                  </a:moveTo>
                  <a:lnTo>
                    <a:pt x="6219816" y="28574"/>
                  </a:lnTo>
                  <a:lnTo>
                    <a:pt x="6219816" y="0"/>
                  </a:lnTo>
                  <a:lnTo>
                    <a:pt x="6248391" y="0"/>
                  </a:lnTo>
                  <a:lnTo>
                    <a:pt x="6248391" y="28574"/>
                  </a:lnTo>
                  <a:close/>
                </a:path>
                <a:path w="7590155" h="2162175">
                  <a:moveTo>
                    <a:pt x="6305541" y="28574"/>
                  </a:moveTo>
                  <a:lnTo>
                    <a:pt x="6276966" y="28574"/>
                  </a:lnTo>
                  <a:lnTo>
                    <a:pt x="6276966" y="0"/>
                  </a:lnTo>
                  <a:lnTo>
                    <a:pt x="6305541" y="0"/>
                  </a:lnTo>
                  <a:lnTo>
                    <a:pt x="6305541" y="28574"/>
                  </a:lnTo>
                  <a:close/>
                </a:path>
                <a:path w="7590155" h="2162175">
                  <a:moveTo>
                    <a:pt x="6362691" y="28574"/>
                  </a:moveTo>
                  <a:lnTo>
                    <a:pt x="6334116" y="28574"/>
                  </a:lnTo>
                  <a:lnTo>
                    <a:pt x="6334116" y="0"/>
                  </a:lnTo>
                  <a:lnTo>
                    <a:pt x="6362691" y="0"/>
                  </a:lnTo>
                  <a:lnTo>
                    <a:pt x="6362691" y="28574"/>
                  </a:lnTo>
                  <a:close/>
                </a:path>
                <a:path w="7590155" h="2162175">
                  <a:moveTo>
                    <a:pt x="6419841" y="28574"/>
                  </a:moveTo>
                  <a:lnTo>
                    <a:pt x="6391266" y="28574"/>
                  </a:lnTo>
                  <a:lnTo>
                    <a:pt x="6391266" y="0"/>
                  </a:lnTo>
                  <a:lnTo>
                    <a:pt x="6419841" y="0"/>
                  </a:lnTo>
                  <a:lnTo>
                    <a:pt x="6419841" y="28574"/>
                  </a:lnTo>
                  <a:close/>
                </a:path>
                <a:path w="7590155" h="2162175">
                  <a:moveTo>
                    <a:pt x="6476991" y="28574"/>
                  </a:moveTo>
                  <a:lnTo>
                    <a:pt x="6448416" y="28574"/>
                  </a:lnTo>
                  <a:lnTo>
                    <a:pt x="6448416" y="0"/>
                  </a:lnTo>
                  <a:lnTo>
                    <a:pt x="6476991" y="0"/>
                  </a:lnTo>
                  <a:lnTo>
                    <a:pt x="6476991" y="28574"/>
                  </a:lnTo>
                  <a:close/>
                </a:path>
                <a:path w="7590155" h="2162175">
                  <a:moveTo>
                    <a:pt x="6534141" y="28574"/>
                  </a:moveTo>
                  <a:lnTo>
                    <a:pt x="6505566" y="28574"/>
                  </a:lnTo>
                  <a:lnTo>
                    <a:pt x="6505566" y="0"/>
                  </a:lnTo>
                  <a:lnTo>
                    <a:pt x="6534141" y="0"/>
                  </a:lnTo>
                  <a:lnTo>
                    <a:pt x="6534141" y="28574"/>
                  </a:lnTo>
                  <a:close/>
                </a:path>
                <a:path w="7590155" h="2162175">
                  <a:moveTo>
                    <a:pt x="6591291" y="28574"/>
                  </a:moveTo>
                  <a:lnTo>
                    <a:pt x="6562716" y="28574"/>
                  </a:lnTo>
                  <a:lnTo>
                    <a:pt x="6562716" y="0"/>
                  </a:lnTo>
                  <a:lnTo>
                    <a:pt x="6591291" y="0"/>
                  </a:lnTo>
                  <a:lnTo>
                    <a:pt x="6591291" y="28574"/>
                  </a:lnTo>
                  <a:close/>
                </a:path>
                <a:path w="7590155" h="2162175">
                  <a:moveTo>
                    <a:pt x="6648441" y="28574"/>
                  </a:moveTo>
                  <a:lnTo>
                    <a:pt x="6619866" y="28574"/>
                  </a:lnTo>
                  <a:lnTo>
                    <a:pt x="6619866" y="0"/>
                  </a:lnTo>
                  <a:lnTo>
                    <a:pt x="6648441" y="0"/>
                  </a:lnTo>
                  <a:lnTo>
                    <a:pt x="6648441" y="28574"/>
                  </a:lnTo>
                  <a:close/>
                </a:path>
                <a:path w="7590155" h="2162175">
                  <a:moveTo>
                    <a:pt x="6705591" y="28574"/>
                  </a:moveTo>
                  <a:lnTo>
                    <a:pt x="6677016" y="28574"/>
                  </a:lnTo>
                  <a:lnTo>
                    <a:pt x="6677016" y="0"/>
                  </a:lnTo>
                  <a:lnTo>
                    <a:pt x="6705591" y="0"/>
                  </a:lnTo>
                  <a:lnTo>
                    <a:pt x="6705591" y="28574"/>
                  </a:lnTo>
                  <a:close/>
                </a:path>
                <a:path w="7590155" h="2162175">
                  <a:moveTo>
                    <a:pt x="6762741" y="28574"/>
                  </a:moveTo>
                  <a:lnTo>
                    <a:pt x="6734166" y="28574"/>
                  </a:lnTo>
                  <a:lnTo>
                    <a:pt x="6734166" y="0"/>
                  </a:lnTo>
                  <a:lnTo>
                    <a:pt x="6762741" y="0"/>
                  </a:lnTo>
                  <a:lnTo>
                    <a:pt x="6762741" y="28574"/>
                  </a:lnTo>
                  <a:close/>
                </a:path>
                <a:path w="7590155" h="2162175">
                  <a:moveTo>
                    <a:pt x="6819891" y="28574"/>
                  </a:moveTo>
                  <a:lnTo>
                    <a:pt x="6791316" y="28574"/>
                  </a:lnTo>
                  <a:lnTo>
                    <a:pt x="6791316" y="0"/>
                  </a:lnTo>
                  <a:lnTo>
                    <a:pt x="6819891" y="0"/>
                  </a:lnTo>
                  <a:lnTo>
                    <a:pt x="6819891" y="28574"/>
                  </a:lnTo>
                  <a:close/>
                </a:path>
                <a:path w="7590155" h="2162175">
                  <a:moveTo>
                    <a:pt x="6877041" y="28574"/>
                  </a:moveTo>
                  <a:lnTo>
                    <a:pt x="6848466" y="28574"/>
                  </a:lnTo>
                  <a:lnTo>
                    <a:pt x="6848466" y="0"/>
                  </a:lnTo>
                  <a:lnTo>
                    <a:pt x="6877041" y="0"/>
                  </a:lnTo>
                  <a:lnTo>
                    <a:pt x="6877041" y="28574"/>
                  </a:lnTo>
                  <a:close/>
                </a:path>
                <a:path w="7590155" h="2162175">
                  <a:moveTo>
                    <a:pt x="6934191" y="28574"/>
                  </a:moveTo>
                  <a:lnTo>
                    <a:pt x="6905616" y="28574"/>
                  </a:lnTo>
                  <a:lnTo>
                    <a:pt x="6905616" y="0"/>
                  </a:lnTo>
                  <a:lnTo>
                    <a:pt x="6934191" y="0"/>
                  </a:lnTo>
                  <a:lnTo>
                    <a:pt x="6934191" y="28574"/>
                  </a:lnTo>
                  <a:close/>
                </a:path>
                <a:path w="7590155" h="2162175">
                  <a:moveTo>
                    <a:pt x="6991341" y="28574"/>
                  </a:moveTo>
                  <a:lnTo>
                    <a:pt x="6962766" y="28574"/>
                  </a:lnTo>
                  <a:lnTo>
                    <a:pt x="6962766" y="0"/>
                  </a:lnTo>
                  <a:lnTo>
                    <a:pt x="6991341" y="0"/>
                  </a:lnTo>
                  <a:lnTo>
                    <a:pt x="6991341" y="28574"/>
                  </a:lnTo>
                  <a:close/>
                </a:path>
                <a:path w="7590155" h="2162175">
                  <a:moveTo>
                    <a:pt x="7048491" y="28574"/>
                  </a:moveTo>
                  <a:lnTo>
                    <a:pt x="7019916" y="28574"/>
                  </a:lnTo>
                  <a:lnTo>
                    <a:pt x="7019916" y="0"/>
                  </a:lnTo>
                  <a:lnTo>
                    <a:pt x="7048491" y="0"/>
                  </a:lnTo>
                  <a:lnTo>
                    <a:pt x="7048491" y="28574"/>
                  </a:lnTo>
                  <a:close/>
                </a:path>
                <a:path w="7590155" h="2162175">
                  <a:moveTo>
                    <a:pt x="7105641" y="28574"/>
                  </a:moveTo>
                  <a:lnTo>
                    <a:pt x="7077066" y="28574"/>
                  </a:lnTo>
                  <a:lnTo>
                    <a:pt x="7077066" y="0"/>
                  </a:lnTo>
                  <a:lnTo>
                    <a:pt x="7105641" y="0"/>
                  </a:lnTo>
                  <a:lnTo>
                    <a:pt x="7105641" y="28574"/>
                  </a:lnTo>
                  <a:close/>
                </a:path>
                <a:path w="7590155" h="2162175">
                  <a:moveTo>
                    <a:pt x="7162791" y="28574"/>
                  </a:moveTo>
                  <a:lnTo>
                    <a:pt x="7134216" y="28574"/>
                  </a:lnTo>
                  <a:lnTo>
                    <a:pt x="7134216" y="0"/>
                  </a:lnTo>
                  <a:lnTo>
                    <a:pt x="7162791" y="0"/>
                  </a:lnTo>
                  <a:lnTo>
                    <a:pt x="7162791" y="28574"/>
                  </a:lnTo>
                  <a:close/>
                </a:path>
                <a:path w="7590155" h="2162175">
                  <a:moveTo>
                    <a:pt x="7219941" y="28574"/>
                  </a:moveTo>
                  <a:lnTo>
                    <a:pt x="7191366" y="28574"/>
                  </a:lnTo>
                  <a:lnTo>
                    <a:pt x="7191366" y="0"/>
                  </a:lnTo>
                  <a:lnTo>
                    <a:pt x="7219941" y="0"/>
                  </a:lnTo>
                  <a:lnTo>
                    <a:pt x="7219941" y="28574"/>
                  </a:lnTo>
                  <a:close/>
                </a:path>
                <a:path w="7590155" h="2162175">
                  <a:moveTo>
                    <a:pt x="7277091" y="28574"/>
                  </a:moveTo>
                  <a:lnTo>
                    <a:pt x="7248516" y="28574"/>
                  </a:lnTo>
                  <a:lnTo>
                    <a:pt x="7248516" y="0"/>
                  </a:lnTo>
                  <a:lnTo>
                    <a:pt x="7277091" y="0"/>
                  </a:lnTo>
                  <a:lnTo>
                    <a:pt x="7277091" y="28574"/>
                  </a:lnTo>
                  <a:close/>
                </a:path>
                <a:path w="7590155" h="2162175">
                  <a:moveTo>
                    <a:pt x="7334241" y="28574"/>
                  </a:moveTo>
                  <a:lnTo>
                    <a:pt x="7305666" y="28574"/>
                  </a:lnTo>
                  <a:lnTo>
                    <a:pt x="7305666" y="0"/>
                  </a:lnTo>
                  <a:lnTo>
                    <a:pt x="7334241" y="0"/>
                  </a:lnTo>
                  <a:lnTo>
                    <a:pt x="7334241" y="28574"/>
                  </a:lnTo>
                  <a:close/>
                </a:path>
                <a:path w="7590155" h="2162175">
                  <a:moveTo>
                    <a:pt x="7391391" y="28574"/>
                  </a:moveTo>
                  <a:lnTo>
                    <a:pt x="7362816" y="28574"/>
                  </a:lnTo>
                  <a:lnTo>
                    <a:pt x="7362816" y="0"/>
                  </a:lnTo>
                  <a:lnTo>
                    <a:pt x="7391391" y="0"/>
                  </a:lnTo>
                  <a:lnTo>
                    <a:pt x="7391391" y="28574"/>
                  </a:lnTo>
                  <a:close/>
                </a:path>
                <a:path w="7590155" h="2162175">
                  <a:moveTo>
                    <a:pt x="7445106" y="29672"/>
                  </a:moveTo>
                  <a:lnTo>
                    <a:pt x="7439439" y="28940"/>
                  </a:lnTo>
                  <a:lnTo>
                    <a:pt x="7433747" y="28574"/>
                  </a:lnTo>
                  <a:lnTo>
                    <a:pt x="7419966" y="28574"/>
                  </a:lnTo>
                  <a:lnTo>
                    <a:pt x="7419966" y="0"/>
                  </a:lnTo>
                  <a:lnTo>
                    <a:pt x="7428030" y="0"/>
                  </a:lnTo>
                  <a:lnTo>
                    <a:pt x="7448673" y="2042"/>
                  </a:lnTo>
                  <a:lnTo>
                    <a:pt x="7445248" y="28574"/>
                  </a:lnTo>
                  <a:lnTo>
                    <a:pt x="7445200" y="28940"/>
                  </a:lnTo>
                  <a:lnTo>
                    <a:pt x="7445106" y="29672"/>
                  </a:lnTo>
                  <a:close/>
                </a:path>
                <a:path w="7590155" h="2162175">
                  <a:moveTo>
                    <a:pt x="7489865" y="43779"/>
                  </a:moveTo>
                  <a:lnTo>
                    <a:pt x="7482894" y="40130"/>
                  </a:lnTo>
                  <a:lnTo>
                    <a:pt x="7475656" y="37122"/>
                  </a:lnTo>
                  <a:lnTo>
                    <a:pt x="7468152" y="34754"/>
                  </a:lnTo>
                  <a:lnTo>
                    <a:pt x="7476521" y="8231"/>
                  </a:lnTo>
                  <a:lnTo>
                    <a:pt x="7489993" y="12325"/>
                  </a:lnTo>
                  <a:lnTo>
                    <a:pt x="7502760" y="19141"/>
                  </a:lnTo>
                  <a:lnTo>
                    <a:pt x="7489865" y="43779"/>
                  </a:lnTo>
                  <a:close/>
                </a:path>
                <a:path w="7590155" h="2162175">
                  <a:moveTo>
                    <a:pt x="7527191" y="72769"/>
                  </a:moveTo>
                  <a:lnTo>
                    <a:pt x="7509725" y="56531"/>
                  </a:lnTo>
                  <a:lnTo>
                    <a:pt x="7526787" y="34522"/>
                  </a:lnTo>
                  <a:lnTo>
                    <a:pt x="7542523" y="47424"/>
                  </a:lnTo>
                  <a:lnTo>
                    <a:pt x="7547979" y="54079"/>
                  </a:lnTo>
                  <a:lnTo>
                    <a:pt x="7527191" y="72769"/>
                  </a:lnTo>
                  <a:close/>
                </a:path>
                <a:path w="7590155" h="2162175">
                  <a:moveTo>
                    <a:pt x="7551974" y="112744"/>
                  </a:moveTo>
                  <a:lnTo>
                    <a:pt x="7549070" y="105424"/>
                  </a:lnTo>
                  <a:lnTo>
                    <a:pt x="7545546" y="98417"/>
                  </a:lnTo>
                  <a:lnTo>
                    <a:pt x="7541402" y="91723"/>
                  </a:lnTo>
                  <a:lnTo>
                    <a:pt x="7565322" y="76916"/>
                  </a:lnTo>
                  <a:lnTo>
                    <a:pt x="7577622" y="99954"/>
                  </a:lnTo>
                  <a:lnTo>
                    <a:pt x="7578331" y="102287"/>
                  </a:lnTo>
                  <a:lnTo>
                    <a:pt x="7551974" y="112744"/>
                  </a:lnTo>
                  <a:close/>
                </a:path>
                <a:path w="7590155" h="2162175">
                  <a:moveTo>
                    <a:pt x="7561338" y="158901"/>
                  </a:moveTo>
                  <a:lnTo>
                    <a:pt x="7561159" y="150954"/>
                  </a:lnTo>
                  <a:lnTo>
                    <a:pt x="7560276" y="143091"/>
                  </a:lnTo>
                  <a:lnTo>
                    <a:pt x="7558692" y="135310"/>
                  </a:lnTo>
                  <a:lnTo>
                    <a:pt x="7586637" y="129618"/>
                  </a:lnTo>
                  <a:lnTo>
                    <a:pt x="7586808" y="130181"/>
                  </a:lnTo>
                  <a:lnTo>
                    <a:pt x="7589586" y="158262"/>
                  </a:lnTo>
                  <a:lnTo>
                    <a:pt x="7561338" y="158901"/>
                  </a:lnTo>
                  <a:close/>
                </a:path>
                <a:path w="7590155" h="2162175">
                  <a:moveTo>
                    <a:pt x="7589948" y="215470"/>
                  </a:moveTo>
                  <a:lnTo>
                    <a:pt x="7561372" y="215470"/>
                  </a:lnTo>
                  <a:lnTo>
                    <a:pt x="7561372" y="186895"/>
                  </a:lnTo>
                  <a:lnTo>
                    <a:pt x="7589948" y="186895"/>
                  </a:lnTo>
                  <a:lnTo>
                    <a:pt x="7589948" y="215470"/>
                  </a:lnTo>
                  <a:close/>
                </a:path>
                <a:path w="7590155" h="2162175">
                  <a:moveTo>
                    <a:pt x="7589948" y="272620"/>
                  </a:moveTo>
                  <a:lnTo>
                    <a:pt x="7561372" y="272620"/>
                  </a:lnTo>
                  <a:lnTo>
                    <a:pt x="7561372" y="244045"/>
                  </a:lnTo>
                  <a:lnTo>
                    <a:pt x="7589948" y="244045"/>
                  </a:lnTo>
                  <a:lnTo>
                    <a:pt x="7589948" y="272620"/>
                  </a:lnTo>
                  <a:close/>
                </a:path>
                <a:path w="7590155" h="2162175">
                  <a:moveTo>
                    <a:pt x="7589948" y="329770"/>
                  </a:moveTo>
                  <a:lnTo>
                    <a:pt x="7561372" y="329770"/>
                  </a:lnTo>
                  <a:lnTo>
                    <a:pt x="7561372" y="301195"/>
                  </a:lnTo>
                  <a:lnTo>
                    <a:pt x="7589948" y="301195"/>
                  </a:lnTo>
                  <a:lnTo>
                    <a:pt x="7589948" y="329770"/>
                  </a:lnTo>
                  <a:close/>
                </a:path>
                <a:path w="7590155" h="2162175">
                  <a:moveTo>
                    <a:pt x="7589948" y="386920"/>
                  </a:moveTo>
                  <a:lnTo>
                    <a:pt x="7561372" y="386920"/>
                  </a:lnTo>
                  <a:lnTo>
                    <a:pt x="7561372" y="358345"/>
                  </a:lnTo>
                  <a:lnTo>
                    <a:pt x="7589948" y="358345"/>
                  </a:lnTo>
                  <a:lnTo>
                    <a:pt x="7589948" y="386920"/>
                  </a:lnTo>
                  <a:close/>
                </a:path>
                <a:path w="7590155" h="2162175">
                  <a:moveTo>
                    <a:pt x="7589948" y="444070"/>
                  </a:moveTo>
                  <a:lnTo>
                    <a:pt x="7561372" y="444070"/>
                  </a:lnTo>
                  <a:lnTo>
                    <a:pt x="7561372" y="415495"/>
                  </a:lnTo>
                  <a:lnTo>
                    <a:pt x="7589948" y="415495"/>
                  </a:lnTo>
                  <a:lnTo>
                    <a:pt x="7589948" y="444070"/>
                  </a:lnTo>
                  <a:close/>
                </a:path>
                <a:path w="7590155" h="2162175">
                  <a:moveTo>
                    <a:pt x="7589948" y="501220"/>
                  </a:moveTo>
                  <a:lnTo>
                    <a:pt x="7561372" y="501220"/>
                  </a:lnTo>
                  <a:lnTo>
                    <a:pt x="7561372" y="472645"/>
                  </a:lnTo>
                  <a:lnTo>
                    <a:pt x="7589948" y="472645"/>
                  </a:lnTo>
                  <a:lnTo>
                    <a:pt x="7589948" y="501220"/>
                  </a:lnTo>
                  <a:close/>
                </a:path>
                <a:path w="7590155" h="2162175">
                  <a:moveTo>
                    <a:pt x="7589948" y="558370"/>
                  </a:moveTo>
                  <a:lnTo>
                    <a:pt x="7561372" y="558370"/>
                  </a:lnTo>
                  <a:lnTo>
                    <a:pt x="7561372" y="529795"/>
                  </a:lnTo>
                  <a:lnTo>
                    <a:pt x="7589948" y="529795"/>
                  </a:lnTo>
                  <a:lnTo>
                    <a:pt x="7589948" y="558370"/>
                  </a:lnTo>
                  <a:close/>
                </a:path>
                <a:path w="7590155" h="2162175">
                  <a:moveTo>
                    <a:pt x="7589948" y="615520"/>
                  </a:moveTo>
                  <a:lnTo>
                    <a:pt x="7561372" y="615520"/>
                  </a:lnTo>
                  <a:lnTo>
                    <a:pt x="7561372" y="586945"/>
                  </a:lnTo>
                  <a:lnTo>
                    <a:pt x="7589948" y="586945"/>
                  </a:lnTo>
                  <a:lnTo>
                    <a:pt x="7589948" y="615520"/>
                  </a:lnTo>
                  <a:close/>
                </a:path>
                <a:path w="7590155" h="2162175">
                  <a:moveTo>
                    <a:pt x="7589948" y="672670"/>
                  </a:moveTo>
                  <a:lnTo>
                    <a:pt x="7561372" y="672670"/>
                  </a:lnTo>
                  <a:lnTo>
                    <a:pt x="7561372" y="644095"/>
                  </a:lnTo>
                  <a:lnTo>
                    <a:pt x="7589948" y="644095"/>
                  </a:lnTo>
                  <a:lnTo>
                    <a:pt x="7589948" y="672670"/>
                  </a:lnTo>
                  <a:close/>
                </a:path>
                <a:path w="7590155" h="2162175">
                  <a:moveTo>
                    <a:pt x="7589948" y="729820"/>
                  </a:moveTo>
                  <a:lnTo>
                    <a:pt x="7561372" y="729820"/>
                  </a:lnTo>
                  <a:lnTo>
                    <a:pt x="7561372" y="701245"/>
                  </a:lnTo>
                  <a:lnTo>
                    <a:pt x="7589948" y="701245"/>
                  </a:lnTo>
                  <a:lnTo>
                    <a:pt x="7589948" y="729820"/>
                  </a:lnTo>
                  <a:close/>
                </a:path>
                <a:path w="7590155" h="2162175">
                  <a:moveTo>
                    <a:pt x="7589948" y="786970"/>
                  </a:moveTo>
                  <a:lnTo>
                    <a:pt x="7561372" y="786970"/>
                  </a:lnTo>
                  <a:lnTo>
                    <a:pt x="7561372" y="758395"/>
                  </a:lnTo>
                  <a:lnTo>
                    <a:pt x="7589948" y="758395"/>
                  </a:lnTo>
                  <a:lnTo>
                    <a:pt x="7589948" y="786970"/>
                  </a:lnTo>
                  <a:close/>
                </a:path>
                <a:path w="7590155" h="2162175">
                  <a:moveTo>
                    <a:pt x="7589948" y="844121"/>
                  </a:moveTo>
                  <a:lnTo>
                    <a:pt x="7561372" y="844121"/>
                  </a:lnTo>
                  <a:lnTo>
                    <a:pt x="7561372" y="815545"/>
                  </a:lnTo>
                  <a:lnTo>
                    <a:pt x="7589948" y="815545"/>
                  </a:lnTo>
                  <a:lnTo>
                    <a:pt x="7589948" y="844121"/>
                  </a:lnTo>
                  <a:close/>
                </a:path>
                <a:path w="7590155" h="2162175">
                  <a:moveTo>
                    <a:pt x="7589948" y="901271"/>
                  </a:moveTo>
                  <a:lnTo>
                    <a:pt x="7561372" y="901271"/>
                  </a:lnTo>
                  <a:lnTo>
                    <a:pt x="7561372" y="872695"/>
                  </a:lnTo>
                  <a:lnTo>
                    <a:pt x="7589948" y="872695"/>
                  </a:lnTo>
                  <a:lnTo>
                    <a:pt x="7589948" y="901271"/>
                  </a:lnTo>
                  <a:close/>
                </a:path>
                <a:path w="7590155" h="2162175">
                  <a:moveTo>
                    <a:pt x="7589948" y="958421"/>
                  </a:moveTo>
                  <a:lnTo>
                    <a:pt x="7561372" y="958421"/>
                  </a:lnTo>
                  <a:lnTo>
                    <a:pt x="7561372" y="929846"/>
                  </a:lnTo>
                  <a:lnTo>
                    <a:pt x="7589948" y="929846"/>
                  </a:lnTo>
                  <a:lnTo>
                    <a:pt x="7589948" y="958421"/>
                  </a:lnTo>
                  <a:close/>
                </a:path>
                <a:path w="7590155" h="2162175">
                  <a:moveTo>
                    <a:pt x="7589948" y="1015571"/>
                  </a:moveTo>
                  <a:lnTo>
                    <a:pt x="7561372" y="1015571"/>
                  </a:lnTo>
                  <a:lnTo>
                    <a:pt x="7561372" y="986996"/>
                  </a:lnTo>
                  <a:lnTo>
                    <a:pt x="7589948" y="986996"/>
                  </a:lnTo>
                  <a:lnTo>
                    <a:pt x="7589948" y="1015571"/>
                  </a:lnTo>
                  <a:close/>
                </a:path>
                <a:path w="7590155" h="2162175">
                  <a:moveTo>
                    <a:pt x="7589948" y="1072721"/>
                  </a:moveTo>
                  <a:lnTo>
                    <a:pt x="7561372" y="1072721"/>
                  </a:lnTo>
                  <a:lnTo>
                    <a:pt x="7561372" y="1044146"/>
                  </a:lnTo>
                  <a:lnTo>
                    <a:pt x="7589948" y="1044146"/>
                  </a:lnTo>
                  <a:lnTo>
                    <a:pt x="7589948" y="1072721"/>
                  </a:lnTo>
                  <a:close/>
                </a:path>
                <a:path w="7590155" h="2162175">
                  <a:moveTo>
                    <a:pt x="7589948" y="1129871"/>
                  </a:moveTo>
                  <a:lnTo>
                    <a:pt x="7561372" y="1129871"/>
                  </a:lnTo>
                  <a:lnTo>
                    <a:pt x="7561372" y="1101296"/>
                  </a:lnTo>
                  <a:lnTo>
                    <a:pt x="7589948" y="1101296"/>
                  </a:lnTo>
                  <a:lnTo>
                    <a:pt x="7589948" y="1129871"/>
                  </a:lnTo>
                  <a:close/>
                </a:path>
                <a:path w="7590155" h="2162175">
                  <a:moveTo>
                    <a:pt x="7589948" y="1187021"/>
                  </a:moveTo>
                  <a:lnTo>
                    <a:pt x="7561372" y="1187021"/>
                  </a:lnTo>
                  <a:lnTo>
                    <a:pt x="7561372" y="1158446"/>
                  </a:lnTo>
                  <a:lnTo>
                    <a:pt x="7589948" y="1158446"/>
                  </a:lnTo>
                  <a:lnTo>
                    <a:pt x="7589948" y="1187021"/>
                  </a:lnTo>
                  <a:close/>
                </a:path>
                <a:path w="7590155" h="2162175">
                  <a:moveTo>
                    <a:pt x="7589948" y="1244171"/>
                  </a:moveTo>
                  <a:lnTo>
                    <a:pt x="7561372" y="1244171"/>
                  </a:lnTo>
                  <a:lnTo>
                    <a:pt x="7561372" y="1215596"/>
                  </a:lnTo>
                  <a:lnTo>
                    <a:pt x="7589948" y="1215596"/>
                  </a:lnTo>
                  <a:lnTo>
                    <a:pt x="7589948" y="1244171"/>
                  </a:lnTo>
                  <a:close/>
                </a:path>
                <a:path w="7590155" h="2162175">
                  <a:moveTo>
                    <a:pt x="7589948" y="1301320"/>
                  </a:moveTo>
                  <a:lnTo>
                    <a:pt x="7561372" y="1301320"/>
                  </a:lnTo>
                  <a:lnTo>
                    <a:pt x="7561372" y="1272746"/>
                  </a:lnTo>
                  <a:lnTo>
                    <a:pt x="7589948" y="1272746"/>
                  </a:lnTo>
                  <a:lnTo>
                    <a:pt x="7589948" y="1301320"/>
                  </a:lnTo>
                  <a:close/>
                </a:path>
                <a:path w="7590155" h="2162175">
                  <a:moveTo>
                    <a:pt x="7589948" y="1358470"/>
                  </a:moveTo>
                  <a:lnTo>
                    <a:pt x="7561372" y="1358470"/>
                  </a:lnTo>
                  <a:lnTo>
                    <a:pt x="7561372" y="1329895"/>
                  </a:lnTo>
                  <a:lnTo>
                    <a:pt x="7589948" y="1329895"/>
                  </a:lnTo>
                  <a:lnTo>
                    <a:pt x="7589948" y="1358470"/>
                  </a:lnTo>
                  <a:close/>
                </a:path>
                <a:path w="7590155" h="2162175">
                  <a:moveTo>
                    <a:pt x="7589948" y="1415620"/>
                  </a:moveTo>
                  <a:lnTo>
                    <a:pt x="7561372" y="1415620"/>
                  </a:lnTo>
                  <a:lnTo>
                    <a:pt x="7561372" y="1387045"/>
                  </a:lnTo>
                  <a:lnTo>
                    <a:pt x="7589948" y="1387045"/>
                  </a:lnTo>
                  <a:lnTo>
                    <a:pt x="7589948" y="1415620"/>
                  </a:lnTo>
                  <a:close/>
                </a:path>
                <a:path w="7590155" h="2162175">
                  <a:moveTo>
                    <a:pt x="7589948" y="1472771"/>
                  </a:moveTo>
                  <a:lnTo>
                    <a:pt x="7561372" y="1472771"/>
                  </a:lnTo>
                  <a:lnTo>
                    <a:pt x="7561372" y="1444196"/>
                  </a:lnTo>
                  <a:lnTo>
                    <a:pt x="7589948" y="1444196"/>
                  </a:lnTo>
                  <a:lnTo>
                    <a:pt x="7589948" y="1472771"/>
                  </a:lnTo>
                  <a:close/>
                </a:path>
                <a:path w="7590155" h="2162175">
                  <a:moveTo>
                    <a:pt x="7589948" y="1529920"/>
                  </a:moveTo>
                  <a:lnTo>
                    <a:pt x="7561372" y="1529920"/>
                  </a:lnTo>
                  <a:lnTo>
                    <a:pt x="7561372" y="1501345"/>
                  </a:lnTo>
                  <a:lnTo>
                    <a:pt x="7589948" y="1501345"/>
                  </a:lnTo>
                  <a:lnTo>
                    <a:pt x="7589948" y="1529920"/>
                  </a:lnTo>
                  <a:close/>
                </a:path>
                <a:path w="7590155" h="2162175">
                  <a:moveTo>
                    <a:pt x="7589948" y="1587071"/>
                  </a:moveTo>
                  <a:lnTo>
                    <a:pt x="7561372" y="1587071"/>
                  </a:lnTo>
                  <a:lnTo>
                    <a:pt x="7561372" y="1558496"/>
                  </a:lnTo>
                  <a:lnTo>
                    <a:pt x="7589948" y="1558496"/>
                  </a:lnTo>
                  <a:lnTo>
                    <a:pt x="7589948" y="1587071"/>
                  </a:lnTo>
                  <a:close/>
                </a:path>
                <a:path w="7590155" h="2162175">
                  <a:moveTo>
                    <a:pt x="7589948" y="1644220"/>
                  </a:moveTo>
                  <a:lnTo>
                    <a:pt x="7561372" y="1644220"/>
                  </a:lnTo>
                  <a:lnTo>
                    <a:pt x="7561372" y="1615645"/>
                  </a:lnTo>
                  <a:lnTo>
                    <a:pt x="7589948" y="1615645"/>
                  </a:lnTo>
                  <a:lnTo>
                    <a:pt x="7589948" y="1644220"/>
                  </a:lnTo>
                  <a:close/>
                </a:path>
                <a:path w="7590155" h="2162175">
                  <a:moveTo>
                    <a:pt x="7589948" y="1701371"/>
                  </a:moveTo>
                  <a:lnTo>
                    <a:pt x="7561372" y="1701371"/>
                  </a:lnTo>
                  <a:lnTo>
                    <a:pt x="7561372" y="1672796"/>
                  </a:lnTo>
                  <a:lnTo>
                    <a:pt x="7589948" y="1672796"/>
                  </a:lnTo>
                  <a:lnTo>
                    <a:pt x="7589948" y="1701371"/>
                  </a:lnTo>
                  <a:close/>
                </a:path>
                <a:path w="7590155" h="2162175">
                  <a:moveTo>
                    <a:pt x="7589948" y="1758521"/>
                  </a:moveTo>
                  <a:lnTo>
                    <a:pt x="7561372" y="1758521"/>
                  </a:lnTo>
                  <a:lnTo>
                    <a:pt x="7561372" y="1729945"/>
                  </a:lnTo>
                  <a:lnTo>
                    <a:pt x="7589948" y="1729945"/>
                  </a:lnTo>
                  <a:lnTo>
                    <a:pt x="7589948" y="1758521"/>
                  </a:lnTo>
                  <a:close/>
                </a:path>
                <a:path w="7590155" h="2162175">
                  <a:moveTo>
                    <a:pt x="7589948" y="1815671"/>
                  </a:moveTo>
                  <a:lnTo>
                    <a:pt x="7561372" y="1815671"/>
                  </a:lnTo>
                  <a:lnTo>
                    <a:pt x="7561372" y="1787096"/>
                  </a:lnTo>
                  <a:lnTo>
                    <a:pt x="7589948" y="1787096"/>
                  </a:lnTo>
                  <a:lnTo>
                    <a:pt x="7589948" y="1815671"/>
                  </a:lnTo>
                  <a:close/>
                </a:path>
                <a:path w="7590155" h="2162175">
                  <a:moveTo>
                    <a:pt x="7589948" y="1872821"/>
                  </a:moveTo>
                  <a:lnTo>
                    <a:pt x="7561372" y="1872821"/>
                  </a:lnTo>
                  <a:lnTo>
                    <a:pt x="7561372" y="1844246"/>
                  </a:lnTo>
                  <a:lnTo>
                    <a:pt x="7589948" y="1844246"/>
                  </a:lnTo>
                  <a:lnTo>
                    <a:pt x="7589948" y="1872821"/>
                  </a:lnTo>
                  <a:close/>
                </a:path>
                <a:path w="7590155" h="2162175">
                  <a:moveTo>
                    <a:pt x="7589948" y="1929971"/>
                  </a:moveTo>
                  <a:lnTo>
                    <a:pt x="7561372" y="1929971"/>
                  </a:lnTo>
                  <a:lnTo>
                    <a:pt x="7561372" y="1901396"/>
                  </a:lnTo>
                  <a:lnTo>
                    <a:pt x="7589948" y="1901396"/>
                  </a:lnTo>
                  <a:lnTo>
                    <a:pt x="7589948" y="1929971"/>
                  </a:lnTo>
                  <a:close/>
                </a:path>
                <a:path w="7590155" h="2162175">
                  <a:moveTo>
                    <a:pt x="7589948" y="1987121"/>
                  </a:moveTo>
                  <a:lnTo>
                    <a:pt x="7561372" y="1987121"/>
                  </a:lnTo>
                  <a:lnTo>
                    <a:pt x="7561372" y="1958546"/>
                  </a:lnTo>
                  <a:lnTo>
                    <a:pt x="7589948" y="1958546"/>
                  </a:lnTo>
                  <a:lnTo>
                    <a:pt x="7589948" y="1987121"/>
                  </a:lnTo>
                  <a:close/>
                </a:path>
                <a:path w="7590155" h="2162175">
                  <a:moveTo>
                    <a:pt x="7583316" y="2043930"/>
                  </a:moveTo>
                  <a:lnTo>
                    <a:pt x="7556489" y="2036461"/>
                  </a:lnTo>
                  <a:lnTo>
                    <a:pt x="7558610" y="2028841"/>
                  </a:lnTo>
                  <a:lnTo>
                    <a:pt x="7560042" y="2021094"/>
                  </a:lnTo>
                  <a:lnTo>
                    <a:pt x="7560783" y="2013221"/>
                  </a:lnTo>
                  <a:lnTo>
                    <a:pt x="7588451" y="2015826"/>
                  </a:lnTo>
                  <a:lnTo>
                    <a:pt x="7586808" y="2032439"/>
                  </a:lnTo>
                  <a:lnTo>
                    <a:pt x="7583316" y="2043930"/>
                  </a:lnTo>
                  <a:close/>
                </a:path>
                <a:path w="7590155" h="2162175">
                  <a:moveTo>
                    <a:pt x="7558942" y="2095172"/>
                  </a:moveTo>
                  <a:lnTo>
                    <a:pt x="7536160" y="2078731"/>
                  </a:lnTo>
                  <a:lnTo>
                    <a:pt x="7540773" y="2072337"/>
                  </a:lnTo>
                  <a:lnTo>
                    <a:pt x="7544789" y="2065585"/>
                  </a:lnTo>
                  <a:lnTo>
                    <a:pt x="7548208" y="2058473"/>
                  </a:lnTo>
                  <a:lnTo>
                    <a:pt x="7573397" y="2070581"/>
                  </a:lnTo>
                  <a:lnTo>
                    <a:pt x="7562743" y="2090535"/>
                  </a:lnTo>
                  <a:lnTo>
                    <a:pt x="7558942" y="2095172"/>
                  </a:lnTo>
                  <a:close/>
                </a:path>
                <a:path w="7590155" h="2162175">
                  <a:moveTo>
                    <a:pt x="7517925" y="2135375"/>
                  </a:moveTo>
                  <a:lnTo>
                    <a:pt x="7502061" y="2111608"/>
                  </a:lnTo>
                  <a:lnTo>
                    <a:pt x="7508668" y="2107198"/>
                  </a:lnTo>
                  <a:lnTo>
                    <a:pt x="7514834" y="2102234"/>
                  </a:lnTo>
                  <a:lnTo>
                    <a:pt x="7520558" y="2096718"/>
                  </a:lnTo>
                  <a:lnTo>
                    <a:pt x="7540201" y="2117100"/>
                  </a:lnTo>
                  <a:lnTo>
                    <a:pt x="7517925" y="2135375"/>
                  </a:lnTo>
                  <a:close/>
                </a:path>
                <a:path w="7590155" h="2162175">
                  <a:moveTo>
                    <a:pt x="7465636" y="2157697"/>
                  </a:moveTo>
                  <a:lnTo>
                    <a:pt x="7459092" y="2130378"/>
                  </a:lnTo>
                  <a:lnTo>
                    <a:pt x="7466748" y="2128544"/>
                  </a:lnTo>
                  <a:lnTo>
                    <a:pt x="7474184" y="2126051"/>
                  </a:lnTo>
                  <a:lnTo>
                    <a:pt x="7481399" y="2122900"/>
                  </a:lnTo>
                  <a:lnTo>
                    <a:pt x="7492727" y="2148836"/>
                  </a:lnTo>
                  <a:lnTo>
                    <a:pt x="7489993" y="2150296"/>
                  </a:lnTo>
                  <a:lnTo>
                    <a:pt x="7465636" y="2157697"/>
                  </a:lnTo>
                  <a:close/>
                </a:path>
                <a:path w="7590155" h="2162175">
                  <a:moveTo>
                    <a:pt x="7432543" y="2162174"/>
                  </a:moveTo>
                  <a:lnTo>
                    <a:pt x="7408570" y="2162174"/>
                  </a:lnTo>
                  <a:lnTo>
                    <a:pt x="7408570" y="2133973"/>
                  </a:lnTo>
                  <a:lnTo>
                    <a:pt x="7433118" y="2133973"/>
                  </a:lnTo>
                  <a:lnTo>
                    <a:pt x="7435659" y="2133827"/>
                  </a:lnTo>
                  <a:lnTo>
                    <a:pt x="7437256" y="2161708"/>
                  </a:lnTo>
                  <a:lnTo>
                    <a:pt x="7432543" y="2162174"/>
                  </a:lnTo>
                  <a:close/>
                </a:path>
                <a:path w="7590155" h="2162175">
                  <a:moveTo>
                    <a:pt x="7379995" y="2162174"/>
                  </a:moveTo>
                  <a:lnTo>
                    <a:pt x="7351421" y="2162174"/>
                  </a:lnTo>
                  <a:lnTo>
                    <a:pt x="7351421" y="2134046"/>
                  </a:lnTo>
                  <a:lnTo>
                    <a:pt x="7379995" y="2134046"/>
                  </a:lnTo>
                  <a:lnTo>
                    <a:pt x="7379995" y="2162174"/>
                  </a:lnTo>
                  <a:close/>
                </a:path>
                <a:path w="7590155" h="2162175">
                  <a:moveTo>
                    <a:pt x="7322846" y="2162174"/>
                  </a:moveTo>
                  <a:lnTo>
                    <a:pt x="7294271" y="2162174"/>
                  </a:lnTo>
                  <a:lnTo>
                    <a:pt x="7294271" y="2134046"/>
                  </a:lnTo>
                  <a:lnTo>
                    <a:pt x="7322846" y="2134046"/>
                  </a:lnTo>
                  <a:lnTo>
                    <a:pt x="7322846" y="2162174"/>
                  </a:lnTo>
                  <a:close/>
                </a:path>
                <a:path w="7590155" h="2162175">
                  <a:moveTo>
                    <a:pt x="7265696" y="2162174"/>
                  </a:moveTo>
                  <a:lnTo>
                    <a:pt x="7237121" y="2162174"/>
                  </a:lnTo>
                  <a:lnTo>
                    <a:pt x="7237121" y="2134046"/>
                  </a:lnTo>
                  <a:lnTo>
                    <a:pt x="7265696" y="2134046"/>
                  </a:lnTo>
                  <a:lnTo>
                    <a:pt x="7265696" y="2162174"/>
                  </a:lnTo>
                  <a:close/>
                </a:path>
                <a:path w="7590155" h="2162175">
                  <a:moveTo>
                    <a:pt x="7208546" y="2162174"/>
                  </a:moveTo>
                  <a:lnTo>
                    <a:pt x="7179971" y="2162174"/>
                  </a:lnTo>
                  <a:lnTo>
                    <a:pt x="7179971" y="2134046"/>
                  </a:lnTo>
                  <a:lnTo>
                    <a:pt x="7208546" y="2134046"/>
                  </a:lnTo>
                  <a:lnTo>
                    <a:pt x="7208546" y="2162174"/>
                  </a:lnTo>
                  <a:close/>
                </a:path>
                <a:path w="7590155" h="2162175">
                  <a:moveTo>
                    <a:pt x="7151396" y="2162174"/>
                  </a:moveTo>
                  <a:lnTo>
                    <a:pt x="7122821" y="2162174"/>
                  </a:lnTo>
                  <a:lnTo>
                    <a:pt x="7122821" y="2134046"/>
                  </a:lnTo>
                  <a:lnTo>
                    <a:pt x="7151396" y="2134046"/>
                  </a:lnTo>
                  <a:lnTo>
                    <a:pt x="7151396" y="2162174"/>
                  </a:lnTo>
                  <a:close/>
                </a:path>
                <a:path w="7590155" h="2162175">
                  <a:moveTo>
                    <a:pt x="7094246" y="2162174"/>
                  </a:moveTo>
                  <a:lnTo>
                    <a:pt x="7065671" y="2162174"/>
                  </a:lnTo>
                  <a:lnTo>
                    <a:pt x="7065671" y="2134046"/>
                  </a:lnTo>
                  <a:lnTo>
                    <a:pt x="7094246" y="2134046"/>
                  </a:lnTo>
                  <a:lnTo>
                    <a:pt x="7094246" y="2162174"/>
                  </a:lnTo>
                  <a:close/>
                </a:path>
                <a:path w="7590155" h="2162175">
                  <a:moveTo>
                    <a:pt x="7037096" y="2162174"/>
                  </a:moveTo>
                  <a:lnTo>
                    <a:pt x="7008521" y="2162174"/>
                  </a:lnTo>
                  <a:lnTo>
                    <a:pt x="7008521" y="2134046"/>
                  </a:lnTo>
                  <a:lnTo>
                    <a:pt x="7037096" y="2134046"/>
                  </a:lnTo>
                  <a:lnTo>
                    <a:pt x="7037096" y="2162174"/>
                  </a:lnTo>
                  <a:close/>
                </a:path>
                <a:path w="7590155" h="2162175">
                  <a:moveTo>
                    <a:pt x="6979946" y="2162174"/>
                  </a:moveTo>
                  <a:lnTo>
                    <a:pt x="6951371" y="2162174"/>
                  </a:lnTo>
                  <a:lnTo>
                    <a:pt x="6951371" y="2134046"/>
                  </a:lnTo>
                  <a:lnTo>
                    <a:pt x="6979946" y="2134046"/>
                  </a:lnTo>
                  <a:lnTo>
                    <a:pt x="6979946" y="2162174"/>
                  </a:lnTo>
                  <a:close/>
                </a:path>
                <a:path w="7590155" h="2162175">
                  <a:moveTo>
                    <a:pt x="6922796" y="2162174"/>
                  </a:moveTo>
                  <a:lnTo>
                    <a:pt x="6894221" y="2162174"/>
                  </a:lnTo>
                  <a:lnTo>
                    <a:pt x="6894221" y="2134046"/>
                  </a:lnTo>
                  <a:lnTo>
                    <a:pt x="6922796" y="2134046"/>
                  </a:lnTo>
                  <a:lnTo>
                    <a:pt x="6922796" y="2162174"/>
                  </a:lnTo>
                  <a:close/>
                </a:path>
                <a:path w="7590155" h="2162175">
                  <a:moveTo>
                    <a:pt x="6865646" y="2162174"/>
                  </a:moveTo>
                  <a:lnTo>
                    <a:pt x="6837071" y="2162174"/>
                  </a:lnTo>
                  <a:lnTo>
                    <a:pt x="6837071" y="2134046"/>
                  </a:lnTo>
                  <a:lnTo>
                    <a:pt x="6865646" y="2134046"/>
                  </a:lnTo>
                  <a:lnTo>
                    <a:pt x="6865646" y="2162174"/>
                  </a:lnTo>
                  <a:close/>
                </a:path>
                <a:path w="7590155" h="2162175">
                  <a:moveTo>
                    <a:pt x="6808496" y="2162174"/>
                  </a:moveTo>
                  <a:lnTo>
                    <a:pt x="6779921" y="2162174"/>
                  </a:lnTo>
                  <a:lnTo>
                    <a:pt x="6779921" y="2134046"/>
                  </a:lnTo>
                  <a:lnTo>
                    <a:pt x="6808496" y="2134046"/>
                  </a:lnTo>
                  <a:lnTo>
                    <a:pt x="6808496" y="2162174"/>
                  </a:lnTo>
                  <a:close/>
                </a:path>
                <a:path w="7590155" h="2162175">
                  <a:moveTo>
                    <a:pt x="6751346" y="2162174"/>
                  </a:moveTo>
                  <a:lnTo>
                    <a:pt x="6722771" y="2162174"/>
                  </a:lnTo>
                  <a:lnTo>
                    <a:pt x="6722771" y="2134046"/>
                  </a:lnTo>
                  <a:lnTo>
                    <a:pt x="6751346" y="2134046"/>
                  </a:lnTo>
                  <a:lnTo>
                    <a:pt x="6751346" y="2162174"/>
                  </a:lnTo>
                  <a:close/>
                </a:path>
                <a:path w="7590155" h="2162175">
                  <a:moveTo>
                    <a:pt x="6694196" y="2162174"/>
                  </a:moveTo>
                  <a:lnTo>
                    <a:pt x="6665621" y="2162174"/>
                  </a:lnTo>
                  <a:lnTo>
                    <a:pt x="6665621" y="2134046"/>
                  </a:lnTo>
                  <a:lnTo>
                    <a:pt x="6694196" y="2134046"/>
                  </a:lnTo>
                  <a:lnTo>
                    <a:pt x="6694196" y="2162174"/>
                  </a:lnTo>
                  <a:close/>
                </a:path>
                <a:path w="7590155" h="2162175">
                  <a:moveTo>
                    <a:pt x="6637046" y="2162174"/>
                  </a:moveTo>
                  <a:lnTo>
                    <a:pt x="6608471" y="2162174"/>
                  </a:lnTo>
                  <a:lnTo>
                    <a:pt x="6608471" y="2134046"/>
                  </a:lnTo>
                  <a:lnTo>
                    <a:pt x="6637046" y="2134046"/>
                  </a:lnTo>
                  <a:lnTo>
                    <a:pt x="6637046" y="2162174"/>
                  </a:lnTo>
                  <a:close/>
                </a:path>
                <a:path w="7590155" h="2162175">
                  <a:moveTo>
                    <a:pt x="6579896" y="2162174"/>
                  </a:moveTo>
                  <a:lnTo>
                    <a:pt x="6551321" y="2162174"/>
                  </a:lnTo>
                  <a:lnTo>
                    <a:pt x="6551321" y="2134046"/>
                  </a:lnTo>
                  <a:lnTo>
                    <a:pt x="6579896" y="2134046"/>
                  </a:lnTo>
                  <a:lnTo>
                    <a:pt x="6579896" y="2162174"/>
                  </a:lnTo>
                  <a:close/>
                </a:path>
                <a:path w="7590155" h="2162175">
                  <a:moveTo>
                    <a:pt x="6522746" y="2162174"/>
                  </a:moveTo>
                  <a:lnTo>
                    <a:pt x="6494171" y="2162174"/>
                  </a:lnTo>
                  <a:lnTo>
                    <a:pt x="6494171" y="2134046"/>
                  </a:lnTo>
                  <a:lnTo>
                    <a:pt x="6522746" y="2134046"/>
                  </a:lnTo>
                  <a:lnTo>
                    <a:pt x="6522746" y="2162174"/>
                  </a:lnTo>
                  <a:close/>
                </a:path>
                <a:path w="7590155" h="2162175">
                  <a:moveTo>
                    <a:pt x="6465596" y="2162174"/>
                  </a:moveTo>
                  <a:lnTo>
                    <a:pt x="6437021" y="2162174"/>
                  </a:lnTo>
                  <a:lnTo>
                    <a:pt x="6437021" y="2134046"/>
                  </a:lnTo>
                  <a:lnTo>
                    <a:pt x="6465596" y="2134046"/>
                  </a:lnTo>
                  <a:lnTo>
                    <a:pt x="6465596" y="2162174"/>
                  </a:lnTo>
                  <a:close/>
                </a:path>
                <a:path w="7590155" h="2162175">
                  <a:moveTo>
                    <a:pt x="6408446" y="2162174"/>
                  </a:moveTo>
                  <a:lnTo>
                    <a:pt x="6379871" y="2162174"/>
                  </a:lnTo>
                  <a:lnTo>
                    <a:pt x="6379871" y="2134046"/>
                  </a:lnTo>
                  <a:lnTo>
                    <a:pt x="6408446" y="2134046"/>
                  </a:lnTo>
                  <a:lnTo>
                    <a:pt x="6408446" y="2162174"/>
                  </a:lnTo>
                  <a:close/>
                </a:path>
                <a:path w="7590155" h="2162175">
                  <a:moveTo>
                    <a:pt x="6351296" y="2162174"/>
                  </a:moveTo>
                  <a:lnTo>
                    <a:pt x="6322721" y="2162174"/>
                  </a:lnTo>
                  <a:lnTo>
                    <a:pt x="6322721" y="2134046"/>
                  </a:lnTo>
                  <a:lnTo>
                    <a:pt x="6351296" y="2134046"/>
                  </a:lnTo>
                  <a:lnTo>
                    <a:pt x="6351296" y="2162174"/>
                  </a:lnTo>
                  <a:close/>
                </a:path>
                <a:path w="7590155" h="2162175">
                  <a:moveTo>
                    <a:pt x="6294146" y="2162174"/>
                  </a:moveTo>
                  <a:lnTo>
                    <a:pt x="6265571" y="2162174"/>
                  </a:lnTo>
                  <a:lnTo>
                    <a:pt x="6265571" y="2134046"/>
                  </a:lnTo>
                  <a:lnTo>
                    <a:pt x="6294146" y="2134046"/>
                  </a:lnTo>
                  <a:lnTo>
                    <a:pt x="6294146" y="2162174"/>
                  </a:lnTo>
                  <a:close/>
                </a:path>
                <a:path w="7590155" h="2162175">
                  <a:moveTo>
                    <a:pt x="6236996" y="2162174"/>
                  </a:moveTo>
                  <a:lnTo>
                    <a:pt x="6208421" y="2162174"/>
                  </a:lnTo>
                  <a:lnTo>
                    <a:pt x="6208421" y="2134046"/>
                  </a:lnTo>
                  <a:lnTo>
                    <a:pt x="6236996" y="2134046"/>
                  </a:lnTo>
                  <a:lnTo>
                    <a:pt x="6236996" y="2162174"/>
                  </a:lnTo>
                  <a:close/>
                </a:path>
                <a:path w="7590155" h="2162175">
                  <a:moveTo>
                    <a:pt x="6179846" y="2162174"/>
                  </a:moveTo>
                  <a:lnTo>
                    <a:pt x="6151271" y="2162174"/>
                  </a:lnTo>
                  <a:lnTo>
                    <a:pt x="6151271" y="2134046"/>
                  </a:lnTo>
                  <a:lnTo>
                    <a:pt x="6179846" y="2134046"/>
                  </a:lnTo>
                  <a:lnTo>
                    <a:pt x="6179846" y="2162174"/>
                  </a:lnTo>
                  <a:close/>
                </a:path>
                <a:path w="7590155" h="2162175">
                  <a:moveTo>
                    <a:pt x="6122696" y="2162174"/>
                  </a:moveTo>
                  <a:lnTo>
                    <a:pt x="6094121" y="2162174"/>
                  </a:lnTo>
                  <a:lnTo>
                    <a:pt x="6094121" y="2134046"/>
                  </a:lnTo>
                  <a:lnTo>
                    <a:pt x="6122696" y="2134046"/>
                  </a:lnTo>
                  <a:lnTo>
                    <a:pt x="6122696" y="2162174"/>
                  </a:lnTo>
                  <a:close/>
                </a:path>
                <a:path w="7590155" h="2162175">
                  <a:moveTo>
                    <a:pt x="6065546" y="2162174"/>
                  </a:moveTo>
                  <a:lnTo>
                    <a:pt x="6036971" y="2162174"/>
                  </a:lnTo>
                  <a:lnTo>
                    <a:pt x="6036971" y="2134046"/>
                  </a:lnTo>
                  <a:lnTo>
                    <a:pt x="6065546" y="2134046"/>
                  </a:lnTo>
                  <a:lnTo>
                    <a:pt x="6065546" y="2162174"/>
                  </a:lnTo>
                  <a:close/>
                </a:path>
                <a:path w="7590155" h="2162175">
                  <a:moveTo>
                    <a:pt x="6008396" y="2162174"/>
                  </a:moveTo>
                  <a:lnTo>
                    <a:pt x="5979821" y="2162174"/>
                  </a:lnTo>
                  <a:lnTo>
                    <a:pt x="5979821" y="2134046"/>
                  </a:lnTo>
                  <a:lnTo>
                    <a:pt x="6008396" y="2134046"/>
                  </a:lnTo>
                  <a:lnTo>
                    <a:pt x="6008396" y="2162174"/>
                  </a:lnTo>
                  <a:close/>
                </a:path>
                <a:path w="7590155" h="2162175">
                  <a:moveTo>
                    <a:pt x="5951246" y="2162174"/>
                  </a:moveTo>
                  <a:lnTo>
                    <a:pt x="5922671" y="2162174"/>
                  </a:lnTo>
                  <a:lnTo>
                    <a:pt x="5922671" y="2134046"/>
                  </a:lnTo>
                  <a:lnTo>
                    <a:pt x="5951246" y="2134046"/>
                  </a:lnTo>
                  <a:lnTo>
                    <a:pt x="5951246" y="2162174"/>
                  </a:lnTo>
                  <a:close/>
                </a:path>
                <a:path w="7590155" h="2162175">
                  <a:moveTo>
                    <a:pt x="5894096" y="2162174"/>
                  </a:moveTo>
                  <a:lnTo>
                    <a:pt x="5865521" y="2162174"/>
                  </a:lnTo>
                  <a:lnTo>
                    <a:pt x="5865521" y="2134046"/>
                  </a:lnTo>
                  <a:lnTo>
                    <a:pt x="5894096" y="2134046"/>
                  </a:lnTo>
                  <a:lnTo>
                    <a:pt x="5894096" y="2162174"/>
                  </a:lnTo>
                  <a:close/>
                </a:path>
                <a:path w="7590155" h="2162175">
                  <a:moveTo>
                    <a:pt x="5836946" y="2162174"/>
                  </a:moveTo>
                  <a:lnTo>
                    <a:pt x="5808371" y="2162174"/>
                  </a:lnTo>
                  <a:lnTo>
                    <a:pt x="5808371" y="2134046"/>
                  </a:lnTo>
                  <a:lnTo>
                    <a:pt x="5836946" y="2134046"/>
                  </a:lnTo>
                  <a:lnTo>
                    <a:pt x="5836946" y="2162174"/>
                  </a:lnTo>
                  <a:close/>
                </a:path>
                <a:path w="7590155" h="2162175">
                  <a:moveTo>
                    <a:pt x="5779796" y="2162174"/>
                  </a:moveTo>
                  <a:lnTo>
                    <a:pt x="5751221" y="2162174"/>
                  </a:lnTo>
                  <a:lnTo>
                    <a:pt x="5751221" y="2134046"/>
                  </a:lnTo>
                  <a:lnTo>
                    <a:pt x="5779796" y="2134046"/>
                  </a:lnTo>
                  <a:lnTo>
                    <a:pt x="5779796" y="2162174"/>
                  </a:lnTo>
                  <a:close/>
                </a:path>
                <a:path w="7590155" h="2162175">
                  <a:moveTo>
                    <a:pt x="5722646" y="2162174"/>
                  </a:moveTo>
                  <a:lnTo>
                    <a:pt x="5694071" y="2162174"/>
                  </a:lnTo>
                  <a:lnTo>
                    <a:pt x="5694071" y="2134046"/>
                  </a:lnTo>
                  <a:lnTo>
                    <a:pt x="5722646" y="2134046"/>
                  </a:lnTo>
                  <a:lnTo>
                    <a:pt x="5722646" y="2162174"/>
                  </a:lnTo>
                  <a:close/>
                </a:path>
                <a:path w="7590155" h="2162175">
                  <a:moveTo>
                    <a:pt x="5665496" y="2162174"/>
                  </a:moveTo>
                  <a:lnTo>
                    <a:pt x="5636921" y="2162174"/>
                  </a:lnTo>
                  <a:lnTo>
                    <a:pt x="5636921" y="2134046"/>
                  </a:lnTo>
                  <a:lnTo>
                    <a:pt x="5665496" y="2134046"/>
                  </a:lnTo>
                  <a:lnTo>
                    <a:pt x="5665496" y="2162174"/>
                  </a:lnTo>
                  <a:close/>
                </a:path>
                <a:path w="7590155" h="2162175">
                  <a:moveTo>
                    <a:pt x="5608346" y="2162174"/>
                  </a:moveTo>
                  <a:lnTo>
                    <a:pt x="5579771" y="2162174"/>
                  </a:lnTo>
                  <a:lnTo>
                    <a:pt x="5579771" y="2134046"/>
                  </a:lnTo>
                  <a:lnTo>
                    <a:pt x="5608346" y="2134046"/>
                  </a:lnTo>
                  <a:lnTo>
                    <a:pt x="5608346" y="2162174"/>
                  </a:lnTo>
                  <a:close/>
                </a:path>
                <a:path w="7590155" h="2162175">
                  <a:moveTo>
                    <a:pt x="5551196" y="2162174"/>
                  </a:moveTo>
                  <a:lnTo>
                    <a:pt x="5522621" y="2162174"/>
                  </a:lnTo>
                  <a:lnTo>
                    <a:pt x="5522621" y="2134046"/>
                  </a:lnTo>
                  <a:lnTo>
                    <a:pt x="5551196" y="2134046"/>
                  </a:lnTo>
                  <a:lnTo>
                    <a:pt x="5551196" y="2162174"/>
                  </a:lnTo>
                  <a:close/>
                </a:path>
                <a:path w="7590155" h="2162175">
                  <a:moveTo>
                    <a:pt x="5494046" y="2162174"/>
                  </a:moveTo>
                  <a:lnTo>
                    <a:pt x="5465471" y="2162174"/>
                  </a:lnTo>
                  <a:lnTo>
                    <a:pt x="5465471" y="2134046"/>
                  </a:lnTo>
                  <a:lnTo>
                    <a:pt x="5494046" y="2134046"/>
                  </a:lnTo>
                  <a:lnTo>
                    <a:pt x="5494046" y="2162174"/>
                  </a:lnTo>
                  <a:close/>
                </a:path>
                <a:path w="7590155" h="2162175">
                  <a:moveTo>
                    <a:pt x="5436896" y="2162174"/>
                  </a:moveTo>
                  <a:lnTo>
                    <a:pt x="5408321" y="2162174"/>
                  </a:lnTo>
                  <a:lnTo>
                    <a:pt x="5408321" y="2134046"/>
                  </a:lnTo>
                  <a:lnTo>
                    <a:pt x="5436896" y="2134046"/>
                  </a:lnTo>
                  <a:lnTo>
                    <a:pt x="5436896" y="2162174"/>
                  </a:lnTo>
                  <a:close/>
                </a:path>
                <a:path w="7590155" h="2162175">
                  <a:moveTo>
                    <a:pt x="5379746" y="2162174"/>
                  </a:moveTo>
                  <a:lnTo>
                    <a:pt x="5351171" y="2162174"/>
                  </a:lnTo>
                  <a:lnTo>
                    <a:pt x="5351171" y="2134046"/>
                  </a:lnTo>
                  <a:lnTo>
                    <a:pt x="5379746" y="2134046"/>
                  </a:lnTo>
                  <a:lnTo>
                    <a:pt x="5379746" y="2162174"/>
                  </a:lnTo>
                  <a:close/>
                </a:path>
                <a:path w="7590155" h="2162175">
                  <a:moveTo>
                    <a:pt x="5322596" y="2162174"/>
                  </a:moveTo>
                  <a:lnTo>
                    <a:pt x="5294021" y="2162174"/>
                  </a:lnTo>
                  <a:lnTo>
                    <a:pt x="5294021" y="2134046"/>
                  </a:lnTo>
                  <a:lnTo>
                    <a:pt x="5322596" y="2134046"/>
                  </a:lnTo>
                  <a:lnTo>
                    <a:pt x="5322596" y="2162174"/>
                  </a:lnTo>
                  <a:close/>
                </a:path>
                <a:path w="7590155" h="2162175">
                  <a:moveTo>
                    <a:pt x="5265446" y="2162174"/>
                  </a:moveTo>
                  <a:lnTo>
                    <a:pt x="5236871" y="2162174"/>
                  </a:lnTo>
                  <a:lnTo>
                    <a:pt x="5236871" y="2134046"/>
                  </a:lnTo>
                  <a:lnTo>
                    <a:pt x="5265446" y="2134046"/>
                  </a:lnTo>
                  <a:lnTo>
                    <a:pt x="5265446" y="2162174"/>
                  </a:lnTo>
                  <a:close/>
                </a:path>
                <a:path w="7590155" h="2162175">
                  <a:moveTo>
                    <a:pt x="5208296" y="2162174"/>
                  </a:moveTo>
                  <a:lnTo>
                    <a:pt x="5179721" y="2162174"/>
                  </a:lnTo>
                  <a:lnTo>
                    <a:pt x="5179721" y="2134046"/>
                  </a:lnTo>
                  <a:lnTo>
                    <a:pt x="5208296" y="2134046"/>
                  </a:lnTo>
                  <a:lnTo>
                    <a:pt x="5208296" y="2162174"/>
                  </a:lnTo>
                  <a:close/>
                </a:path>
                <a:path w="7590155" h="2162175">
                  <a:moveTo>
                    <a:pt x="5151146" y="2162174"/>
                  </a:moveTo>
                  <a:lnTo>
                    <a:pt x="5122571" y="2162174"/>
                  </a:lnTo>
                  <a:lnTo>
                    <a:pt x="5122571" y="2134046"/>
                  </a:lnTo>
                  <a:lnTo>
                    <a:pt x="5151146" y="2134046"/>
                  </a:lnTo>
                  <a:lnTo>
                    <a:pt x="5151146" y="2162174"/>
                  </a:lnTo>
                  <a:close/>
                </a:path>
                <a:path w="7590155" h="2162175">
                  <a:moveTo>
                    <a:pt x="5093996" y="2162174"/>
                  </a:moveTo>
                  <a:lnTo>
                    <a:pt x="5065421" y="2162174"/>
                  </a:lnTo>
                  <a:lnTo>
                    <a:pt x="5065421" y="2134046"/>
                  </a:lnTo>
                  <a:lnTo>
                    <a:pt x="5093996" y="2134046"/>
                  </a:lnTo>
                  <a:lnTo>
                    <a:pt x="5093996" y="2162174"/>
                  </a:lnTo>
                  <a:close/>
                </a:path>
                <a:path w="7590155" h="2162175">
                  <a:moveTo>
                    <a:pt x="5036846" y="2162174"/>
                  </a:moveTo>
                  <a:lnTo>
                    <a:pt x="5008271" y="2162174"/>
                  </a:lnTo>
                  <a:lnTo>
                    <a:pt x="5008271" y="2134046"/>
                  </a:lnTo>
                  <a:lnTo>
                    <a:pt x="5036846" y="2134046"/>
                  </a:lnTo>
                  <a:lnTo>
                    <a:pt x="5036846" y="2162174"/>
                  </a:lnTo>
                  <a:close/>
                </a:path>
                <a:path w="7590155" h="2162175">
                  <a:moveTo>
                    <a:pt x="4979696" y="2162174"/>
                  </a:moveTo>
                  <a:lnTo>
                    <a:pt x="4951121" y="2162174"/>
                  </a:lnTo>
                  <a:lnTo>
                    <a:pt x="4951121" y="2134046"/>
                  </a:lnTo>
                  <a:lnTo>
                    <a:pt x="4979696" y="2134046"/>
                  </a:lnTo>
                  <a:lnTo>
                    <a:pt x="4979696" y="2162174"/>
                  </a:lnTo>
                  <a:close/>
                </a:path>
                <a:path w="7590155" h="2162175">
                  <a:moveTo>
                    <a:pt x="4922546" y="2162174"/>
                  </a:moveTo>
                  <a:lnTo>
                    <a:pt x="4893971" y="2162174"/>
                  </a:lnTo>
                  <a:lnTo>
                    <a:pt x="4893971" y="2134046"/>
                  </a:lnTo>
                  <a:lnTo>
                    <a:pt x="4922546" y="2134046"/>
                  </a:lnTo>
                  <a:lnTo>
                    <a:pt x="4922546" y="2162174"/>
                  </a:lnTo>
                  <a:close/>
                </a:path>
                <a:path w="7590155" h="2162175">
                  <a:moveTo>
                    <a:pt x="4865396" y="2162174"/>
                  </a:moveTo>
                  <a:lnTo>
                    <a:pt x="4836821" y="2162174"/>
                  </a:lnTo>
                  <a:lnTo>
                    <a:pt x="4836821" y="2134046"/>
                  </a:lnTo>
                  <a:lnTo>
                    <a:pt x="4865396" y="2134046"/>
                  </a:lnTo>
                  <a:lnTo>
                    <a:pt x="4865396" y="2162174"/>
                  </a:lnTo>
                  <a:close/>
                </a:path>
                <a:path w="7590155" h="2162175">
                  <a:moveTo>
                    <a:pt x="4808246" y="2162174"/>
                  </a:moveTo>
                  <a:lnTo>
                    <a:pt x="4779671" y="2162174"/>
                  </a:lnTo>
                  <a:lnTo>
                    <a:pt x="4779671" y="2134046"/>
                  </a:lnTo>
                  <a:lnTo>
                    <a:pt x="4808246" y="2134046"/>
                  </a:lnTo>
                  <a:lnTo>
                    <a:pt x="4808246" y="2162174"/>
                  </a:lnTo>
                  <a:close/>
                </a:path>
                <a:path w="7590155" h="2162175">
                  <a:moveTo>
                    <a:pt x="4751096" y="2162174"/>
                  </a:moveTo>
                  <a:lnTo>
                    <a:pt x="4722521" y="2162174"/>
                  </a:lnTo>
                  <a:lnTo>
                    <a:pt x="4722521" y="2134046"/>
                  </a:lnTo>
                  <a:lnTo>
                    <a:pt x="4751096" y="2134046"/>
                  </a:lnTo>
                  <a:lnTo>
                    <a:pt x="4751096" y="2162174"/>
                  </a:lnTo>
                  <a:close/>
                </a:path>
                <a:path w="7590155" h="2162175">
                  <a:moveTo>
                    <a:pt x="4693946" y="2162174"/>
                  </a:moveTo>
                  <a:lnTo>
                    <a:pt x="4665371" y="2162174"/>
                  </a:lnTo>
                  <a:lnTo>
                    <a:pt x="4665371" y="2134046"/>
                  </a:lnTo>
                  <a:lnTo>
                    <a:pt x="4693946" y="2134046"/>
                  </a:lnTo>
                  <a:lnTo>
                    <a:pt x="4693946" y="2162174"/>
                  </a:lnTo>
                  <a:close/>
                </a:path>
                <a:path w="7590155" h="2162175">
                  <a:moveTo>
                    <a:pt x="4636796" y="2162174"/>
                  </a:moveTo>
                  <a:lnTo>
                    <a:pt x="4608221" y="2162174"/>
                  </a:lnTo>
                  <a:lnTo>
                    <a:pt x="4608221" y="2134046"/>
                  </a:lnTo>
                  <a:lnTo>
                    <a:pt x="4636796" y="2134046"/>
                  </a:lnTo>
                  <a:lnTo>
                    <a:pt x="4636796" y="2162174"/>
                  </a:lnTo>
                  <a:close/>
                </a:path>
                <a:path w="7590155" h="2162175">
                  <a:moveTo>
                    <a:pt x="4579646" y="2162174"/>
                  </a:moveTo>
                  <a:lnTo>
                    <a:pt x="4551071" y="2162174"/>
                  </a:lnTo>
                  <a:lnTo>
                    <a:pt x="4551071" y="2134046"/>
                  </a:lnTo>
                  <a:lnTo>
                    <a:pt x="4579646" y="2134046"/>
                  </a:lnTo>
                  <a:lnTo>
                    <a:pt x="4579646" y="2162174"/>
                  </a:lnTo>
                  <a:close/>
                </a:path>
                <a:path w="7590155" h="2162175">
                  <a:moveTo>
                    <a:pt x="4522496" y="2162174"/>
                  </a:moveTo>
                  <a:lnTo>
                    <a:pt x="4493921" y="2162174"/>
                  </a:lnTo>
                  <a:lnTo>
                    <a:pt x="4493921" y="2134046"/>
                  </a:lnTo>
                  <a:lnTo>
                    <a:pt x="4522496" y="2134046"/>
                  </a:lnTo>
                  <a:lnTo>
                    <a:pt x="4522496" y="2162174"/>
                  </a:lnTo>
                  <a:close/>
                </a:path>
                <a:path w="7590155" h="2162175">
                  <a:moveTo>
                    <a:pt x="4465346" y="2162174"/>
                  </a:moveTo>
                  <a:lnTo>
                    <a:pt x="4436771" y="2162174"/>
                  </a:lnTo>
                  <a:lnTo>
                    <a:pt x="4436771" y="2134046"/>
                  </a:lnTo>
                  <a:lnTo>
                    <a:pt x="4465346" y="2134046"/>
                  </a:lnTo>
                  <a:lnTo>
                    <a:pt x="4465346" y="2162174"/>
                  </a:lnTo>
                  <a:close/>
                </a:path>
                <a:path w="7590155" h="2162175">
                  <a:moveTo>
                    <a:pt x="4408196" y="2162174"/>
                  </a:moveTo>
                  <a:lnTo>
                    <a:pt x="4379621" y="2162174"/>
                  </a:lnTo>
                  <a:lnTo>
                    <a:pt x="4379621" y="2134046"/>
                  </a:lnTo>
                  <a:lnTo>
                    <a:pt x="4408196" y="2134046"/>
                  </a:lnTo>
                  <a:lnTo>
                    <a:pt x="4408196" y="2162174"/>
                  </a:lnTo>
                  <a:close/>
                </a:path>
                <a:path w="7590155" h="2162175">
                  <a:moveTo>
                    <a:pt x="4351046" y="2162174"/>
                  </a:moveTo>
                  <a:lnTo>
                    <a:pt x="4322471" y="2162174"/>
                  </a:lnTo>
                  <a:lnTo>
                    <a:pt x="4322471" y="2134046"/>
                  </a:lnTo>
                  <a:lnTo>
                    <a:pt x="4351046" y="2134046"/>
                  </a:lnTo>
                  <a:lnTo>
                    <a:pt x="4351046" y="2162174"/>
                  </a:lnTo>
                  <a:close/>
                </a:path>
                <a:path w="7590155" h="2162175">
                  <a:moveTo>
                    <a:pt x="4293896" y="2162174"/>
                  </a:moveTo>
                  <a:lnTo>
                    <a:pt x="4265321" y="2162174"/>
                  </a:lnTo>
                  <a:lnTo>
                    <a:pt x="4265321" y="2134046"/>
                  </a:lnTo>
                  <a:lnTo>
                    <a:pt x="4293896" y="2134046"/>
                  </a:lnTo>
                  <a:lnTo>
                    <a:pt x="4293896" y="2162174"/>
                  </a:lnTo>
                  <a:close/>
                </a:path>
                <a:path w="7590155" h="2162175">
                  <a:moveTo>
                    <a:pt x="4236746" y="2162174"/>
                  </a:moveTo>
                  <a:lnTo>
                    <a:pt x="4208171" y="2162174"/>
                  </a:lnTo>
                  <a:lnTo>
                    <a:pt x="4208171" y="2134046"/>
                  </a:lnTo>
                  <a:lnTo>
                    <a:pt x="4236746" y="2134046"/>
                  </a:lnTo>
                  <a:lnTo>
                    <a:pt x="4236746" y="2162174"/>
                  </a:lnTo>
                  <a:close/>
                </a:path>
                <a:path w="7590155" h="2162175">
                  <a:moveTo>
                    <a:pt x="4179596" y="2162174"/>
                  </a:moveTo>
                  <a:lnTo>
                    <a:pt x="4151021" y="2162174"/>
                  </a:lnTo>
                  <a:lnTo>
                    <a:pt x="4151021" y="2134046"/>
                  </a:lnTo>
                  <a:lnTo>
                    <a:pt x="4179596" y="2134046"/>
                  </a:lnTo>
                  <a:lnTo>
                    <a:pt x="4179596" y="2162174"/>
                  </a:lnTo>
                  <a:close/>
                </a:path>
                <a:path w="7590155" h="2162175">
                  <a:moveTo>
                    <a:pt x="4122446" y="2162174"/>
                  </a:moveTo>
                  <a:lnTo>
                    <a:pt x="4093871" y="2162174"/>
                  </a:lnTo>
                  <a:lnTo>
                    <a:pt x="4093871" y="2134046"/>
                  </a:lnTo>
                  <a:lnTo>
                    <a:pt x="4122446" y="2134046"/>
                  </a:lnTo>
                  <a:lnTo>
                    <a:pt x="4122446" y="2162174"/>
                  </a:lnTo>
                  <a:close/>
                </a:path>
                <a:path w="7590155" h="2162175">
                  <a:moveTo>
                    <a:pt x="4065296" y="2162174"/>
                  </a:moveTo>
                  <a:lnTo>
                    <a:pt x="4036721" y="2162174"/>
                  </a:lnTo>
                  <a:lnTo>
                    <a:pt x="4036721" y="2134046"/>
                  </a:lnTo>
                  <a:lnTo>
                    <a:pt x="4065296" y="2134046"/>
                  </a:lnTo>
                  <a:lnTo>
                    <a:pt x="4065296" y="2162174"/>
                  </a:lnTo>
                  <a:close/>
                </a:path>
                <a:path w="7590155" h="2162175">
                  <a:moveTo>
                    <a:pt x="4008146" y="2162174"/>
                  </a:moveTo>
                  <a:lnTo>
                    <a:pt x="3979571" y="2162174"/>
                  </a:lnTo>
                  <a:lnTo>
                    <a:pt x="3979571" y="2134046"/>
                  </a:lnTo>
                  <a:lnTo>
                    <a:pt x="4008146" y="2134046"/>
                  </a:lnTo>
                  <a:lnTo>
                    <a:pt x="4008146" y="2162174"/>
                  </a:lnTo>
                  <a:close/>
                </a:path>
                <a:path w="7590155" h="2162175">
                  <a:moveTo>
                    <a:pt x="3950996" y="2162174"/>
                  </a:moveTo>
                  <a:lnTo>
                    <a:pt x="3922421" y="2162174"/>
                  </a:lnTo>
                  <a:lnTo>
                    <a:pt x="3922421" y="2134046"/>
                  </a:lnTo>
                  <a:lnTo>
                    <a:pt x="3950996" y="2134046"/>
                  </a:lnTo>
                  <a:lnTo>
                    <a:pt x="3950996" y="2162174"/>
                  </a:lnTo>
                  <a:close/>
                </a:path>
                <a:path w="7590155" h="2162175">
                  <a:moveTo>
                    <a:pt x="3893846" y="2162174"/>
                  </a:moveTo>
                  <a:lnTo>
                    <a:pt x="3865271" y="2162174"/>
                  </a:lnTo>
                  <a:lnTo>
                    <a:pt x="3865271" y="2134046"/>
                  </a:lnTo>
                  <a:lnTo>
                    <a:pt x="3893846" y="2134046"/>
                  </a:lnTo>
                  <a:lnTo>
                    <a:pt x="3893846" y="2162174"/>
                  </a:lnTo>
                  <a:close/>
                </a:path>
                <a:path w="7590155" h="2162175">
                  <a:moveTo>
                    <a:pt x="3836696" y="2162174"/>
                  </a:moveTo>
                  <a:lnTo>
                    <a:pt x="3808121" y="2162174"/>
                  </a:lnTo>
                  <a:lnTo>
                    <a:pt x="3808121" y="2134046"/>
                  </a:lnTo>
                  <a:lnTo>
                    <a:pt x="3836696" y="2134046"/>
                  </a:lnTo>
                  <a:lnTo>
                    <a:pt x="3836696" y="2162174"/>
                  </a:lnTo>
                  <a:close/>
                </a:path>
                <a:path w="7590155" h="2162175">
                  <a:moveTo>
                    <a:pt x="3779546" y="2162174"/>
                  </a:moveTo>
                  <a:lnTo>
                    <a:pt x="3750971" y="2162174"/>
                  </a:lnTo>
                  <a:lnTo>
                    <a:pt x="3750971" y="2134046"/>
                  </a:lnTo>
                  <a:lnTo>
                    <a:pt x="3779546" y="2134046"/>
                  </a:lnTo>
                  <a:lnTo>
                    <a:pt x="3779546" y="2162174"/>
                  </a:lnTo>
                  <a:close/>
                </a:path>
                <a:path w="7590155" h="2162175">
                  <a:moveTo>
                    <a:pt x="3722396" y="2162174"/>
                  </a:moveTo>
                  <a:lnTo>
                    <a:pt x="3693821" y="2162174"/>
                  </a:lnTo>
                  <a:lnTo>
                    <a:pt x="3693821" y="2134046"/>
                  </a:lnTo>
                  <a:lnTo>
                    <a:pt x="3722396" y="2134046"/>
                  </a:lnTo>
                  <a:lnTo>
                    <a:pt x="3722396" y="2162174"/>
                  </a:lnTo>
                  <a:close/>
                </a:path>
                <a:path w="7590155" h="2162175">
                  <a:moveTo>
                    <a:pt x="3665245" y="2162174"/>
                  </a:moveTo>
                  <a:lnTo>
                    <a:pt x="3636671" y="2162174"/>
                  </a:lnTo>
                  <a:lnTo>
                    <a:pt x="3636671" y="2134046"/>
                  </a:lnTo>
                  <a:lnTo>
                    <a:pt x="3665245" y="2134046"/>
                  </a:lnTo>
                  <a:lnTo>
                    <a:pt x="3665245" y="2162174"/>
                  </a:lnTo>
                  <a:close/>
                </a:path>
                <a:path w="7590155" h="2162175">
                  <a:moveTo>
                    <a:pt x="3608096" y="2162174"/>
                  </a:moveTo>
                  <a:lnTo>
                    <a:pt x="3579521" y="2162174"/>
                  </a:lnTo>
                  <a:lnTo>
                    <a:pt x="3579521" y="2134046"/>
                  </a:lnTo>
                  <a:lnTo>
                    <a:pt x="3608096" y="2134046"/>
                  </a:lnTo>
                  <a:lnTo>
                    <a:pt x="3608096" y="2162174"/>
                  </a:lnTo>
                  <a:close/>
                </a:path>
                <a:path w="7590155" h="2162175">
                  <a:moveTo>
                    <a:pt x="3550945" y="2162174"/>
                  </a:moveTo>
                  <a:lnTo>
                    <a:pt x="3522371" y="2162174"/>
                  </a:lnTo>
                  <a:lnTo>
                    <a:pt x="3522371" y="2134046"/>
                  </a:lnTo>
                  <a:lnTo>
                    <a:pt x="3550945" y="2134046"/>
                  </a:lnTo>
                  <a:lnTo>
                    <a:pt x="3550945" y="2162174"/>
                  </a:lnTo>
                  <a:close/>
                </a:path>
                <a:path w="7590155" h="2162175">
                  <a:moveTo>
                    <a:pt x="3493796" y="2162174"/>
                  </a:moveTo>
                  <a:lnTo>
                    <a:pt x="3465221" y="2162174"/>
                  </a:lnTo>
                  <a:lnTo>
                    <a:pt x="3465221" y="2134046"/>
                  </a:lnTo>
                  <a:lnTo>
                    <a:pt x="3493796" y="2134046"/>
                  </a:lnTo>
                  <a:lnTo>
                    <a:pt x="3493796" y="2162174"/>
                  </a:lnTo>
                  <a:close/>
                </a:path>
                <a:path w="7590155" h="2162175">
                  <a:moveTo>
                    <a:pt x="3436646" y="2162174"/>
                  </a:moveTo>
                  <a:lnTo>
                    <a:pt x="3408071" y="2162174"/>
                  </a:lnTo>
                  <a:lnTo>
                    <a:pt x="3408071" y="2134046"/>
                  </a:lnTo>
                  <a:lnTo>
                    <a:pt x="3436646" y="2134046"/>
                  </a:lnTo>
                  <a:lnTo>
                    <a:pt x="3436646" y="2162174"/>
                  </a:lnTo>
                  <a:close/>
                </a:path>
                <a:path w="7590155" h="2162175">
                  <a:moveTo>
                    <a:pt x="3379496" y="2162174"/>
                  </a:moveTo>
                  <a:lnTo>
                    <a:pt x="3350920" y="2162174"/>
                  </a:lnTo>
                  <a:lnTo>
                    <a:pt x="3350920" y="2134046"/>
                  </a:lnTo>
                  <a:lnTo>
                    <a:pt x="3379496" y="2134046"/>
                  </a:lnTo>
                  <a:lnTo>
                    <a:pt x="3379496" y="2162174"/>
                  </a:lnTo>
                  <a:close/>
                </a:path>
                <a:path w="7590155" h="2162175">
                  <a:moveTo>
                    <a:pt x="3322346" y="2162174"/>
                  </a:moveTo>
                  <a:lnTo>
                    <a:pt x="3293771" y="2162174"/>
                  </a:lnTo>
                  <a:lnTo>
                    <a:pt x="3293771" y="2134046"/>
                  </a:lnTo>
                  <a:lnTo>
                    <a:pt x="3322346" y="2134046"/>
                  </a:lnTo>
                  <a:lnTo>
                    <a:pt x="3322346" y="2162174"/>
                  </a:lnTo>
                  <a:close/>
                </a:path>
                <a:path w="7590155" h="2162175">
                  <a:moveTo>
                    <a:pt x="3265196" y="2162174"/>
                  </a:moveTo>
                  <a:lnTo>
                    <a:pt x="3236620" y="2162174"/>
                  </a:lnTo>
                  <a:lnTo>
                    <a:pt x="3236620" y="2134046"/>
                  </a:lnTo>
                  <a:lnTo>
                    <a:pt x="3265196" y="2134046"/>
                  </a:lnTo>
                  <a:lnTo>
                    <a:pt x="3265196" y="2162174"/>
                  </a:lnTo>
                  <a:close/>
                </a:path>
                <a:path w="7590155" h="2162175">
                  <a:moveTo>
                    <a:pt x="3208046" y="2162174"/>
                  </a:moveTo>
                  <a:lnTo>
                    <a:pt x="3179471" y="2162174"/>
                  </a:lnTo>
                  <a:lnTo>
                    <a:pt x="3179471" y="2134046"/>
                  </a:lnTo>
                  <a:lnTo>
                    <a:pt x="3208046" y="2134046"/>
                  </a:lnTo>
                  <a:lnTo>
                    <a:pt x="3208046" y="2162174"/>
                  </a:lnTo>
                  <a:close/>
                </a:path>
                <a:path w="7590155" h="2162175">
                  <a:moveTo>
                    <a:pt x="3150896" y="2162174"/>
                  </a:moveTo>
                  <a:lnTo>
                    <a:pt x="3122320" y="2162174"/>
                  </a:lnTo>
                  <a:lnTo>
                    <a:pt x="3122320" y="2134046"/>
                  </a:lnTo>
                  <a:lnTo>
                    <a:pt x="3150896" y="2134046"/>
                  </a:lnTo>
                  <a:lnTo>
                    <a:pt x="3150896" y="2162174"/>
                  </a:lnTo>
                  <a:close/>
                </a:path>
                <a:path w="7590155" h="2162175">
                  <a:moveTo>
                    <a:pt x="3093746" y="2162174"/>
                  </a:moveTo>
                  <a:lnTo>
                    <a:pt x="3065171" y="2162174"/>
                  </a:lnTo>
                  <a:lnTo>
                    <a:pt x="3065171" y="2134046"/>
                  </a:lnTo>
                  <a:lnTo>
                    <a:pt x="3093746" y="2134046"/>
                  </a:lnTo>
                  <a:lnTo>
                    <a:pt x="3093746" y="2162174"/>
                  </a:lnTo>
                  <a:close/>
                </a:path>
                <a:path w="7590155" h="2162175">
                  <a:moveTo>
                    <a:pt x="3036596" y="2162174"/>
                  </a:moveTo>
                  <a:lnTo>
                    <a:pt x="3008021" y="2162174"/>
                  </a:lnTo>
                  <a:lnTo>
                    <a:pt x="3008021" y="2134046"/>
                  </a:lnTo>
                  <a:lnTo>
                    <a:pt x="3036596" y="2134046"/>
                  </a:lnTo>
                  <a:lnTo>
                    <a:pt x="3036596" y="2162174"/>
                  </a:lnTo>
                  <a:close/>
                </a:path>
                <a:path w="7590155" h="2162175">
                  <a:moveTo>
                    <a:pt x="2979446" y="2162174"/>
                  </a:moveTo>
                  <a:lnTo>
                    <a:pt x="2950871" y="2162174"/>
                  </a:lnTo>
                  <a:lnTo>
                    <a:pt x="2950871" y="2134046"/>
                  </a:lnTo>
                  <a:lnTo>
                    <a:pt x="2979446" y="2134046"/>
                  </a:lnTo>
                  <a:lnTo>
                    <a:pt x="2979446" y="2162174"/>
                  </a:lnTo>
                  <a:close/>
                </a:path>
                <a:path w="7590155" h="2162175">
                  <a:moveTo>
                    <a:pt x="2922296" y="2162174"/>
                  </a:moveTo>
                  <a:lnTo>
                    <a:pt x="2893721" y="2162174"/>
                  </a:lnTo>
                  <a:lnTo>
                    <a:pt x="2893721" y="2134046"/>
                  </a:lnTo>
                  <a:lnTo>
                    <a:pt x="2922296" y="2134046"/>
                  </a:lnTo>
                  <a:lnTo>
                    <a:pt x="2922296" y="2162174"/>
                  </a:lnTo>
                  <a:close/>
                </a:path>
                <a:path w="7590155" h="2162175">
                  <a:moveTo>
                    <a:pt x="2865146" y="2162174"/>
                  </a:moveTo>
                  <a:lnTo>
                    <a:pt x="2836571" y="2162174"/>
                  </a:lnTo>
                  <a:lnTo>
                    <a:pt x="2836571" y="2134046"/>
                  </a:lnTo>
                  <a:lnTo>
                    <a:pt x="2865146" y="2134046"/>
                  </a:lnTo>
                  <a:lnTo>
                    <a:pt x="2865146" y="2162174"/>
                  </a:lnTo>
                  <a:close/>
                </a:path>
                <a:path w="7590155" h="2162175">
                  <a:moveTo>
                    <a:pt x="2807996" y="2162174"/>
                  </a:moveTo>
                  <a:lnTo>
                    <a:pt x="2779421" y="2162174"/>
                  </a:lnTo>
                  <a:lnTo>
                    <a:pt x="2779421" y="2134046"/>
                  </a:lnTo>
                  <a:lnTo>
                    <a:pt x="2807996" y="2134046"/>
                  </a:lnTo>
                  <a:lnTo>
                    <a:pt x="2807996" y="2162174"/>
                  </a:lnTo>
                  <a:close/>
                </a:path>
                <a:path w="7590155" h="2162175">
                  <a:moveTo>
                    <a:pt x="2750846" y="2162174"/>
                  </a:moveTo>
                  <a:lnTo>
                    <a:pt x="2722271" y="2162174"/>
                  </a:lnTo>
                  <a:lnTo>
                    <a:pt x="2722271" y="2134046"/>
                  </a:lnTo>
                  <a:lnTo>
                    <a:pt x="2750846" y="2134046"/>
                  </a:lnTo>
                  <a:lnTo>
                    <a:pt x="2750846" y="2162174"/>
                  </a:lnTo>
                  <a:close/>
                </a:path>
                <a:path w="7590155" h="2162175">
                  <a:moveTo>
                    <a:pt x="2693696" y="2162174"/>
                  </a:moveTo>
                  <a:lnTo>
                    <a:pt x="2665121" y="2162174"/>
                  </a:lnTo>
                  <a:lnTo>
                    <a:pt x="2665121" y="2134046"/>
                  </a:lnTo>
                  <a:lnTo>
                    <a:pt x="2693696" y="2134046"/>
                  </a:lnTo>
                  <a:lnTo>
                    <a:pt x="2693696" y="2162174"/>
                  </a:lnTo>
                  <a:close/>
                </a:path>
                <a:path w="7590155" h="2162175">
                  <a:moveTo>
                    <a:pt x="2636546" y="2162174"/>
                  </a:moveTo>
                  <a:lnTo>
                    <a:pt x="2607971" y="2162174"/>
                  </a:lnTo>
                  <a:lnTo>
                    <a:pt x="2607971" y="2134046"/>
                  </a:lnTo>
                  <a:lnTo>
                    <a:pt x="2636546" y="2134046"/>
                  </a:lnTo>
                  <a:lnTo>
                    <a:pt x="2636546" y="2162174"/>
                  </a:lnTo>
                  <a:close/>
                </a:path>
                <a:path w="7590155" h="2162175">
                  <a:moveTo>
                    <a:pt x="2579396" y="2162174"/>
                  </a:moveTo>
                  <a:lnTo>
                    <a:pt x="2550821" y="2162174"/>
                  </a:lnTo>
                  <a:lnTo>
                    <a:pt x="2550821" y="2134046"/>
                  </a:lnTo>
                  <a:lnTo>
                    <a:pt x="2579396" y="2134046"/>
                  </a:lnTo>
                  <a:lnTo>
                    <a:pt x="2579396" y="2162174"/>
                  </a:lnTo>
                  <a:close/>
                </a:path>
                <a:path w="7590155" h="2162175">
                  <a:moveTo>
                    <a:pt x="2522246" y="2162174"/>
                  </a:moveTo>
                  <a:lnTo>
                    <a:pt x="2493671" y="2162174"/>
                  </a:lnTo>
                  <a:lnTo>
                    <a:pt x="2493671" y="2134046"/>
                  </a:lnTo>
                  <a:lnTo>
                    <a:pt x="2522246" y="2134046"/>
                  </a:lnTo>
                  <a:lnTo>
                    <a:pt x="2522246" y="2162174"/>
                  </a:lnTo>
                  <a:close/>
                </a:path>
                <a:path w="7590155" h="2162175">
                  <a:moveTo>
                    <a:pt x="2465096" y="2162174"/>
                  </a:moveTo>
                  <a:lnTo>
                    <a:pt x="2436521" y="2162174"/>
                  </a:lnTo>
                  <a:lnTo>
                    <a:pt x="2436521" y="2134046"/>
                  </a:lnTo>
                  <a:lnTo>
                    <a:pt x="2465096" y="2134046"/>
                  </a:lnTo>
                  <a:lnTo>
                    <a:pt x="2465096" y="2162174"/>
                  </a:lnTo>
                  <a:close/>
                </a:path>
                <a:path w="7590155" h="2162175">
                  <a:moveTo>
                    <a:pt x="2407946" y="2162174"/>
                  </a:moveTo>
                  <a:lnTo>
                    <a:pt x="2379371" y="2162174"/>
                  </a:lnTo>
                  <a:lnTo>
                    <a:pt x="2379371" y="2134046"/>
                  </a:lnTo>
                  <a:lnTo>
                    <a:pt x="2407946" y="2134046"/>
                  </a:lnTo>
                  <a:lnTo>
                    <a:pt x="2407946" y="2162174"/>
                  </a:lnTo>
                  <a:close/>
                </a:path>
                <a:path w="7590155" h="2162175">
                  <a:moveTo>
                    <a:pt x="2350796" y="2162174"/>
                  </a:moveTo>
                  <a:lnTo>
                    <a:pt x="2322221" y="2162174"/>
                  </a:lnTo>
                  <a:lnTo>
                    <a:pt x="2322221" y="2134046"/>
                  </a:lnTo>
                  <a:lnTo>
                    <a:pt x="2350796" y="2134046"/>
                  </a:lnTo>
                  <a:lnTo>
                    <a:pt x="2350796" y="2162174"/>
                  </a:lnTo>
                  <a:close/>
                </a:path>
                <a:path w="7590155" h="2162175">
                  <a:moveTo>
                    <a:pt x="2293646" y="2162174"/>
                  </a:moveTo>
                  <a:lnTo>
                    <a:pt x="2265071" y="2162174"/>
                  </a:lnTo>
                  <a:lnTo>
                    <a:pt x="2265071" y="2134046"/>
                  </a:lnTo>
                  <a:lnTo>
                    <a:pt x="2293646" y="2134046"/>
                  </a:lnTo>
                  <a:lnTo>
                    <a:pt x="2293646" y="2162174"/>
                  </a:lnTo>
                  <a:close/>
                </a:path>
                <a:path w="7590155" h="2162175">
                  <a:moveTo>
                    <a:pt x="2236496" y="2162174"/>
                  </a:moveTo>
                  <a:lnTo>
                    <a:pt x="2207921" y="2162174"/>
                  </a:lnTo>
                  <a:lnTo>
                    <a:pt x="2207921" y="2134046"/>
                  </a:lnTo>
                  <a:lnTo>
                    <a:pt x="2236496" y="2134046"/>
                  </a:lnTo>
                  <a:lnTo>
                    <a:pt x="2236496" y="2162174"/>
                  </a:lnTo>
                  <a:close/>
                </a:path>
                <a:path w="7590155" h="2162175">
                  <a:moveTo>
                    <a:pt x="2179346" y="2162174"/>
                  </a:moveTo>
                  <a:lnTo>
                    <a:pt x="2150771" y="2162174"/>
                  </a:lnTo>
                  <a:lnTo>
                    <a:pt x="2150771" y="2134046"/>
                  </a:lnTo>
                  <a:lnTo>
                    <a:pt x="2179346" y="2134046"/>
                  </a:lnTo>
                  <a:lnTo>
                    <a:pt x="2179346" y="2162174"/>
                  </a:lnTo>
                  <a:close/>
                </a:path>
                <a:path w="7590155" h="2162175">
                  <a:moveTo>
                    <a:pt x="2122196" y="2162174"/>
                  </a:moveTo>
                  <a:lnTo>
                    <a:pt x="2093621" y="2162174"/>
                  </a:lnTo>
                  <a:lnTo>
                    <a:pt x="2093621" y="2134046"/>
                  </a:lnTo>
                  <a:lnTo>
                    <a:pt x="2122196" y="2134046"/>
                  </a:lnTo>
                  <a:lnTo>
                    <a:pt x="2122196" y="2162174"/>
                  </a:lnTo>
                  <a:close/>
                </a:path>
                <a:path w="7590155" h="2162175">
                  <a:moveTo>
                    <a:pt x="2065046" y="2162174"/>
                  </a:moveTo>
                  <a:lnTo>
                    <a:pt x="2036471" y="2162174"/>
                  </a:lnTo>
                  <a:lnTo>
                    <a:pt x="2036471" y="2134046"/>
                  </a:lnTo>
                  <a:lnTo>
                    <a:pt x="2065046" y="2134046"/>
                  </a:lnTo>
                  <a:lnTo>
                    <a:pt x="2065046" y="2162174"/>
                  </a:lnTo>
                  <a:close/>
                </a:path>
                <a:path w="7590155" h="2162175">
                  <a:moveTo>
                    <a:pt x="2007896" y="2162174"/>
                  </a:moveTo>
                  <a:lnTo>
                    <a:pt x="1979321" y="2162174"/>
                  </a:lnTo>
                  <a:lnTo>
                    <a:pt x="1979321" y="2134046"/>
                  </a:lnTo>
                  <a:lnTo>
                    <a:pt x="2007896" y="2134046"/>
                  </a:lnTo>
                  <a:lnTo>
                    <a:pt x="2007896" y="2162174"/>
                  </a:lnTo>
                  <a:close/>
                </a:path>
                <a:path w="7590155" h="2162175">
                  <a:moveTo>
                    <a:pt x="1950746" y="2162174"/>
                  </a:moveTo>
                  <a:lnTo>
                    <a:pt x="1922171" y="2162174"/>
                  </a:lnTo>
                  <a:lnTo>
                    <a:pt x="1922171" y="2134046"/>
                  </a:lnTo>
                  <a:lnTo>
                    <a:pt x="1950746" y="2134046"/>
                  </a:lnTo>
                  <a:lnTo>
                    <a:pt x="1950746" y="2162174"/>
                  </a:lnTo>
                  <a:close/>
                </a:path>
                <a:path w="7590155" h="2162175">
                  <a:moveTo>
                    <a:pt x="1893596" y="2162174"/>
                  </a:moveTo>
                  <a:lnTo>
                    <a:pt x="1865021" y="2162174"/>
                  </a:lnTo>
                  <a:lnTo>
                    <a:pt x="1865021" y="2134046"/>
                  </a:lnTo>
                  <a:lnTo>
                    <a:pt x="1893596" y="2134046"/>
                  </a:lnTo>
                  <a:lnTo>
                    <a:pt x="1893596" y="2162174"/>
                  </a:lnTo>
                  <a:close/>
                </a:path>
                <a:path w="7590155" h="2162175">
                  <a:moveTo>
                    <a:pt x="1836446" y="2162174"/>
                  </a:moveTo>
                  <a:lnTo>
                    <a:pt x="1807871" y="2162174"/>
                  </a:lnTo>
                  <a:lnTo>
                    <a:pt x="1807871" y="2134046"/>
                  </a:lnTo>
                  <a:lnTo>
                    <a:pt x="1836446" y="2134046"/>
                  </a:lnTo>
                  <a:lnTo>
                    <a:pt x="1836446" y="2162174"/>
                  </a:lnTo>
                  <a:close/>
                </a:path>
                <a:path w="7590155" h="2162175">
                  <a:moveTo>
                    <a:pt x="1779296" y="2162174"/>
                  </a:moveTo>
                  <a:lnTo>
                    <a:pt x="1750721" y="2162174"/>
                  </a:lnTo>
                  <a:lnTo>
                    <a:pt x="1750721" y="2134046"/>
                  </a:lnTo>
                  <a:lnTo>
                    <a:pt x="1779296" y="2134046"/>
                  </a:lnTo>
                  <a:lnTo>
                    <a:pt x="1779296" y="2162174"/>
                  </a:lnTo>
                  <a:close/>
                </a:path>
                <a:path w="7590155" h="2162175">
                  <a:moveTo>
                    <a:pt x="1722146" y="2162174"/>
                  </a:moveTo>
                  <a:lnTo>
                    <a:pt x="1693571" y="2162174"/>
                  </a:lnTo>
                  <a:lnTo>
                    <a:pt x="1693571" y="2134046"/>
                  </a:lnTo>
                  <a:lnTo>
                    <a:pt x="1722146" y="2134046"/>
                  </a:lnTo>
                  <a:lnTo>
                    <a:pt x="1722146" y="2162174"/>
                  </a:lnTo>
                  <a:close/>
                </a:path>
                <a:path w="7590155" h="2162175">
                  <a:moveTo>
                    <a:pt x="1664996" y="2162174"/>
                  </a:moveTo>
                  <a:lnTo>
                    <a:pt x="1636421" y="2162174"/>
                  </a:lnTo>
                  <a:lnTo>
                    <a:pt x="1636421" y="2134046"/>
                  </a:lnTo>
                  <a:lnTo>
                    <a:pt x="1664996" y="2134046"/>
                  </a:lnTo>
                  <a:lnTo>
                    <a:pt x="1664996" y="2162174"/>
                  </a:lnTo>
                  <a:close/>
                </a:path>
                <a:path w="7590155" h="2162175">
                  <a:moveTo>
                    <a:pt x="1607846" y="2162174"/>
                  </a:moveTo>
                  <a:lnTo>
                    <a:pt x="1579271" y="2162174"/>
                  </a:lnTo>
                  <a:lnTo>
                    <a:pt x="1579271" y="2134046"/>
                  </a:lnTo>
                  <a:lnTo>
                    <a:pt x="1607846" y="2134046"/>
                  </a:lnTo>
                  <a:lnTo>
                    <a:pt x="1607846" y="2162174"/>
                  </a:lnTo>
                  <a:close/>
                </a:path>
                <a:path w="7590155" h="2162175">
                  <a:moveTo>
                    <a:pt x="1550696" y="2162174"/>
                  </a:moveTo>
                  <a:lnTo>
                    <a:pt x="1522121" y="2162174"/>
                  </a:lnTo>
                  <a:lnTo>
                    <a:pt x="1522121" y="2134046"/>
                  </a:lnTo>
                  <a:lnTo>
                    <a:pt x="1550696" y="2134046"/>
                  </a:lnTo>
                  <a:lnTo>
                    <a:pt x="1550696" y="2162174"/>
                  </a:lnTo>
                  <a:close/>
                </a:path>
                <a:path w="7590155" h="2162175">
                  <a:moveTo>
                    <a:pt x="1493546" y="2162174"/>
                  </a:moveTo>
                  <a:lnTo>
                    <a:pt x="1464971" y="2162174"/>
                  </a:lnTo>
                  <a:lnTo>
                    <a:pt x="1464971" y="2134046"/>
                  </a:lnTo>
                  <a:lnTo>
                    <a:pt x="1493546" y="2134046"/>
                  </a:lnTo>
                  <a:lnTo>
                    <a:pt x="1493546" y="2162174"/>
                  </a:lnTo>
                  <a:close/>
                </a:path>
                <a:path w="7590155" h="2162175">
                  <a:moveTo>
                    <a:pt x="1436396" y="2162174"/>
                  </a:moveTo>
                  <a:lnTo>
                    <a:pt x="1407821" y="2162174"/>
                  </a:lnTo>
                  <a:lnTo>
                    <a:pt x="1407821" y="2134046"/>
                  </a:lnTo>
                  <a:lnTo>
                    <a:pt x="1436396" y="2134046"/>
                  </a:lnTo>
                  <a:lnTo>
                    <a:pt x="1436396" y="2162174"/>
                  </a:lnTo>
                  <a:close/>
                </a:path>
                <a:path w="7590155" h="2162175">
                  <a:moveTo>
                    <a:pt x="1379246" y="2162174"/>
                  </a:moveTo>
                  <a:lnTo>
                    <a:pt x="1350671" y="2162174"/>
                  </a:lnTo>
                  <a:lnTo>
                    <a:pt x="1350671" y="2134046"/>
                  </a:lnTo>
                  <a:lnTo>
                    <a:pt x="1379246" y="2134046"/>
                  </a:lnTo>
                  <a:lnTo>
                    <a:pt x="1379246" y="2162174"/>
                  </a:lnTo>
                  <a:close/>
                </a:path>
                <a:path w="7590155" h="2162175">
                  <a:moveTo>
                    <a:pt x="1322096" y="2162174"/>
                  </a:moveTo>
                  <a:lnTo>
                    <a:pt x="1293521" y="2162174"/>
                  </a:lnTo>
                  <a:lnTo>
                    <a:pt x="1293521" y="2134046"/>
                  </a:lnTo>
                  <a:lnTo>
                    <a:pt x="1322096" y="2134046"/>
                  </a:lnTo>
                  <a:lnTo>
                    <a:pt x="1322096" y="2162174"/>
                  </a:lnTo>
                  <a:close/>
                </a:path>
                <a:path w="7590155" h="2162175">
                  <a:moveTo>
                    <a:pt x="1264946" y="2162174"/>
                  </a:moveTo>
                  <a:lnTo>
                    <a:pt x="1236371" y="2162174"/>
                  </a:lnTo>
                  <a:lnTo>
                    <a:pt x="1236371" y="2134046"/>
                  </a:lnTo>
                  <a:lnTo>
                    <a:pt x="1264946" y="2134046"/>
                  </a:lnTo>
                  <a:lnTo>
                    <a:pt x="1264946" y="2162174"/>
                  </a:lnTo>
                  <a:close/>
                </a:path>
                <a:path w="7590155" h="2162175">
                  <a:moveTo>
                    <a:pt x="1207796" y="2162174"/>
                  </a:moveTo>
                  <a:lnTo>
                    <a:pt x="1179221" y="2162174"/>
                  </a:lnTo>
                  <a:lnTo>
                    <a:pt x="1179221" y="2134046"/>
                  </a:lnTo>
                  <a:lnTo>
                    <a:pt x="1207796" y="2134046"/>
                  </a:lnTo>
                  <a:lnTo>
                    <a:pt x="1207796" y="2162174"/>
                  </a:lnTo>
                  <a:close/>
                </a:path>
                <a:path w="7590155" h="2162175">
                  <a:moveTo>
                    <a:pt x="1150646" y="2162174"/>
                  </a:moveTo>
                  <a:lnTo>
                    <a:pt x="1122071" y="2162174"/>
                  </a:lnTo>
                  <a:lnTo>
                    <a:pt x="1122071" y="2134046"/>
                  </a:lnTo>
                  <a:lnTo>
                    <a:pt x="1150646" y="2134046"/>
                  </a:lnTo>
                  <a:lnTo>
                    <a:pt x="1150646" y="2162174"/>
                  </a:lnTo>
                  <a:close/>
                </a:path>
                <a:path w="7590155" h="2162175">
                  <a:moveTo>
                    <a:pt x="1093496" y="2162174"/>
                  </a:moveTo>
                  <a:lnTo>
                    <a:pt x="1064921" y="2162174"/>
                  </a:lnTo>
                  <a:lnTo>
                    <a:pt x="1064921" y="2134046"/>
                  </a:lnTo>
                  <a:lnTo>
                    <a:pt x="1093496" y="2134046"/>
                  </a:lnTo>
                  <a:lnTo>
                    <a:pt x="1093496" y="2162174"/>
                  </a:lnTo>
                  <a:close/>
                </a:path>
                <a:path w="7590155" h="2162175">
                  <a:moveTo>
                    <a:pt x="1036346" y="2162174"/>
                  </a:moveTo>
                  <a:lnTo>
                    <a:pt x="1007771" y="2162174"/>
                  </a:lnTo>
                  <a:lnTo>
                    <a:pt x="1007771" y="2134046"/>
                  </a:lnTo>
                  <a:lnTo>
                    <a:pt x="1036346" y="2134046"/>
                  </a:lnTo>
                  <a:lnTo>
                    <a:pt x="1036346" y="2162174"/>
                  </a:lnTo>
                  <a:close/>
                </a:path>
                <a:path w="7590155" h="2162175">
                  <a:moveTo>
                    <a:pt x="979196" y="2162174"/>
                  </a:moveTo>
                  <a:lnTo>
                    <a:pt x="950621" y="2162174"/>
                  </a:lnTo>
                  <a:lnTo>
                    <a:pt x="950621" y="2134046"/>
                  </a:lnTo>
                  <a:lnTo>
                    <a:pt x="979196" y="2134046"/>
                  </a:lnTo>
                  <a:lnTo>
                    <a:pt x="979196" y="2162174"/>
                  </a:lnTo>
                  <a:close/>
                </a:path>
                <a:path w="7590155" h="2162175">
                  <a:moveTo>
                    <a:pt x="922046" y="2162174"/>
                  </a:moveTo>
                  <a:lnTo>
                    <a:pt x="893471" y="2162174"/>
                  </a:lnTo>
                  <a:lnTo>
                    <a:pt x="893471" y="2134046"/>
                  </a:lnTo>
                  <a:lnTo>
                    <a:pt x="922046" y="2134046"/>
                  </a:lnTo>
                  <a:lnTo>
                    <a:pt x="922046" y="2162174"/>
                  </a:lnTo>
                  <a:close/>
                </a:path>
                <a:path w="7590155" h="2162175">
                  <a:moveTo>
                    <a:pt x="864896" y="2162174"/>
                  </a:moveTo>
                  <a:lnTo>
                    <a:pt x="836321" y="2162174"/>
                  </a:lnTo>
                  <a:lnTo>
                    <a:pt x="836321" y="2134046"/>
                  </a:lnTo>
                  <a:lnTo>
                    <a:pt x="864896" y="2134046"/>
                  </a:lnTo>
                  <a:lnTo>
                    <a:pt x="864896" y="2162174"/>
                  </a:lnTo>
                  <a:close/>
                </a:path>
                <a:path w="7590155" h="2162175">
                  <a:moveTo>
                    <a:pt x="807746" y="2162174"/>
                  </a:moveTo>
                  <a:lnTo>
                    <a:pt x="779171" y="2162174"/>
                  </a:lnTo>
                  <a:lnTo>
                    <a:pt x="779171" y="2134046"/>
                  </a:lnTo>
                  <a:lnTo>
                    <a:pt x="807746" y="2134046"/>
                  </a:lnTo>
                  <a:lnTo>
                    <a:pt x="807746" y="2162174"/>
                  </a:lnTo>
                  <a:close/>
                </a:path>
                <a:path w="7590155" h="2162175">
                  <a:moveTo>
                    <a:pt x="750596" y="2162174"/>
                  </a:moveTo>
                  <a:lnTo>
                    <a:pt x="722021" y="2162174"/>
                  </a:lnTo>
                  <a:lnTo>
                    <a:pt x="722021" y="2134046"/>
                  </a:lnTo>
                  <a:lnTo>
                    <a:pt x="750596" y="2134046"/>
                  </a:lnTo>
                  <a:lnTo>
                    <a:pt x="750596" y="2162174"/>
                  </a:lnTo>
                  <a:close/>
                </a:path>
                <a:path w="7590155" h="2162175">
                  <a:moveTo>
                    <a:pt x="693446" y="2162174"/>
                  </a:moveTo>
                  <a:lnTo>
                    <a:pt x="664871" y="2162174"/>
                  </a:lnTo>
                  <a:lnTo>
                    <a:pt x="664871" y="2134046"/>
                  </a:lnTo>
                  <a:lnTo>
                    <a:pt x="693446" y="2134046"/>
                  </a:lnTo>
                  <a:lnTo>
                    <a:pt x="693446" y="2162174"/>
                  </a:lnTo>
                  <a:close/>
                </a:path>
                <a:path w="7590155" h="2162175">
                  <a:moveTo>
                    <a:pt x="636296" y="2162174"/>
                  </a:moveTo>
                  <a:lnTo>
                    <a:pt x="607721" y="2162174"/>
                  </a:lnTo>
                  <a:lnTo>
                    <a:pt x="607721" y="2134046"/>
                  </a:lnTo>
                  <a:lnTo>
                    <a:pt x="636296" y="2134046"/>
                  </a:lnTo>
                  <a:lnTo>
                    <a:pt x="636296" y="2162174"/>
                  </a:lnTo>
                  <a:close/>
                </a:path>
                <a:path w="7590155" h="2162175">
                  <a:moveTo>
                    <a:pt x="579146" y="2162174"/>
                  </a:moveTo>
                  <a:lnTo>
                    <a:pt x="550571" y="2162174"/>
                  </a:lnTo>
                  <a:lnTo>
                    <a:pt x="550571" y="2134046"/>
                  </a:lnTo>
                  <a:lnTo>
                    <a:pt x="579146" y="2134046"/>
                  </a:lnTo>
                  <a:lnTo>
                    <a:pt x="579146" y="2162174"/>
                  </a:lnTo>
                  <a:close/>
                </a:path>
                <a:path w="7590155" h="2162175">
                  <a:moveTo>
                    <a:pt x="521996" y="2162174"/>
                  </a:moveTo>
                  <a:lnTo>
                    <a:pt x="493421" y="2162174"/>
                  </a:lnTo>
                  <a:lnTo>
                    <a:pt x="493421" y="2134046"/>
                  </a:lnTo>
                  <a:lnTo>
                    <a:pt x="521996" y="2134046"/>
                  </a:lnTo>
                  <a:lnTo>
                    <a:pt x="521996" y="2162174"/>
                  </a:lnTo>
                  <a:close/>
                </a:path>
                <a:path w="7590155" h="2162175">
                  <a:moveTo>
                    <a:pt x="464846" y="2162174"/>
                  </a:moveTo>
                  <a:lnTo>
                    <a:pt x="436271" y="2162174"/>
                  </a:lnTo>
                  <a:lnTo>
                    <a:pt x="436271" y="2134046"/>
                  </a:lnTo>
                  <a:lnTo>
                    <a:pt x="464846" y="2134046"/>
                  </a:lnTo>
                  <a:lnTo>
                    <a:pt x="464846" y="2162174"/>
                  </a:lnTo>
                  <a:close/>
                </a:path>
                <a:path w="7590155" h="2162175">
                  <a:moveTo>
                    <a:pt x="407696" y="2162174"/>
                  </a:moveTo>
                  <a:lnTo>
                    <a:pt x="379121" y="2162174"/>
                  </a:lnTo>
                  <a:lnTo>
                    <a:pt x="379121" y="2134046"/>
                  </a:lnTo>
                  <a:lnTo>
                    <a:pt x="407696" y="2134046"/>
                  </a:lnTo>
                  <a:lnTo>
                    <a:pt x="407696" y="2162174"/>
                  </a:lnTo>
                  <a:close/>
                </a:path>
                <a:path w="7590155" h="2162175">
                  <a:moveTo>
                    <a:pt x="350546" y="2162174"/>
                  </a:moveTo>
                  <a:lnTo>
                    <a:pt x="321971" y="2162174"/>
                  </a:lnTo>
                  <a:lnTo>
                    <a:pt x="321971" y="2134046"/>
                  </a:lnTo>
                  <a:lnTo>
                    <a:pt x="350546" y="2134046"/>
                  </a:lnTo>
                  <a:lnTo>
                    <a:pt x="350546" y="2162174"/>
                  </a:lnTo>
                  <a:close/>
                </a:path>
                <a:path w="7590155" h="2162175">
                  <a:moveTo>
                    <a:pt x="293396" y="2162174"/>
                  </a:moveTo>
                  <a:lnTo>
                    <a:pt x="264821" y="2162174"/>
                  </a:lnTo>
                  <a:lnTo>
                    <a:pt x="264821" y="2134046"/>
                  </a:lnTo>
                  <a:lnTo>
                    <a:pt x="293396" y="2134046"/>
                  </a:lnTo>
                  <a:lnTo>
                    <a:pt x="293396" y="2162174"/>
                  </a:lnTo>
                  <a:close/>
                </a:path>
                <a:path w="7590155" h="2162175">
                  <a:moveTo>
                    <a:pt x="236246" y="2162174"/>
                  </a:moveTo>
                  <a:lnTo>
                    <a:pt x="207671" y="2162174"/>
                  </a:lnTo>
                  <a:lnTo>
                    <a:pt x="207671" y="2134046"/>
                  </a:lnTo>
                  <a:lnTo>
                    <a:pt x="236246" y="2134046"/>
                  </a:lnTo>
                  <a:lnTo>
                    <a:pt x="236246" y="2162174"/>
                  </a:lnTo>
                  <a:close/>
                </a:path>
                <a:path w="7590155" h="2162175">
                  <a:moveTo>
                    <a:pt x="179096" y="2162174"/>
                  </a:moveTo>
                  <a:lnTo>
                    <a:pt x="157404" y="2162174"/>
                  </a:lnTo>
                  <a:lnTo>
                    <a:pt x="150399" y="2161481"/>
                  </a:lnTo>
                  <a:lnTo>
                    <a:pt x="152372" y="2133932"/>
                  </a:lnTo>
                  <a:lnTo>
                    <a:pt x="152389" y="2133705"/>
                  </a:lnTo>
                  <a:lnTo>
                    <a:pt x="155560" y="2133932"/>
                  </a:lnTo>
                  <a:lnTo>
                    <a:pt x="179096" y="2133932"/>
                  </a:lnTo>
                  <a:lnTo>
                    <a:pt x="179096" y="2162174"/>
                  </a:lnTo>
                  <a:close/>
                </a:path>
                <a:path w="7590155" h="2162175">
                  <a:moveTo>
                    <a:pt x="122127" y="2157034"/>
                  </a:moveTo>
                  <a:lnTo>
                    <a:pt x="99954" y="2150296"/>
                  </a:lnTo>
                  <a:lnTo>
                    <a:pt x="95208" y="2147762"/>
                  </a:lnTo>
                  <a:lnTo>
                    <a:pt x="106832" y="2122136"/>
                  </a:lnTo>
                  <a:lnTo>
                    <a:pt x="114001" y="2125388"/>
                  </a:lnTo>
                  <a:lnTo>
                    <a:pt x="121400" y="2127985"/>
                  </a:lnTo>
                  <a:lnTo>
                    <a:pt x="129027" y="2129926"/>
                  </a:lnTo>
                  <a:lnTo>
                    <a:pt x="122127" y="2157034"/>
                  </a:lnTo>
                  <a:close/>
                </a:path>
                <a:path w="7590155" h="2162175">
                  <a:moveTo>
                    <a:pt x="70248" y="2133911"/>
                  </a:moveTo>
                  <a:lnTo>
                    <a:pt x="47946" y="2115624"/>
                  </a:lnTo>
                  <a:lnTo>
                    <a:pt x="68022" y="2095381"/>
                  </a:lnTo>
                  <a:lnTo>
                    <a:pt x="73672" y="2100985"/>
                  </a:lnTo>
                  <a:lnTo>
                    <a:pt x="79773" y="2106041"/>
                  </a:lnTo>
                  <a:lnTo>
                    <a:pt x="86324" y="2110549"/>
                  </a:lnTo>
                  <a:lnTo>
                    <a:pt x="70248" y="2133911"/>
                  </a:lnTo>
                  <a:close/>
                </a:path>
                <a:path w="7590155" h="2162175">
                  <a:moveTo>
                    <a:pt x="29551" y="2093399"/>
                  </a:moveTo>
                  <a:lnTo>
                    <a:pt x="27204" y="2090535"/>
                  </a:lnTo>
                  <a:lnTo>
                    <a:pt x="15479" y="2068574"/>
                  </a:lnTo>
                  <a:lnTo>
                    <a:pt x="40937" y="2056775"/>
                  </a:lnTo>
                  <a:lnTo>
                    <a:pt x="44253" y="2063930"/>
                  </a:lnTo>
                  <a:lnTo>
                    <a:pt x="48172" y="2070736"/>
                  </a:lnTo>
                  <a:lnTo>
                    <a:pt x="52693" y="2077193"/>
                  </a:lnTo>
                  <a:lnTo>
                    <a:pt x="29551" y="2093399"/>
                  </a:lnTo>
                  <a:close/>
                </a:path>
                <a:path w="7590155" h="2162175">
                  <a:moveTo>
                    <a:pt x="5970" y="2041754"/>
                  </a:moveTo>
                  <a:lnTo>
                    <a:pt x="3139" y="2032439"/>
                  </a:lnTo>
                  <a:lnTo>
                    <a:pt x="1270" y="2013543"/>
                  </a:lnTo>
                  <a:lnTo>
                    <a:pt x="28998" y="2011328"/>
                  </a:lnTo>
                  <a:lnTo>
                    <a:pt x="29628" y="2019218"/>
                  </a:lnTo>
                  <a:lnTo>
                    <a:pt x="30951" y="2026991"/>
                  </a:lnTo>
                  <a:lnTo>
                    <a:pt x="32967" y="2034646"/>
                  </a:lnTo>
                  <a:lnTo>
                    <a:pt x="5970" y="2041754"/>
                  </a:lnTo>
                  <a:close/>
                </a:path>
                <a:path w="7590155" h="2162175">
                  <a:moveTo>
                    <a:pt x="28574" y="1984842"/>
                  </a:moveTo>
                  <a:lnTo>
                    <a:pt x="0" y="1984842"/>
                  </a:lnTo>
                  <a:lnTo>
                    <a:pt x="0" y="1956267"/>
                  </a:lnTo>
                  <a:lnTo>
                    <a:pt x="28574" y="1956267"/>
                  </a:lnTo>
                  <a:lnTo>
                    <a:pt x="28574" y="1984842"/>
                  </a:lnTo>
                  <a:close/>
                </a:path>
                <a:path w="7590155" h="2162175">
                  <a:moveTo>
                    <a:pt x="28574" y="1927692"/>
                  </a:moveTo>
                  <a:lnTo>
                    <a:pt x="0" y="1927692"/>
                  </a:lnTo>
                  <a:lnTo>
                    <a:pt x="0" y="1899117"/>
                  </a:lnTo>
                  <a:lnTo>
                    <a:pt x="28574" y="1899117"/>
                  </a:lnTo>
                  <a:lnTo>
                    <a:pt x="28574" y="1927692"/>
                  </a:lnTo>
                  <a:close/>
                </a:path>
                <a:path w="7590155" h="2162175">
                  <a:moveTo>
                    <a:pt x="28574" y="1870542"/>
                  </a:moveTo>
                  <a:lnTo>
                    <a:pt x="0" y="1870542"/>
                  </a:lnTo>
                  <a:lnTo>
                    <a:pt x="0" y="1841967"/>
                  </a:lnTo>
                  <a:lnTo>
                    <a:pt x="28574" y="1841967"/>
                  </a:lnTo>
                  <a:lnTo>
                    <a:pt x="28574" y="1870542"/>
                  </a:lnTo>
                  <a:close/>
                </a:path>
                <a:path w="7590155" h="2162175">
                  <a:moveTo>
                    <a:pt x="28574" y="1813392"/>
                  </a:moveTo>
                  <a:lnTo>
                    <a:pt x="0" y="1813392"/>
                  </a:lnTo>
                  <a:lnTo>
                    <a:pt x="0" y="1784817"/>
                  </a:lnTo>
                  <a:lnTo>
                    <a:pt x="28574" y="1784817"/>
                  </a:lnTo>
                  <a:lnTo>
                    <a:pt x="28574" y="1813392"/>
                  </a:lnTo>
                  <a:close/>
                </a:path>
                <a:path w="7590155" h="2162175">
                  <a:moveTo>
                    <a:pt x="28574" y="1756242"/>
                  </a:moveTo>
                  <a:lnTo>
                    <a:pt x="0" y="1756242"/>
                  </a:lnTo>
                  <a:lnTo>
                    <a:pt x="0" y="1727667"/>
                  </a:lnTo>
                  <a:lnTo>
                    <a:pt x="28574" y="1727667"/>
                  </a:lnTo>
                  <a:lnTo>
                    <a:pt x="28574" y="1756242"/>
                  </a:lnTo>
                  <a:close/>
                </a:path>
                <a:path w="7590155" h="2162175">
                  <a:moveTo>
                    <a:pt x="28574" y="1699092"/>
                  </a:moveTo>
                  <a:lnTo>
                    <a:pt x="0" y="1699092"/>
                  </a:lnTo>
                  <a:lnTo>
                    <a:pt x="0" y="1670517"/>
                  </a:lnTo>
                  <a:lnTo>
                    <a:pt x="28574" y="1670517"/>
                  </a:lnTo>
                  <a:lnTo>
                    <a:pt x="28574" y="1699092"/>
                  </a:lnTo>
                  <a:close/>
                </a:path>
                <a:path w="7590155" h="2162175">
                  <a:moveTo>
                    <a:pt x="28574" y="1641942"/>
                  </a:moveTo>
                  <a:lnTo>
                    <a:pt x="0" y="1641942"/>
                  </a:lnTo>
                  <a:lnTo>
                    <a:pt x="0" y="1613367"/>
                  </a:lnTo>
                  <a:lnTo>
                    <a:pt x="28574" y="1613367"/>
                  </a:lnTo>
                  <a:lnTo>
                    <a:pt x="28574" y="1641942"/>
                  </a:lnTo>
                  <a:close/>
                </a:path>
                <a:path w="7590155" h="2162175">
                  <a:moveTo>
                    <a:pt x="28574" y="1584792"/>
                  </a:moveTo>
                  <a:lnTo>
                    <a:pt x="0" y="1584792"/>
                  </a:lnTo>
                  <a:lnTo>
                    <a:pt x="0" y="1556217"/>
                  </a:lnTo>
                  <a:lnTo>
                    <a:pt x="28574" y="1556217"/>
                  </a:lnTo>
                  <a:lnTo>
                    <a:pt x="28574" y="1584792"/>
                  </a:lnTo>
                  <a:close/>
                </a:path>
                <a:path w="7590155" h="2162175">
                  <a:moveTo>
                    <a:pt x="28574" y="1527642"/>
                  </a:moveTo>
                  <a:lnTo>
                    <a:pt x="0" y="1527642"/>
                  </a:lnTo>
                  <a:lnTo>
                    <a:pt x="0" y="1499067"/>
                  </a:lnTo>
                  <a:lnTo>
                    <a:pt x="28574" y="1499067"/>
                  </a:lnTo>
                  <a:lnTo>
                    <a:pt x="28574" y="1527642"/>
                  </a:lnTo>
                  <a:close/>
                </a:path>
                <a:path w="7590155" h="2162175">
                  <a:moveTo>
                    <a:pt x="28574" y="1470492"/>
                  </a:moveTo>
                  <a:lnTo>
                    <a:pt x="0" y="1470492"/>
                  </a:lnTo>
                  <a:lnTo>
                    <a:pt x="0" y="1441917"/>
                  </a:lnTo>
                  <a:lnTo>
                    <a:pt x="28574" y="1441917"/>
                  </a:lnTo>
                  <a:lnTo>
                    <a:pt x="28574" y="1470492"/>
                  </a:lnTo>
                  <a:close/>
                </a:path>
                <a:path w="7590155" h="2162175">
                  <a:moveTo>
                    <a:pt x="28574" y="1413342"/>
                  </a:moveTo>
                  <a:lnTo>
                    <a:pt x="0" y="1413342"/>
                  </a:lnTo>
                  <a:lnTo>
                    <a:pt x="0" y="1384767"/>
                  </a:lnTo>
                  <a:lnTo>
                    <a:pt x="28574" y="1384767"/>
                  </a:lnTo>
                  <a:lnTo>
                    <a:pt x="28574" y="1413342"/>
                  </a:lnTo>
                  <a:close/>
                </a:path>
                <a:path w="7590155" h="2162175">
                  <a:moveTo>
                    <a:pt x="28574" y="1356192"/>
                  </a:moveTo>
                  <a:lnTo>
                    <a:pt x="0" y="1356192"/>
                  </a:lnTo>
                  <a:lnTo>
                    <a:pt x="0" y="1327617"/>
                  </a:lnTo>
                  <a:lnTo>
                    <a:pt x="28574" y="1327617"/>
                  </a:lnTo>
                  <a:lnTo>
                    <a:pt x="28574" y="1356192"/>
                  </a:lnTo>
                  <a:close/>
                </a:path>
                <a:path w="7590155" h="2162175">
                  <a:moveTo>
                    <a:pt x="28574" y="1299042"/>
                  </a:moveTo>
                  <a:lnTo>
                    <a:pt x="0" y="1299042"/>
                  </a:lnTo>
                  <a:lnTo>
                    <a:pt x="0" y="1270467"/>
                  </a:lnTo>
                  <a:lnTo>
                    <a:pt x="28574" y="1270467"/>
                  </a:lnTo>
                  <a:lnTo>
                    <a:pt x="28574" y="1299042"/>
                  </a:lnTo>
                  <a:close/>
                </a:path>
                <a:path w="7590155" h="2162175">
                  <a:moveTo>
                    <a:pt x="28574" y="1241892"/>
                  </a:moveTo>
                  <a:lnTo>
                    <a:pt x="0" y="1241892"/>
                  </a:lnTo>
                  <a:lnTo>
                    <a:pt x="0" y="1213317"/>
                  </a:lnTo>
                  <a:lnTo>
                    <a:pt x="28574" y="1213317"/>
                  </a:lnTo>
                  <a:lnTo>
                    <a:pt x="28574" y="1241892"/>
                  </a:lnTo>
                  <a:close/>
                </a:path>
                <a:path w="7590155" h="2162175">
                  <a:moveTo>
                    <a:pt x="28574" y="1184742"/>
                  </a:moveTo>
                  <a:lnTo>
                    <a:pt x="0" y="1184742"/>
                  </a:lnTo>
                  <a:lnTo>
                    <a:pt x="0" y="1156167"/>
                  </a:lnTo>
                  <a:lnTo>
                    <a:pt x="28574" y="1156167"/>
                  </a:lnTo>
                  <a:lnTo>
                    <a:pt x="28574" y="1184742"/>
                  </a:lnTo>
                  <a:close/>
                </a:path>
                <a:path w="7590155" h="2162175">
                  <a:moveTo>
                    <a:pt x="28574" y="1127592"/>
                  </a:moveTo>
                  <a:lnTo>
                    <a:pt x="0" y="1127592"/>
                  </a:lnTo>
                  <a:lnTo>
                    <a:pt x="0" y="1099017"/>
                  </a:lnTo>
                  <a:lnTo>
                    <a:pt x="28574" y="1099017"/>
                  </a:lnTo>
                  <a:lnTo>
                    <a:pt x="28574" y="1127592"/>
                  </a:lnTo>
                  <a:close/>
                </a:path>
                <a:path w="7590155" h="2162175">
                  <a:moveTo>
                    <a:pt x="28574" y="1070442"/>
                  </a:moveTo>
                  <a:lnTo>
                    <a:pt x="0" y="1070442"/>
                  </a:lnTo>
                  <a:lnTo>
                    <a:pt x="0" y="1041867"/>
                  </a:lnTo>
                  <a:lnTo>
                    <a:pt x="28574" y="1041867"/>
                  </a:lnTo>
                  <a:lnTo>
                    <a:pt x="28574" y="1070442"/>
                  </a:lnTo>
                  <a:close/>
                </a:path>
                <a:path w="7590155" h="2162175">
                  <a:moveTo>
                    <a:pt x="28574" y="1013292"/>
                  </a:moveTo>
                  <a:lnTo>
                    <a:pt x="0" y="1013292"/>
                  </a:lnTo>
                  <a:lnTo>
                    <a:pt x="0" y="984717"/>
                  </a:lnTo>
                  <a:lnTo>
                    <a:pt x="28574" y="984717"/>
                  </a:lnTo>
                  <a:lnTo>
                    <a:pt x="28574" y="1013292"/>
                  </a:lnTo>
                  <a:close/>
                </a:path>
                <a:path w="7590155" h="2162175">
                  <a:moveTo>
                    <a:pt x="28574" y="956142"/>
                  </a:moveTo>
                  <a:lnTo>
                    <a:pt x="0" y="956142"/>
                  </a:lnTo>
                  <a:lnTo>
                    <a:pt x="0" y="927567"/>
                  </a:lnTo>
                  <a:lnTo>
                    <a:pt x="28574" y="927567"/>
                  </a:lnTo>
                  <a:lnTo>
                    <a:pt x="28574" y="956142"/>
                  </a:lnTo>
                  <a:close/>
                </a:path>
                <a:path w="7590155" h="2162175">
                  <a:moveTo>
                    <a:pt x="28574" y="898992"/>
                  </a:moveTo>
                  <a:lnTo>
                    <a:pt x="0" y="898992"/>
                  </a:lnTo>
                  <a:lnTo>
                    <a:pt x="0" y="870417"/>
                  </a:lnTo>
                  <a:lnTo>
                    <a:pt x="28574" y="870417"/>
                  </a:lnTo>
                  <a:lnTo>
                    <a:pt x="28574" y="898992"/>
                  </a:lnTo>
                  <a:close/>
                </a:path>
                <a:path w="7590155" h="2162175">
                  <a:moveTo>
                    <a:pt x="28574" y="841842"/>
                  </a:moveTo>
                  <a:lnTo>
                    <a:pt x="0" y="841842"/>
                  </a:lnTo>
                  <a:lnTo>
                    <a:pt x="0" y="813267"/>
                  </a:lnTo>
                  <a:lnTo>
                    <a:pt x="28574" y="813267"/>
                  </a:lnTo>
                  <a:lnTo>
                    <a:pt x="28574" y="841842"/>
                  </a:lnTo>
                  <a:close/>
                </a:path>
                <a:path w="7590155" h="2162175">
                  <a:moveTo>
                    <a:pt x="28574" y="784692"/>
                  </a:moveTo>
                  <a:lnTo>
                    <a:pt x="0" y="784692"/>
                  </a:lnTo>
                  <a:lnTo>
                    <a:pt x="0" y="756117"/>
                  </a:lnTo>
                  <a:lnTo>
                    <a:pt x="28574" y="756117"/>
                  </a:lnTo>
                  <a:lnTo>
                    <a:pt x="28574" y="784692"/>
                  </a:lnTo>
                  <a:close/>
                </a:path>
                <a:path w="7590155" h="2162175">
                  <a:moveTo>
                    <a:pt x="28574" y="727542"/>
                  </a:moveTo>
                  <a:lnTo>
                    <a:pt x="0" y="727542"/>
                  </a:lnTo>
                  <a:lnTo>
                    <a:pt x="0" y="698966"/>
                  </a:lnTo>
                  <a:lnTo>
                    <a:pt x="28574" y="698966"/>
                  </a:lnTo>
                  <a:lnTo>
                    <a:pt x="28574" y="727542"/>
                  </a:lnTo>
                  <a:close/>
                </a:path>
                <a:path w="7590155" h="2162175">
                  <a:moveTo>
                    <a:pt x="28574" y="670392"/>
                  </a:moveTo>
                  <a:lnTo>
                    <a:pt x="0" y="670392"/>
                  </a:lnTo>
                  <a:lnTo>
                    <a:pt x="0" y="641817"/>
                  </a:lnTo>
                  <a:lnTo>
                    <a:pt x="28574" y="641817"/>
                  </a:lnTo>
                  <a:lnTo>
                    <a:pt x="28574" y="670392"/>
                  </a:lnTo>
                  <a:close/>
                </a:path>
                <a:path w="7590155" h="2162175">
                  <a:moveTo>
                    <a:pt x="28574" y="613241"/>
                  </a:moveTo>
                  <a:lnTo>
                    <a:pt x="0" y="613241"/>
                  </a:lnTo>
                  <a:lnTo>
                    <a:pt x="0" y="584666"/>
                  </a:lnTo>
                  <a:lnTo>
                    <a:pt x="28574" y="584666"/>
                  </a:lnTo>
                  <a:lnTo>
                    <a:pt x="28574" y="613241"/>
                  </a:lnTo>
                  <a:close/>
                </a:path>
                <a:path w="7590155" h="2162175">
                  <a:moveTo>
                    <a:pt x="28574" y="556091"/>
                  </a:moveTo>
                  <a:lnTo>
                    <a:pt x="0" y="556091"/>
                  </a:lnTo>
                  <a:lnTo>
                    <a:pt x="0" y="527517"/>
                  </a:lnTo>
                  <a:lnTo>
                    <a:pt x="28574" y="527517"/>
                  </a:lnTo>
                  <a:lnTo>
                    <a:pt x="28574" y="556091"/>
                  </a:lnTo>
                  <a:close/>
                </a:path>
                <a:path w="7590155" h="2162175">
                  <a:moveTo>
                    <a:pt x="28574" y="498941"/>
                  </a:moveTo>
                  <a:lnTo>
                    <a:pt x="0" y="498941"/>
                  </a:lnTo>
                  <a:lnTo>
                    <a:pt x="0" y="470366"/>
                  </a:lnTo>
                  <a:lnTo>
                    <a:pt x="28574" y="470366"/>
                  </a:lnTo>
                  <a:lnTo>
                    <a:pt x="28574" y="498941"/>
                  </a:lnTo>
                  <a:close/>
                </a:path>
                <a:path w="7590155" h="2162175">
                  <a:moveTo>
                    <a:pt x="28574" y="441791"/>
                  </a:moveTo>
                  <a:lnTo>
                    <a:pt x="0" y="441791"/>
                  </a:lnTo>
                  <a:lnTo>
                    <a:pt x="0" y="413217"/>
                  </a:lnTo>
                  <a:lnTo>
                    <a:pt x="28574" y="413217"/>
                  </a:lnTo>
                  <a:lnTo>
                    <a:pt x="28574" y="441791"/>
                  </a:lnTo>
                  <a:close/>
                </a:path>
                <a:path w="7590155" h="2162175">
                  <a:moveTo>
                    <a:pt x="28574" y="384642"/>
                  </a:moveTo>
                  <a:lnTo>
                    <a:pt x="0" y="384642"/>
                  </a:lnTo>
                  <a:lnTo>
                    <a:pt x="0" y="356067"/>
                  </a:lnTo>
                  <a:lnTo>
                    <a:pt x="28574" y="356067"/>
                  </a:lnTo>
                  <a:lnTo>
                    <a:pt x="28574" y="384642"/>
                  </a:lnTo>
                  <a:close/>
                </a:path>
                <a:path w="7590155" h="2162175">
                  <a:moveTo>
                    <a:pt x="28574" y="327492"/>
                  </a:moveTo>
                  <a:lnTo>
                    <a:pt x="0" y="327492"/>
                  </a:lnTo>
                  <a:lnTo>
                    <a:pt x="0" y="298917"/>
                  </a:lnTo>
                  <a:lnTo>
                    <a:pt x="28574" y="298917"/>
                  </a:lnTo>
                  <a:lnTo>
                    <a:pt x="28574" y="327492"/>
                  </a:lnTo>
                  <a:close/>
                </a:path>
                <a:path w="7590155" h="2162175">
                  <a:moveTo>
                    <a:pt x="28574" y="270342"/>
                  </a:moveTo>
                  <a:lnTo>
                    <a:pt x="0" y="270342"/>
                  </a:lnTo>
                  <a:lnTo>
                    <a:pt x="0" y="241767"/>
                  </a:lnTo>
                  <a:lnTo>
                    <a:pt x="28574" y="241767"/>
                  </a:lnTo>
                  <a:lnTo>
                    <a:pt x="28574" y="270342"/>
                  </a:lnTo>
                  <a:close/>
                </a:path>
                <a:path w="7590155" h="2162175">
                  <a:moveTo>
                    <a:pt x="28574" y="213192"/>
                  </a:moveTo>
                  <a:lnTo>
                    <a:pt x="0" y="213192"/>
                  </a:lnTo>
                  <a:lnTo>
                    <a:pt x="0" y="184617"/>
                  </a:lnTo>
                  <a:lnTo>
                    <a:pt x="28574" y="184617"/>
                  </a:lnTo>
                  <a:lnTo>
                    <a:pt x="28574" y="213192"/>
                  </a:lnTo>
                  <a:close/>
                </a:path>
                <a:path w="7590155" h="2162175">
                  <a:moveTo>
                    <a:pt x="28665" y="156993"/>
                  </a:moveTo>
                  <a:lnTo>
                    <a:pt x="589" y="155956"/>
                  </a:lnTo>
                  <a:lnTo>
                    <a:pt x="3139" y="130181"/>
                  </a:lnTo>
                  <a:lnTo>
                    <a:pt x="3978" y="127422"/>
                  </a:lnTo>
                  <a:lnTo>
                    <a:pt x="31645" y="133465"/>
                  </a:lnTo>
                  <a:lnTo>
                    <a:pt x="29951" y="141218"/>
                  </a:lnTo>
                  <a:lnTo>
                    <a:pt x="28958" y="149061"/>
                  </a:lnTo>
                  <a:lnTo>
                    <a:pt x="28704" y="155956"/>
                  </a:lnTo>
                  <a:lnTo>
                    <a:pt x="28665" y="156993"/>
                  </a:lnTo>
                  <a:close/>
                </a:path>
                <a:path w="7590155" h="2162175">
                  <a:moveTo>
                    <a:pt x="38677" y="111005"/>
                  </a:moveTo>
                  <a:lnTo>
                    <a:pt x="12280" y="100100"/>
                  </a:lnTo>
                  <a:lnTo>
                    <a:pt x="12325" y="99954"/>
                  </a:lnTo>
                  <a:lnTo>
                    <a:pt x="25701" y="74898"/>
                  </a:lnTo>
                  <a:lnTo>
                    <a:pt x="49547" y="90131"/>
                  </a:lnTo>
                  <a:lnTo>
                    <a:pt x="45307" y="96767"/>
                  </a:lnTo>
                  <a:lnTo>
                    <a:pt x="41684" y="103725"/>
                  </a:lnTo>
                  <a:lnTo>
                    <a:pt x="38677" y="111005"/>
                  </a:lnTo>
                  <a:close/>
                </a:path>
                <a:path w="7590155" h="2162175">
                  <a:moveTo>
                    <a:pt x="64039" y="71362"/>
                  </a:moveTo>
                  <a:lnTo>
                    <a:pt x="43430" y="52294"/>
                  </a:lnTo>
                  <a:lnTo>
                    <a:pt x="47424" y="47424"/>
                  </a:lnTo>
                  <a:lnTo>
                    <a:pt x="64929" y="33071"/>
                  </a:lnTo>
                  <a:lnTo>
                    <a:pt x="81724" y="55383"/>
                  </a:lnTo>
                  <a:lnTo>
                    <a:pt x="76741" y="59134"/>
                  </a:lnTo>
                  <a:lnTo>
                    <a:pt x="72043" y="63216"/>
                  </a:lnTo>
                  <a:lnTo>
                    <a:pt x="66408" y="68851"/>
                  </a:lnTo>
                  <a:lnTo>
                    <a:pt x="65211" y="70095"/>
                  </a:lnTo>
                  <a:lnTo>
                    <a:pt x="64039" y="71362"/>
                  </a:lnTo>
                  <a:close/>
                </a:path>
                <a:path w="7590155" h="2162175">
                  <a:moveTo>
                    <a:pt x="101751" y="42920"/>
                  </a:moveTo>
                  <a:lnTo>
                    <a:pt x="89188" y="18072"/>
                  </a:lnTo>
                  <a:lnTo>
                    <a:pt x="99954" y="12325"/>
                  </a:lnTo>
                  <a:lnTo>
                    <a:pt x="115597" y="7571"/>
                  </a:lnTo>
                  <a:lnTo>
                    <a:pt x="123589" y="34201"/>
                  </a:lnTo>
                  <a:lnTo>
                    <a:pt x="116053" y="36463"/>
                  </a:lnTo>
                  <a:lnTo>
                    <a:pt x="108773" y="39370"/>
                  </a:lnTo>
                  <a:lnTo>
                    <a:pt x="101751" y="42920"/>
                  </a:lnTo>
                  <a:close/>
                </a:path>
                <a:path w="7590155" h="2162175">
                  <a:moveTo>
                    <a:pt x="146718" y="29443"/>
                  </a:moveTo>
                  <a:lnTo>
                    <a:pt x="143549" y="1817"/>
                  </a:lnTo>
                  <a:lnTo>
                    <a:pt x="161917" y="0"/>
                  </a:lnTo>
                  <a:lnTo>
                    <a:pt x="190492" y="0"/>
                  </a:lnTo>
                  <a:lnTo>
                    <a:pt x="190492" y="28574"/>
                  </a:lnTo>
                  <a:lnTo>
                    <a:pt x="156832" y="28574"/>
                  </a:lnTo>
                  <a:lnTo>
                    <a:pt x="151766" y="28864"/>
                  </a:lnTo>
                  <a:lnTo>
                    <a:pt x="146718" y="29443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2458258"/>
              <a:ext cx="66675" cy="6667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2839258"/>
              <a:ext cx="66675" cy="6667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3220258"/>
              <a:ext cx="66675" cy="6667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291" y="3601258"/>
              <a:ext cx="66675" cy="66674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533692" y="4167641"/>
            <a:ext cx="7590155" cy="1552575"/>
            <a:chOff x="533692" y="4167641"/>
            <a:chExt cx="7590155" cy="1552575"/>
          </a:xfrm>
        </p:grpSpPr>
        <p:sp>
          <p:nvSpPr>
            <p:cNvPr id="16" name="object 16" descr=""/>
            <p:cNvSpPr/>
            <p:nvPr/>
          </p:nvSpPr>
          <p:spPr>
            <a:xfrm>
              <a:off x="533692" y="4167641"/>
              <a:ext cx="7590155" cy="1552575"/>
            </a:xfrm>
            <a:custGeom>
              <a:avLst/>
              <a:gdLst/>
              <a:ahLst/>
              <a:cxnLst/>
              <a:rect l="l" t="t" r="r" b="b"/>
              <a:pathLst>
                <a:path w="7590155" h="1552575">
                  <a:moveTo>
                    <a:pt x="247636" y="28574"/>
                  </a:moveTo>
                  <a:lnTo>
                    <a:pt x="219061" y="28574"/>
                  </a:lnTo>
                  <a:lnTo>
                    <a:pt x="219061" y="0"/>
                  </a:lnTo>
                  <a:lnTo>
                    <a:pt x="247636" y="0"/>
                  </a:lnTo>
                  <a:lnTo>
                    <a:pt x="247636" y="28574"/>
                  </a:lnTo>
                  <a:close/>
                </a:path>
                <a:path w="7590155" h="1552575">
                  <a:moveTo>
                    <a:pt x="304786" y="28574"/>
                  </a:moveTo>
                  <a:lnTo>
                    <a:pt x="276211" y="28574"/>
                  </a:lnTo>
                  <a:lnTo>
                    <a:pt x="276211" y="0"/>
                  </a:lnTo>
                  <a:lnTo>
                    <a:pt x="304786" y="0"/>
                  </a:lnTo>
                  <a:lnTo>
                    <a:pt x="304786" y="28574"/>
                  </a:lnTo>
                  <a:close/>
                </a:path>
                <a:path w="7590155" h="1552575">
                  <a:moveTo>
                    <a:pt x="361936" y="28574"/>
                  </a:moveTo>
                  <a:lnTo>
                    <a:pt x="333361" y="28574"/>
                  </a:lnTo>
                  <a:lnTo>
                    <a:pt x="333361" y="0"/>
                  </a:lnTo>
                  <a:lnTo>
                    <a:pt x="361936" y="0"/>
                  </a:lnTo>
                  <a:lnTo>
                    <a:pt x="361936" y="28574"/>
                  </a:lnTo>
                  <a:close/>
                </a:path>
                <a:path w="7590155" h="1552575">
                  <a:moveTo>
                    <a:pt x="419086" y="28574"/>
                  </a:moveTo>
                  <a:lnTo>
                    <a:pt x="390511" y="28574"/>
                  </a:lnTo>
                  <a:lnTo>
                    <a:pt x="390511" y="0"/>
                  </a:lnTo>
                  <a:lnTo>
                    <a:pt x="419086" y="0"/>
                  </a:lnTo>
                  <a:lnTo>
                    <a:pt x="419086" y="28574"/>
                  </a:lnTo>
                  <a:close/>
                </a:path>
                <a:path w="7590155" h="1552575">
                  <a:moveTo>
                    <a:pt x="476236" y="28574"/>
                  </a:moveTo>
                  <a:lnTo>
                    <a:pt x="447661" y="28574"/>
                  </a:lnTo>
                  <a:lnTo>
                    <a:pt x="447661" y="0"/>
                  </a:lnTo>
                  <a:lnTo>
                    <a:pt x="476236" y="0"/>
                  </a:lnTo>
                  <a:lnTo>
                    <a:pt x="476236" y="28574"/>
                  </a:lnTo>
                  <a:close/>
                </a:path>
                <a:path w="7590155" h="1552575">
                  <a:moveTo>
                    <a:pt x="533386" y="28574"/>
                  </a:moveTo>
                  <a:lnTo>
                    <a:pt x="504811" y="28574"/>
                  </a:lnTo>
                  <a:lnTo>
                    <a:pt x="504811" y="0"/>
                  </a:lnTo>
                  <a:lnTo>
                    <a:pt x="533386" y="0"/>
                  </a:lnTo>
                  <a:lnTo>
                    <a:pt x="533386" y="28574"/>
                  </a:lnTo>
                  <a:close/>
                </a:path>
                <a:path w="7590155" h="1552575">
                  <a:moveTo>
                    <a:pt x="590536" y="28574"/>
                  </a:moveTo>
                  <a:lnTo>
                    <a:pt x="561961" y="28574"/>
                  </a:lnTo>
                  <a:lnTo>
                    <a:pt x="561961" y="0"/>
                  </a:lnTo>
                  <a:lnTo>
                    <a:pt x="590536" y="0"/>
                  </a:lnTo>
                  <a:lnTo>
                    <a:pt x="590536" y="28574"/>
                  </a:lnTo>
                  <a:close/>
                </a:path>
                <a:path w="7590155" h="1552575">
                  <a:moveTo>
                    <a:pt x="647686" y="28574"/>
                  </a:moveTo>
                  <a:lnTo>
                    <a:pt x="619111" y="28574"/>
                  </a:lnTo>
                  <a:lnTo>
                    <a:pt x="619111" y="0"/>
                  </a:lnTo>
                  <a:lnTo>
                    <a:pt x="647686" y="0"/>
                  </a:lnTo>
                  <a:lnTo>
                    <a:pt x="647686" y="28574"/>
                  </a:lnTo>
                  <a:close/>
                </a:path>
                <a:path w="7590155" h="1552575">
                  <a:moveTo>
                    <a:pt x="704836" y="28574"/>
                  </a:moveTo>
                  <a:lnTo>
                    <a:pt x="676261" y="28574"/>
                  </a:lnTo>
                  <a:lnTo>
                    <a:pt x="676261" y="0"/>
                  </a:lnTo>
                  <a:lnTo>
                    <a:pt x="704836" y="0"/>
                  </a:lnTo>
                  <a:lnTo>
                    <a:pt x="704836" y="28574"/>
                  </a:lnTo>
                  <a:close/>
                </a:path>
                <a:path w="7590155" h="1552575">
                  <a:moveTo>
                    <a:pt x="761986" y="28574"/>
                  </a:moveTo>
                  <a:lnTo>
                    <a:pt x="733411" y="28574"/>
                  </a:lnTo>
                  <a:lnTo>
                    <a:pt x="733411" y="0"/>
                  </a:lnTo>
                  <a:lnTo>
                    <a:pt x="761986" y="0"/>
                  </a:lnTo>
                  <a:lnTo>
                    <a:pt x="761986" y="28574"/>
                  </a:lnTo>
                  <a:close/>
                </a:path>
                <a:path w="7590155" h="1552575">
                  <a:moveTo>
                    <a:pt x="819136" y="28574"/>
                  </a:moveTo>
                  <a:lnTo>
                    <a:pt x="790561" y="28574"/>
                  </a:lnTo>
                  <a:lnTo>
                    <a:pt x="790561" y="0"/>
                  </a:lnTo>
                  <a:lnTo>
                    <a:pt x="819136" y="0"/>
                  </a:lnTo>
                  <a:lnTo>
                    <a:pt x="819136" y="28574"/>
                  </a:lnTo>
                  <a:close/>
                </a:path>
                <a:path w="7590155" h="1552575">
                  <a:moveTo>
                    <a:pt x="876286" y="28574"/>
                  </a:moveTo>
                  <a:lnTo>
                    <a:pt x="847711" y="28574"/>
                  </a:lnTo>
                  <a:lnTo>
                    <a:pt x="847711" y="0"/>
                  </a:lnTo>
                  <a:lnTo>
                    <a:pt x="876286" y="0"/>
                  </a:lnTo>
                  <a:lnTo>
                    <a:pt x="876286" y="28574"/>
                  </a:lnTo>
                  <a:close/>
                </a:path>
                <a:path w="7590155" h="1552575">
                  <a:moveTo>
                    <a:pt x="933436" y="28574"/>
                  </a:moveTo>
                  <a:lnTo>
                    <a:pt x="904861" y="28574"/>
                  </a:lnTo>
                  <a:lnTo>
                    <a:pt x="904861" y="0"/>
                  </a:lnTo>
                  <a:lnTo>
                    <a:pt x="933436" y="0"/>
                  </a:lnTo>
                  <a:lnTo>
                    <a:pt x="933436" y="28574"/>
                  </a:lnTo>
                  <a:close/>
                </a:path>
                <a:path w="7590155" h="1552575">
                  <a:moveTo>
                    <a:pt x="990586" y="28574"/>
                  </a:moveTo>
                  <a:lnTo>
                    <a:pt x="962011" y="28574"/>
                  </a:lnTo>
                  <a:lnTo>
                    <a:pt x="962011" y="0"/>
                  </a:lnTo>
                  <a:lnTo>
                    <a:pt x="990586" y="0"/>
                  </a:lnTo>
                  <a:lnTo>
                    <a:pt x="990586" y="28574"/>
                  </a:lnTo>
                  <a:close/>
                </a:path>
                <a:path w="7590155" h="1552575">
                  <a:moveTo>
                    <a:pt x="1047736" y="28574"/>
                  </a:moveTo>
                  <a:lnTo>
                    <a:pt x="1019161" y="28574"/>
                  </a:lnTo>
                  <a:lnTo>
                    <a:pt x="1019161" y="0"/>
                  </a:lnTo>
                  <a:lnTo>
                    <a:pt x="1047736" y="0"/>
                  </a:lnTo>
                  <a:lnTo>
                    <a:pt x="1047736" y="28574"/>
                  </a:lnTo>
                  <a:close/>
                </a:path>
                <a:path w="7590155" h="1552575">
                  <a:moveTo>
                    <a:pt x="1104886" y="28574"/>
                  </a:moveTo>
                  <a:lnTo>
                    <a:pt x="1076311" y="28574"/>
                  </a:lnTo>
                  <a:lnTo>
                    <a:pt x="1076311" y="0"/>
                  </a:lnTo>
                  <a:lnTo>
                    <a:pt x="1104886" y="0"/>
                  </a:lnTo>
                  <a:lnTo>
                    <a:pt x="1104886" y="28574"/>
                  </a:lnTo>
                  <a:close/>
                </a:path>
                <a:path w="7590155" h="1552575">
                  <a:moveTo>
                    <a:pt x="1162036" y="28574"/>
                  </a:moveTo>
                  <a:lnTo>
                    <a:pt x="1133461" y="28574"/>
                  </a:lnTo>
                  <a:lnTo>
                    <a:pt x="1133461" y="0"/>
                  </a:lnTo>
                  <a:lnTo>
                    <a:pt x="1162036" y="0"/>
                  </a:lnTo>
                  <a:lnTo>
                    <a:pt x="1162036" y="28574"/>
                  </a:lnTo>
                  <a:close/>
                </a:path>
                <a:path w="7590155" h="1552575">
                  <a:moveTo>
                    <a:pt x="1219186" y="28574"/>
                  </a:moveTo>
                  <a:lnTo>
                    <a:pt x="1190611" y="28574"/>
                  </a:lnTo>
                  <a:lnTo>
                    <a:pt x="1190611" y="0"/>
                  </a:lnTo>
                  <a:lnTo>
                    <a:pt x="1219186" y="0"/>
                  </a:lnTo>
                  <a:lnTo>
                    <a:pt x="1219186" y="28574"/>
                  </a:lnTo>
                  <a:close/>
                </a:path>
                <a:path w="7590155" h="1552575">
                  <a:moveTo>
                    <a:pt x="1276336" y="28574"/>
                  </a:moveTo>
                  <a:lnTo>
                    <a:pt x="1247761" y="28574"/>
                  </a:lnTo>
                  <a:lnTo>
                    <a:pt x="1247761" y="0"/>
                  </a:lnTo>
                  <a:lnTo>
                    <a:pt x="1276336" y="0"/>
                  </a:lnTo>
                  <a:lnTo>
                    <a:pt x="1276336" y="28574"/>
                  </a:lnTo>
                  <a:close/>
                </a:path>
                <a:path w="7590155" h="1552575">
                  <a:moveTo>
                    <a:pt x="1333486" y="28574"/>
                  </a:moveTo>
                  <a:lnTo>
                    <a:pt x="1304911" y="28574"/>
                  </a:lnTo>
                  <a:lnTo>
                    <a:pt x="1304911" y="0"/>
                  </a:lnTo>
                  <a:lnTo>
                    <a:pt x="1333486" y="0"/>
                  </a:lnTo>
                  <a:lnTo>
                    <a:pt x="1333486" y="28574"/>
                  </a:lnTo>
                  <a:close/>
                </a:path>
                <a:path w="7590155" h="1552575">
                  <a:moveTo>
                    <a:pt x="1390636" y="28574"/>
                  </a:moveTo>
                  <a:lnTo>
                    <a:pt x="1362061" y="28574"/>
                  </a:lnTo>
                  <a:lnTo>
                    <a:pt x="1362061" y="0"/>
                  </a:lnTo>
                  <a:lnTo>
                    <a:pt x="1390636" y="0"/>
                  </a:lnTo>
                  <a:lnTo>
                    <a:pt x="1390636" y="28574"/>
                  </a:lnTo>
                  <a:close/>
                </a:path>
                <a:path w="7590155" h="1552575">
                  <a:moveTo>
                    <a:pt x="1447786" y="28574"/>
                  </a:moveTo>
                  <a:lnTo>
                    <a:pt x="1419211" y="28574"/>
                  </a:lnTo>
                  <a:lnTo>
                    <a:pt x="1419211" y="0"/>
                  </a:lnTo>
                  <a:lnTo>
                    <a:pt x="1447786" y="0"/>
                  </a:lnTo>
                  <a:lnTo>
                    <a:pt x="1447786" y="28574"/>
                  </a:lnTo>
                  <a:close/>
                </a:path>
                <a:path w="7590155" h="1552575">
                  <a:moveTo>
                    <a:pt x="1504936" y="28574"/>
                  </a:moveTo>
                  <a:lnTo>
                    <a:pt x="1476361" y="28574"/>
                  </a:lnTo>
                  <a:lnTo>
                    <a:pt x="1476361" y="0"/>
                  </a:lnTo>
                  <a:lnTo>
                    <a:pt x="1504936" y="0"/>
                  </a:lnTo>
                  <a:lnTo>
                    <a:pt x="1504936" y="28574"/>
                  </a:lnTo>
                  <a:close/>
                </a:path>
                <a:path w="7590155" h="1552575">
                  <a:moveTo>
                    <a:pt x="1562086" y="28574"/>
                  </a:moveTo>
                  <a:lnTo>
                    <a:pt x="1533511" y="28574"/>
                  </a:lnTo>
                  <a:lnTo>
                    <a:pt x="1533511" y="0"/>
                  </a:lnTo>
                  <a:lnTo>
                    <a:pt x="1562086" y="0"/>
                  </a:lnTo>
                  <a:lnTo>
                    <a:pt x="1562086" y="28574"/>
                  </a:lnTo>
                  <a:close/>
                </a:path>
                <a:path w="7590155" h="1552575">
                  <a:moveTo>
                    <a:pt x="1619236" y="28574"/>
                  </a:moveTo>
                  <a:lnTo>
                    <a:pt x="1590661" y="28574"/>
                  </a:lnTo>
                  <a:lnTo>
                    <a:pt x="1590661" y="0"/>
                  </a:lnTo>
                  <a:lnTo>
                    <a:pt x="1619236" y="0"/>
                  </a:lnTo>
                  <a:lnTo>
                    <a:pt x="1619236" y="28574"/>
                  </a:lnTo>
                  <a:close/>
                </a:path>
                <a:path w="7590155" h="1552575">
                  <a:moveTo>
                    <a:pt x="1676386" y="28574"/>
                  </a:moveTo>
                  <a:lnTo>
                    <a:pt x="1647811" y="28574"/>
                  </a:lnTo>
                  <a:lnTo>
                    <a:pt x="1647811" y="0"/>
                  </a:lnTo>
                  <a:lnTo>
                    <a:pt x="1676386" y="0"/>
                  </a:lnTo>
                  <a:lnTo>
                    <a:pt x="1676386" y="28574"/>
                  </a:lnTo>
                  <a:close/>
                </a:path>
                <a:path w="7590155" h="1552575">
                  <a:moveTo>
                    <a:pt x="1733536" y="28574"/>
                  </a:moveTo>
                  <a:lnTo>
                    <a:pt x="1704961" y="28574"/>
                  </a:lnTo>
                  <a:lnTo>
                    <a:pt x="1704961" y="0"/>
                  </a:lnTo>
                  <a:lnTo>
                    <a:pt x="1733536" y="0"/>
                  </a:lnTo>
                  <a:lnTo>
                    <a:pt x="1733536" y="28574"/>
                  </a:lnTo>
                  <a:close/>
                </a:path>
                <a:path w="7590155" h="1552575">
                  <a:moveTo>
                    <a:pt x="1790686" y="28574"/>
                  </a:moveTo>
                  <a:lnTo>
                    <a:pt x="1762111" y="28574"/>
                  </a:lnTo>
                  <a:lnTo>
                    <a:pt x="1762111" y="0"/>
                  </a:lnTo>
                  <a:lnTo>
                    <a:pt x="1790686" y="0"/>
                  </a:lnTo>
                  <a:lnTo>
                    <a:pt x="1790686" y="28574"/>
                  </a:lnTo>
                  <a:close/>
                </a:path>
                <a:path w="7590155" h="1552575">
                  <a:moveTo>
                    <a:pt x="1847836" y="28574"/>
                  </a:moveTo>
                  <a:lnTo>
                    <a:pt x="1819261" y="28574"/>
                  </a:lnTo>
                  <a:lnTo>
                    <a:pt x="1819261" y="0"/>
                  </a:lnTo>
                  <a:lnTo>
                    <a:pt x="1847836" y="0"/>
                  </a:lnTo>
                  <a:lnTo>
                    <a:pt x="1847836" y="28574"/>
                  </a:lnTo>
                  <a:close/>
                </a:path>
                <a:path w="7590155" h="1552575">
                  <a:moveTo>
                    <a:pt x="1904986" y="28574"/>
                  </a:moveTo>
                  <a:lnTo>
                    <a:pt x="1876411" y="28574"/>
                  </a:lnTo>
                  <a:lnTo>
                    <a:pt x="1876411" y="0"/>
                  </a:lnTo>
                  <a:lnTo>
                    <a:pt x="1904986" y="0"/>
                  </a:lnTo>
                  <a:lnTo>
                    <a:pt x="1904986" y="28574"/>
                  </a:lnTo>
                  <a:close/>
                </a:path>
                <a:path w="7590155" h="1552575">
                  <a:moveTo>
                    <a:pt x="1962136" y="28574"/>
                  </a:moveTo>
                  <a:lnTo>
                    <a:pt x="1933561" y="28574"/>
                  </a:lnTo>
                  <a:lnTo>
                    <a:pt x="1933561" y="0"/>
                  </a:lnTo>
                  <a:lnTo>
                    <a:pt x="1962136" y="0"/>
                  </a:lnTo>
                  <a:lnTo>
                    <a:pt x="1962136" y="28574"/>
                  </a:lnTo>
                  <a:close/>
                </a:path>
                <a:path w="7590155" h="1552575">
                  <a:moveTo>
                    <a:pt x="2019286" y="28574"/>
                  </a:moveTo>
                  <a:lnTo>
                    <a:pt x="1990711" y="28574"/>
                  </a:lnTo>
                  <a:lnTo>
                    <a:pt x="1990711" y="0"/>
                  </a:lnTo>
                  <a:lnTo>
                    <a:pt x="2019286" y="0"/>
                  </a:lnTo>
                  <a:lnTo>
                    <a:pt x="2019286" y="28574"/>
                  </a:lnTo>
                  <a:close/>
                </a:path>
                <a:path w="7590155" h="1552575">
                  <a:moveTo>
                    <a:pt x="2076436" y="28574"/>
                  </a:moveTo>
                  <a:lnTo>
                    <a:pt x="2047861" y="28574"/>
                  </a:lnTo>
                  <a:lnTo>
                    <a:pt x="2047861" y="0"/>
                  </a:lnTo>
                  <a:lnTo>
                    <a:pt x="2076436" y="0"/>
                  </a:lnTo>
                  <a:lnTo>
                    <a:pt x="2076436" y="28574"/>
                  </a:lnTo>
                  <a:close/>
                </a:path>
                <a:path w="7590155" h="1552575">
                  <a:moveTo>
                    <a:pt x="2133586" y="28574"/>
                  </a:moveTo>
                  <a:lnTo>
                    <a:pt x="2105011" y="28574"/>
                  </a:lnTo>
                  <a:lnTo>
                    <a:pt x="2105011" y="0"/>
                  </a:lnTo>
                  <a:lnTo>
                    <a:pt x="2133586" y="0"/>
                  </a:lnTo>
                  <a:lnTo>
                    <a:pt x="2133586" y="28574"/>
                  </a:lnTo>
                  <a:close/>
                </a:path>
                <a:path w="7590155" h="1552575">
                  <a:moveTo>
                    <a:pt x="2190736" y="28574"/>
                  </a:moveTo>
                  <a:lnTo>
                    <a:pt x="2162161" y="28574"/>
                  </a:lnTo>
                  <a:lnTo>
                    <a:pt x="2162161" y="0"/>
                  </a:lnTo>
                  <a:lnTo>
                    <a:pt x="2190736" y="0"/>
                  </a:lnTo>
                  <a:lnTo>
                    <a:pt x="2190736" y="28574"/>
                  </a:lnTo>
                  <a:close/>
                </a:path>
                <a:path w="7590155" h="1552575">
                  <a:moveTo>
                    <a:pt x="2247886" y="28574"/>
                  </a:moveTo>
                  <a:lnTo>
                    <a:pt x="2219311" y="28574"/>
                  </a:lnTo>
                  <a:lnTo>
                    <a:pt x="2219311" y="0"/>
                  </a:lnTo>
                  <a:lnTo>
                    <a:pt x="2247886" y="0"/>
                  </a:lnTo>
                  <a:lnTo>
                    <a:pt x="2247886" y="28574"/>
                  </a:lnTo>
                  <a:close/>
                </a:path>
                <a:path w="7590155" h="1552575">
                  <a:moveTo>
                    <a:pt x="2305036" y="28574"/>
                  </a:moveTo>
                  <a:lnTo>
                    <a:pt x="2276461" y="28574"/>
                  </a:lnTo>
                  <a:lnTo>
                    <a:pt x="2276461" y="0"/>
                  </a:lnTo>
                  <a:lnTo>
                    <a:pt x="2305036" y="0"/>
                  </a:lnTo>
                  <a:lnTo>
                    <a:pt x="2305036" y="28574"/>
                  </a:lnTo>
                  <a:close/>
                </a:path>
                <a:path w="7590155" h="1552575">
                  <a:moveTo>
                    <a:pt x="2362186" y="28574"/>
                  </a:moveTo>
                  <a:lnTo>
                    <a:pt x="2333611" y="28574"/>
                  </a:lnTo>
                  <a:lnTo>
                    <a:pt x="2333611" y="0"/>
                  </a:lnTo>
                  <a:lnTo>
                    <a:pt x="2362186" y="0"/>
                  </a:lnTo>
                  <a:lnTo>
                    <a:pt x="2362186" y="28574"/>
                  </a:lnTo>
                  <a:close/>
                </a:path>
                <a:path w="7590155" h="1552575">
                  <a:moveTo>
                    <a:pt x="2419336" y="28574"/>
                  </a:moveTo>
                  <a:lnTo>
                    <a:pt x="2390761" y="28574"/>
                  </a:lnTo>
                  <a:lnTo>
                    <a:pt x="2390761" y="0"/>
                  </a:lnTo>
                  <a:lnTo>
                    <a:pt x="2419336" y="0"/>
                  </a:lnTo>
                  <a:lnTo>
                    <a:pt x="2419336" y="28574"/>
                  </a:lnTo>
                  <a:close/>
                </a:path>
                <a:path w="7590155" h="1552575">
                  <a:moveTo>
                    <a:pt x="2476486" y="28574"/>
                  </a:moveTo>
                  <a:lnTo>
                    <a:pt x="2447911" y="28574"/>
                  </a:lnTo>
                  <a:lnTo>
                    <a:pt x="2447911" y="0"/>
                  </a:lnTo>
                  <a:lnTo>
                    <a:pt x="2476486" y="0"/>
                  </a:lnTo>
                  <a:lnTo>
                    <a:pt x="2476486" y="28574"/>
                  </a:lnTo>
                  <a:close/>
                </a:path>
                <a:path w="7590155" h="1552575">
                  <a:moveTo>
                    <a:pt x="2533636" y="28574"/>
                  </a:moveTo>
                  <a:lnTo>
                    <a:pt x="2505061" y="28574"/>
                  </a:lnTo>
                  <a:lnTo>
                    <a:pt x="2505061" y="0"/>
                  </a:lnTo>
                  <a:lnTo>
                    <a:pt x="2533636" y="0"/>
                  </a:lnTo>
                  <a:lnTo>
                    <a:pt x="2533636" y="28574"/>
                  </a:lnTo>
                  <a:close/>
                </a:path>
                <a:path w="7590155" h="1552575">
                  <a:moveTo>
                    <a:pt x="2590786" y="28574"/>
                  </a:moveTo>
                  <a:lnTo>
                    <a:pt x="2562211" y="28574"/>
                  </a:lnTo>
                  <a:lnTo>
                    <a:pt x="2562211" y="0"/>
                  </a:lnTo>
                  <a:lnTo>
                    <a:pt x="2590786" y="0"/>
                  </a:lnTo>
                  <a:lnTo>
                    <a:pt x="2590786" y="28574"/>
                  </a:lnTo>
                  <a:close/>
                </a:path>
                <a:path w="7590155" h="1552575">
                  <a:moveTo>
                    <a:pt x="2647936" y="28574"/>
                  </a:moveTo>
                  <a:lnTo>
                    <a:pt x="2619361" y="28574"/>
                  </a:lnTo>
                  <a:lnTo>
                    <a:pt x="2619361" y="0"/>
                  </a:lnTo>
                  <a:lnTo>
                    <a:pt x="2647936" y="0"/>
                  </a:lnTo>
                  <a:lnTo>
                    <a:pt x="2647936" y="28574"/>
                  </a:lnTo>
                  <a:close/>
                </a:path>
                <a:path w="7590155" h="1552575">
                  <a:moveTo>
                    <a:pt x="2705086" y="28574"/>
                  </a:moveTo>
                  <a:lnTo>
                    <a:pt x="2676511" y="28574"/>
                  </a:lnTo>
                  <a:lnTo>
                    <a:pt x="2676511" y="0"/>
                  </a:lnTo>
                  <a:lnTo>
                    <a:pt x="2705086" y="0"/>
                  </a:lnTo>
                  <a:lnTo>
                    <a:pt x="2705086" y="28574"/>
                  </a:lnTo>
                  <a:close/>
                </a:path>
                <a:path w="7590155" h="1552575">
                  <a:moveTo>
                    <a:pt x="2762236" y="28574"/>
                  </a:moveTo>
                  <a:lnTo>
                    <a:pt x="2733661" y="28574"/>
                  </a:lnTo>
                  <a:lnTo>
                    <a:pt x="2733661" y="0"/>
                  </a:lnTo>
                  <a:lnTo>
                    <a:pt x="2762236" y="0"/>
                  </a:lnTo>
                  <a:lnTo>
                    <a:pt x="2762236" y="28574"/>
                  </a:lnTo>
                  <a:close/>
                </a:path>
                <a:path w="7590155" h="1552575">
                  <a:moveTo>
                    <a:pt x="2819386" y="28574"/>
                  </a:moveTo>
                  <a:lnTo>
                    <a:pt x="2790811" y="28574"/>
                  </a:lnTo>
                  <a:lnTo>
                    <a:pt x="2790811" y="0"/>
                  </a:lnTo>
                  <a:lnTo>
                    <a:pt x="2819386" y="0"/>
                  </a:lnTo>
                  <a:lnTo>
                    <a:pt x="2819386" y="28574"/>
                  </a:lnTo>
                  <a:close/>
                </a:path>
                <a:path w="7590155" h="1552575">
                  <a:moveTo>
                    <a:pt x="2876536" y="28574"/>
                  </a:moveTo>
                  <a:lnTo>
                    <a:pt x="2847961" y="28574"/>
                  </a:lnTo>
                  <a:lnTo>
                    <a:pt x="2847961" y="0"/>
                  </a:lnTo>
                  <a:lnTo>
                    <a:pt x="2876536" y="0"/>
                  </a:lnTo>
                  <a:lnTo>
                    <a:pt x="2876536" y="28574"/>
                  </a:lnTo>
                  <a:close/>
                </a:path>
                <a:path w="7590155" h="1552575">
                  <a:moveTo>
                    <a:pt x="2933686" y="28574"/>
                  </a:moveTo>
                  <a:lnTo>
                    <a:pt x="2905111" y="28574"/>
                  </a:lnTo>
                  <a:lnTo>
                    <a:pt x="2905111" y="0"/>
                  </a:lnTo>
                  <a:lnTo>
                    <a:pt x="2933686" y="0"/>
                  </a:lnTo>
                  <a:lnTo>
                    <a:pt x="2933686" y="28574"/>
                  </a:lnTo>
                  <a:close/>
                </a:path>
                <a:path w="7590155" h="1552575">
                  <a:moveTo>
                    <a:pt x="2990836" y="28574"/>
                  </a:moveTo>
                  <a:lnTo>
                    <a:pt x="2962261" y="28574"/>
                  </a:lnTo>
                  <a:lnTo>
                    <a:pt x="2962261" y="0"/>
                  </a:lnTo>
                  <a:lnTo>
                    <a:pt x="2990836" y="0"/>
                  </a:lnTo>
                  <a:lnTo>
                    <a:pt x="2990836" y="28574"/>
                  </a:lnTo>
                  <a:close/>
                </a:path>
                <a:path w="7590155" h="1552575">
                  <a:moveTo>
                    <a:pt x="3047986" y="28574"/>
                  </a:moveTo>
                  <a:lnTo>
                    <a:pt x="3019411" y="28574"/>
                  </a:lnTo>
                  <a:lnTo>
                    <a:pt x="3019411" y="0"/>
                  </a:lnTo>
                  <a:lnTo>
                    <a:pt x="3047986" y="0"/>
                  </a:lnTo>
                  <a:lnTo>
                    <a:pt x="3047986" y="28574"/>
                  </a:lnTo>
                  <a:close/>
                </a:path>
                <a:path w="7590155" h="1552575">
                  <a:moveTo>
                    <a:pt x="3105136" y="28574"/>
                  </a:moveTo>
                  <a:lnTo>
                    <a:pt x="3076561" y="28574"/>
                  </a:lnTo>
                  <a:lnTo>
                    <a:pt x="3076561" y="0"/>
                  </a:lnTo>
                  <a:lnTo>
                    <a:pt x="3105136" y="0"/>
                  </a:lnTo>
                  <a:lnTo>
                    <a:pt x="3105136" y="28574"/>
                  </a:lnTo>
                  <a:close/>
                </a:path>
                <a:path w="7590155" h="1552575">
                  <a:moveTo>
                    <a:pt x="3162286" y="28574"/>
                  </a:moveTo>
                  <a:lnTo>
                    <a:pt x="3133711" y="28574"/>
                  </a:lnTo>
                  <a:lnTo>
                    <a:pt x="3133711" y="0"/>
                  </a:lnTo>
                  <a:lnTo>
                    <a:pt x="3162286" y="0"/>
                  </a:lnTo>
                  <a:lnTo>
                    <a:pt x="3162286" y="28574"/>
                  </a:lnTo>
                  <a:close/>
                </a:path>
                <a:path w="7590155" h="1552575">
                  <a:moveTo>
                    <a:pt x="3219436" y="28574"/>
                  </a:moveTo>
                  <a:lnTo>
                    <a:pt x="3190861" y="28574"/>
                  </a:lnTo>
                  <a:lnTo>
                    <a:pt x="3190861" y="0"/>
                  </a:lnTo>
                  <a:lnTo>
                    <a:pt x="3219436" y="0"/>
                  </a:lnTo>
                  <a:lnTo>
                    <a:pt x="3219436" y="28574"/>
                  </a:lnTo>
                  <a:close/>
                </a:path>
                <a:path w="7590155" h="1552575">
                  <a:moveTo>
                    <a:pt x="3276586" y="28574"/>
                  </a:moveTo>
                  <a:lnTo>
                    <a:pt x="3248011" y="28574"/>
                  </a:lnTo>
                  <a:lnTo>
                    <a:pt x="3248011" y="0"/>
                  </a:lnTo>
                  <a:lnTo>
                    <a:pt x="3276586" y="0"/>
                  </a:lnTo>
                  <a:lnTo>
                    <a:pt x="3276586" y="28574"/>
                  </a:lnTo>
                  <a:close/>
                </a:path>
                <a:path w="7590155" h="1552575">
                  <a:moveTo>
                    <a:pt x="3333736" y="28574"/>
                  </a:moveTo>
                  <a:lnTo>
                    <a:pt x="3305161" y="28574"/>
                  </a:lnTo>
                  <a:lnTo>
                    <a:pt x="3305161" y="0"/>
                  </a:lnTo>
                  <a:lnTo>
                    <a:pt x="3333736" y="0"/>
                  </a:lnTo>
                  <a:lnTo>
                    <a:pt x="3333736" y="28574"/>
                  </a:lnTo>
                  <a:close/>
                </a:path>
                <a:path w="7590155" h="1552575">
                  <a:moveTo>
                    <a:pt x="3390886" y="28574"/>
                  </a:moveTo>
                  <a:lnTo>
                    <a:pt x="3362311" y="28574"/>
                  </a:lnTo>
                  <a:lnTo>
                    <a:pt x="3362311" y="0"/>
                  </a:lnTo>
                  <a:lnTo>
                    <a:pt x="3390886" y="0"/>
                  </a:lnTo>
                  <a:lnTo>
                    <a:pt x="3390886" y="28574"/>
                  </a:lnTo>
                  <a:close/>
                </a:path>
                <a:path w="7590155" h="1552575">
                  <a:moveTo>
                    <a:pt x="3448036" y="28574"/>
                  </a:moveTo>
                  <a:lnTo>
                    <a:pt x="3419461" y="28574"/>
                  </a:lnTo>
                  <a:lnTo>
                    <a:pt x="3419461" y="0"/>
                  </a:lnTo>
                  <a:lnTo>
                    <a:pt x="3448036" y="0"/>
                  </a:lnTo>
                  <a:lnTo>
                    <a:pt x="3448036" y="28574"/>
                  </a:lnTo>
                  <a:close/>
                </a:path>
                <a:path w="7590155" h="1552575">
                  <a:moveTo>
                    <a:pt x="3505186" y="28574"/>
                  </a:moveTo>
                  <a:lnTo>
                    <a:pt x="3476611" y="28574"/>
                  </a:lnTo>
                  <a:lnTo>
                    <a:pt x="3476611" y="0"/>
                  </a:lnTo>
                  <a:lnTo>
                    <a:pt x="3505186" y="0"/>
                  </a:lnTo>
                  <a:lnTo>
                    <a:pt x="3505186" y="28574"/>
                  </a:lnTo>
                  <a:close/>
                </a:path>
                <a:path w="7590155" h="1552575">
                  <a:moveTo>
                    <a:pt x="3562336" y="28574"/>
                  </a:moveTo>
                  <a:lnTo>
                    <a:pt x="3533761" y="28574"/>
                  </a:lnTo>
                  <a:lnTo>
                    <a:pt x="3533761" y="0"/>
                  </a:lnTo>
                  <a:lnTo>
                    <a:pt x="3562336" y="0"/>
                  </a:lnTo>
                  <a:lnTo>
                    <a:pt x="3562336" y="28574"/>
                  </a:lnTo>
                  <a:close/>
                </a:path>
                <a:path w="7590155" h="1552575">
                  <a:moveTo>
                    <a:pt x="3619486" y="28574"/>
                  </a:moveTo>
                  <a:lnTo>
                    <a:pt x="3590911" y="28574"/>
                  </a:lnTo>
                  <a:lnTo>
                    <a:pt x="3590911" y="0"/>
                  </a:lnTo>
                  <a:lnTo>
                    <a:pt x="3619486" y="0"/>
                  </a:lnTo>
                  <a:lnTo>
                    <a:pt x="3619486" y="28574"/>
                  </a:lnTo>
                  <a:close/>
                </a:path>
                <a:path w="7590155" h="1552575">
                  <a:moveTo>
                    <a:pt x="3676636" y="28574"/>
                  </a:moveTo>
                  <a:lnTo>
                    <a:pt x="3648061" y="28574"/>
                  </a:lnTo>
                  <a:lnTo>
                    <a:pt x="3648061" y="0"/>
                  </a:lnTo>
                  <a:lnTo>
                    <a:pt x="3676636" y="0"/>
                  </a:lnTo>
                  <a:lnTo>
                    <a:pt x="3676636" y="28574"/>
                  </a:lnTo>
                  <a:close/>
                </a:path>
                <a:path w="7590155" h="1552575">
                  <a:moveTo>
                    <a:pt x="3733786" y="28574"/>
                  </a:moveTo>
                  <a:lnTo>
                    <a:pt x="3705211" y="28574"/>
                  </a:lnTo>
                  <a:lnTo>
                    <a:pt x="3705211" y="0"/>
                  </a:lnTo>
                  <a:lnTo>
                    <a:pt x="3733786" y="0"/>
                  </a:lnTo>
                  <a:lnTo>
                    <a:pt x="3733786" y="28574"/>
                  </a:lnTo>
                  <a:close/>
                </a:path>
                <a:path w="7590155" h="1552575">
                  <a:moveTo>
                    <a:pt x="3790936" y="28574"/>
                  </a:moveTo>
                  <a:lnTo>
                    <a:pt x="3762361" y="28574"/>
                  </a:lnTo>
                  <a:lnTo>
                    <a:pt x="3762361" y="0"/>
                  </a:lnTo>
                  <a:lnTo>
                    <a:pt x="3790936" y="0"/>
                  </a:lnTo>
                  <a:lnTo>
                    <a:pt x="3790936" y="28574"/>
                  </a:lnTo>
                  <a:close/>
                </a:path>
                <a:path w="7590155" h="1552575">
                  <a:moveTo>
                    <a:pt x="3848086" y="28574"/>
                  </a:moveTo>
                  <a:lnTo>
                    <a:pt x="3819511" y="28574"/>
                  </a:lnTo>
                  <a:lnTo>
                    <a:pt x="3819511" y="0"/>
                  </a:lnTo>
                  <a:lnTo>
                    <a:pt x="3848086" y="0"/>
                  </a:lnTo>
                  <a:lnTo>
                    <a:pt x="3848086" y="28574"/>
                  </a:lnTo>
                  <a:close/>
                </a:path>
                <a:path w="7590155" h="1552575">
                  <a:moveTo>
                    <a:pt x="3905236" y="28574"/>
                  </a:moveTo>
                  <a:lnTo>
                    <a:pt x="3876661" y="28574"/>
                  </a:lnTo>
                  <a:lnTo>
                    <a:pt x="3876661" y="0"/>
                  </a:lnTo>
                  <a:lnTo>
                    <a:pt x="3905236" y="0"/>
                  </a:lnTo>
                  <a:lnTo>
                    <a:pt x="3905236" y="28574"/>
                  </a:lnTo>
                  <a:close/>
                </a:path>
                <a:path w="7590155" h="1552575">
                  <a:moveTo>
                    <a:pt x="3962386" y="28574"/>
                  </a:moveTo>
                  <a:lnTo>
                    <a:pt x="3933811" y="28574"/>
                  </a:lnTo>
                  <a:lnTo>
                    <a:pt x="3933811" y="0"/>
                  </a:lnTo>
                  <a:lnTo>
                    <a:pt x="3962386" y="0"/>
                  </a:lnTo>
                  <a:lnTo>
                    <a:pt x="3962386" y="28574"/>
                  </a:lnTo>
                  <a:close/>
                </a:path>
                <a:path w="7590155" h="1552575">
                  <a:moveTo>
                    <a:pt x="4019536" y="28574"/>
                  </a:moveTo>
                  <a:lnTo>
                    <a:pt x="3990961" y="28574"/>
                  </a:lnTo>
                  <a:lnTo>
                    <a:pt x="3990961" y="0"/>
                  </a:lnTo>
                  <a:lnTo>
                    <a:pt x="4019536" y="0"/>
                  </a:lnTo>
                  <a:lnTo>
                    <a:pt x="4019536" y="28574"/>
                  </a:lnTo>
                  <a:close/>
                </a:path>
                <a:path w="7590155" h="1552575">
                  <a:moveTo>
                    <a:pt x="4076686" y="28574"/>
                  </a:moveTo>
                  <a:lnTo>
                    <a:pt x="4048111" y="28574"/>
                  </a:lnTo>
                  <a:lnTo>
                    <a:pt x="4048111" y="0"/>
                  </a:lnTo>
                  <a:lnTo>
                    <a:pt x="4076686" y="0"/>
                  </a:lnTo>
                  <a:lnTo>
                    <a:pt x="4076686" y="28574"/>
                  </a:lnTo>
                  <a:close/>
                </a:path>
                <a:path w="7590155" h="1552575">
                  <a:moveTo>
                    <a:pt x="4133836" y="28574"/>
                  </a:moveTo>
                  <a:lnTo>
                    <a:pt x="4105261" y="28574"/>
                  </a:lnTo>
                  <a:lnTo>
                    <a:pt x="4105261" y="0"/>
                  </a:lnTo>
                  <a:lnTo>
                    <a:pt x="4133836" y="0"/>
                  </a:lnTo>
                  <a:lnTo>
                    <a:pt x="4133836" y="28574"/>
                  </a:lnTo>
                  <a:close/>
                </a:path>
                <a:path w="7590155" h="1552575">
                  <a:moveTo>
                    <a:pt x="4190986" y="28574"/>
                  </a:moveTo>
                  <a:lnTo>
                    <a:pt x="4162411" y="28574"/>
                  </a:lnTo>
                  <a:lnTo>
                    <a:pt x="4162411" y="0"/>
                  </a:lnTo>
                  <a:lnTo>
                    <a:pt x="4190986" y="0"/>
                  </a:lnTo>
                  <a:lnTo>
                    <a:pt x="4190986" y="28574"/>
                  </a:lnTo>
                  <a:close/>
                </a:path>
                <a:path w="7590155" h="1552575">
                  <a:moveTo>
                    <a:pt x="4248136" y="28574"/>
                  </a:moveTo>
                  <a:lnTo>
                    <a:pt x="4219561" y="28574"/>
                  </a:lnTo>
                  <a:lnTo>
                    <a:pt x="4219561" y="0"/>
                  </a:lnTo>
                  <a:lnTo>
                    <a:pt x="4248136" y="0"/>
                  </a:lnTo>
                  <a:lnTo>
                    <a:pt x="4248136" y="28574"/>
                  </a:lnTo>
                  <a:close/>
                </a:path>
                <a:path w="7590155" h="1552575">
                  <a:moveTo>
                    <a:pt x="4305286" y="28574"/>
                  </a:moveTo>
                  <a:lnTo>
                    <a:pt x="4276711" y="28574"/>
                  </a:lnTo>
                  <a:lnTo>
                    <a:pt x="4276711" y="0"/>
                  </a:lnTo>
                  <a:lnTo>
                    <a:pt x="4305286" y="0"/>
                  </a:lnTo>
                  <a:lnTo>
                    <a:pt x="4305286" y="28574"/>
                  </a:lnTo>
                  <a:close/>
                </a:path>
                <a:path w="7590155" h="1552575">
                  <a:moveTo>
                    <a:pt x="4362436" y="28574"/>
                  </a:moveTo>
                  <a:lnTo>
                    <a:pt x="4333861" y="28574"/>
                  </a:lnTo>
                  <a:lnTo>
                    <a:pt x="4333861" y="0"/>
                  </a:lnTo>
                  <a:lnTo>
                    <a:pt x="4362436" y="0"/>
                  </a:lnTo>
                  <a:lnTo>
                    <a:pt x="4362436" y="28574"/>
                  </a:lnTo>
                  <a:close/>
                </a:path>
                <a:path w="7590155" h="1552575">
                  <a:moveTo>
                    <a:pt x="4419586" y="28574"/>
                  </a:moveTo>
                  <a:lnTo>
                    <a:pt x="4391011" y="28574"/>
                  </a:lnTo>
                  <a:lnTo>
                    <a:pt x="4391011" y="0"/>
                  </a:lnTo>
                  <a:lnTo>
                    <a:pt x="4419586" y="0"/>
                  </a:lnTo>
                  <a:lnTo>
                    <a:pt x="4419586" y="28574"/>
                  </a:lnTo>
                  <a:close/>
                </a:path>
                <a:path w="7590155" h="1552575">
                  <a:moveTo>
                    <a:pt x="4476736" y="28574"/>
                  </a:moveTo>
                  <a:lnTo>
                    <a:pt x="4448161" y="28574"/>
                  </a:lnTo>
                  <a:lnTo>
                    <a:pt x="4448161" y="0"/>
                  </a:lnTo>
                  <a:lnTo>
                    <a:pt x="4476736" y="0"/>
                  </a:lnTo>
                  <a:lnTo>
                    <a:pt x="4476736" y="28574"/>
                  </a:lnTo>
                  <a:close/>
                </a:path>
                <a:path w="7590155" h="1552575">
                  <a:moveTo>
                    <a:pt x="4533886" y="28574"/>
                  </a:moveTo>
                  <a:lnTo>
                    <a:pt x="4505311" y="28574"/>
                  </a:lnTo>
                  <a:lnTo>
                    <a:pt x="4505311" y="0"/>
                  </a:lnTo>
                  <a:lnTo>
                    <a:pt x="4533886" y="0"/>
                  </a:lnTo>
                  <a:lnTo>
                    <a:pt x="4533886" y="28574"/>
                  </a:lnTo>
                  <a:close/>
                </a:path>
                <a:path w="7590155" h="1552575">
                  <a:moveTo>
                    <a:pt x="4591036" y="28574"/>
                  </a:moveTo>
                  <a:lnTo>
                    <a:pt x="4562461" y="28574"/>
                  </a:lnTo>
                  <a:lnTo>
                    <a:pt x="4562461" y="0"/>
                  </a:lnTo>
                  <a:lnTo>
                    <a:pt x="4591036" y="0"/>
                  </a:lnTo>
                  <a:lnTo>
                    <a:pt x="4591036" y="28574"/>
                  </a:lnTo>
                  <a:close/>
                </a:path>
                <a:path w="7590155" h="1552575">
                  <a:moveTo>
                    <a:pt x="4648186" y="28574"/>
                  </a:moveTo>
                  <a:lnTo>
                    <a:pt x="4619611" y="28574"/>
                  </a:lnTo>
                  <a:lnTo>
                    <a:pt x="4619611" y="0"/>
                  </a:lnTo>
                  <a:lnTo>
                    <a:pt x="4648186" y="0"/>
                  </a:lnTo>
                  <a:lnTo>
                    <a:pt x="4648186" y="28574"/>
                  </a:lnTo>
                  <a:close/>
                </a:path>
                <a:path w="7590155" h="1552575">
                  <a:moveTo>
                    <a:pt x="4705336" y="28574"/>
                  </a:moveTo>
                  <a:lnTo>
                    <a:pt x="4676761" y="28574"/>
                  </a:lnTo>
                  <a:lnTo>
                    <a:pt x="4676761" y="0"/>
                  </a:lnTo>
                  <a:lnTo>
                    <a:pt x="4705336" y="0"/>
                  </a:lnTo>
                  <a:lnTo>
                    <a:pt x="4705336" y="28574"/>
                  </a:lnTo>
                  <a:close/>
                </a:path>
                <a:path w="7590155" h="1552575">
                  <a:moveTo>
                    <a:pt x="4762486" y="28574"/>
                  </a:moveTo>
                  <a:lnTo>
                    <a:pt x="4733911" y="28574"/>
                  </a:lnTo>
                  <a:lnTo>
                    <a:pt x="4733911" y="0"/>
                  </a:lnTo>
                  <a:lnTo>
                    <a:pt x="4762486" y="0"/>
                  </a:lnTo>
                  <a:lnTo>
                    <a:pt x="4762486" y="28574"/>
                  </a:lnTo>
                  <a:close/>
                </a:path>
                <a:path w="7590155" h="1552575">
                  <a:moveTo>
                    <a:pt x="4819636" y="28574"/>
                  </a:moveTo>
                  <a:lnTo>
                    <a:pt x="4791061" y="28574"/>
                  </a:lnTo>
                  <a:lnTo>
                    <a:pt x="4791061" y="0"/>
                  </a:lnTo>
                  <a:lnTo>
                    <a:pt x="4819636" y="0"/>
                  </a:lnTo>
                  <a:lnTo>
                    <a:pt x="4819636" y="28574"/>
                  </a:lnTo>
                  <a:close/>
                </a:path>
                <a:path w="7590155" h="1552575">
                  <a:moveTo>
                    <a:pt x="4876786" y="28574"/>
                  </a:moveTo>
                  <a:lnTo>
                    <a:pt x="4848211" y="28574"/>
                  </a:lnTo>
                  <a:lnTo>
                    <a:pt x="4848211" y="0"/>
                  </a:lnTo>
                  <a:lnTo>
                    <a:pt x="4876786" y="0"/>
                  </a:lnTo>
                  <a:lnTo>
                    <a:pt x="4876786" y="28574"/>
                  </a:lnTo>
                  <a:close/>
                </a:path>
                <a:path w="7590155" h="1552575">
                  <a:moveTo>
                    <a:pt x="4933936" y="28574"/>
                  </a:moveTo>
                  <a:lnTo>
                    <a:pt x="4905361" y="28574"/>
                  </a:lnTo>
                  <a:lnTo>
                    <a:pt x="4905361" y="0"/>
                  </a:lnTo>
                  <a:lnTo>
                    <a:pt x="4933936" y="0"/>
                  </a:lnTo>
                  <a:lnTo>
                    <a:pt x="4933936" y="28574"/>
                  </a:lnTo>
                  <a:close/>
                </a:path>
                <a:path w="7590155" h="1552575">
                  <a:moveTo>
                    <a:pt x="4991086" y="28574"/>
                  </a:moveTo>
                  <a:lnTo>
                    <a:pt x="4962511" y="28574"/>
                  </a:lnTo>
                  <a:lnTo>
                    <a:pt x="4962511" y="0"/>
                  </a:lnTo>
                  <a:lnTo>
                    <a:pt x="4991086" y="0"/>
                  </a:lnTo>
                  <a:lnTo>
                    <a:pt x="4991086" y="28574"/>
                  </a:lnTo>
                  <a:close/>
                </a:path>
                <a:path w="7590155" h="1552575">
                  <a:moveTo>
                    <a:pt x="5048236" y="28574"/>
                  </a:moveTo>
                  <a:lnTo>
                    <a:pt x="5019661" y="28574"/>
                  </a:lnTo>
                  <a:lnTo>
                    <a:pt x="5019661" y="0"/>
                  </a:lnTo>
                  <a:lnTo>
                    <a:pt x="5048236" y="0"/>
                  </a:lnTo>
                  <a:lnTo>
                    <a:pt x="5048236" y="28574"/>
                  </a:lnTo>
                  <a:close/>
                </a:path>
                <a:path w="7590155" h="1552575">
                  <a:moveTo>
                    <a:pt x="5105386" y="28574"/>
                  </a:moveTo>
                  <a:lnTo>
                    <a:pt x="5076811" y="28574"/>
                  </a:lnTo>
                  <a:lnTo>
                    <a:pt x="5076811" y="0"/>
                  </a:lnTo>
                  <a:lnTo>
                    <a:pt x="5105386" y="0"/>
                  </a:lnTo>
                  <a:lnTo>
                    <a:pt x="5105386" y="28574"/>
                  </a:lnTo>
                  <a:close/>
                </a:path>
                <a:path w="7590155" h="1552575">
                  <a:moveTo>
                    <a:pt x="5162536" y="28574"/>
                  </a:moveTo>
                  <a:lnTo>
                    <a:pt x="5133961" y="28574"/>
                  </a:lnTo>
                  <a:lnTo>
                    <a:pt x="5133961" y="0"/>
                  </a:lnTo>
                  <a:lnTo>
                    <a:pt x="5162536" y="0"/>
                  </a:lnTo>
                  <a:lnTo>
                    <a:pt x="5162536" y="28574"/>
                  </a:lnTo>
                  <a:close/>
                </a:path>
                <a:path w="7590155" h="1552575">
                  <a:moveTo>
                    <a:pt x="5219686" y="28574"/>
                  </a:moveTo>
                  <a:lnTo>
                    <a:pt x="5191111" y="28574"/>
                  </a:lnTo>
                  <a:lnTo>
                    <a:pt x="5191111" y="0"/>
                  </a:lnTo>
                  <a:lnTo>
                    <a:pt x="5219686" y="0"/>
                  </a:lnTo>
                  <a:lnTo>
                    <a:pt x="5219686" y="28574"/>
                  </a:lnTo>
                  <a:close/>
                </a:path>
                <a:path w="7590155" h="1552575">
                  <a:moveTo>
                    <a:pt x="5276836" y="28574"/>
                  </a:moveTo>
                  <a:lnTo>
                    <a:pt x="5248261" y="28574"/>
                  </a:lnTo>
                  <a:lnTo>
                    <a:pt x="5248261" y="0"/>
                  </a:lnTo>
                  <a:lnTo>
                    <a:pt x="5276836" y="0"/>
                  </a:lnTo>
                  <a:lnTo>
                    <a:pt x="5276836" y="28574"/>
                  </a:lnTo>
                  <a:close/>
                </a:path>
                <a:path w="7590155" h="1552575">
                  <a:moveTo>
                    <a:pt x="5333986" y="28574"/>
                  </a:moveTo>
                  <a:lnTo>
                    <a:pt x="5305411" y="28574"/>
                  </a:lnTo>
                  <a:lnTo>
                    <a:pt x="5305411" y="0"/>
                  </a:lnTo>
                  <a:lnTo>
                    <a:pt x="5333986" y="0"/>
                  </a:lnTo>
                  <a:lnTo>
                    <a:pt x="5333986" y="28574"/>
                  </a:lnTo>
                  <a:close/>
                </a:path>
                <a:path w="7590155" h="1552575">
                  <a:moveTo>
                    <a:pt x="5391136" y="28574"/>
                  </a:moveTo>
                  <a:lnTo>
                    <a:pt x="5362561" y="28574"/>
                  </a:lnTo>
                  <a:lnTo>
                    <a:pt x="5362561" y="0"/>
                  </a:lnTo>
                  <a:lnTo>
                    <a:pt x="5391136" y="0"/>
                  </a:lnTo>
                  <a:lnTo>
                    <a:pt x="5391136" y="28574"/>
                  </a:lnTo>
                  <a:close/>
                </a:path>
                <a:path w="7590155" h="1552575">
                  <a:moveTo>
                    <a:pt x="5448286" y="28574"/>
                  </a:moveTo>
                  <a:lnTo>
                    <a:pt x="5419711" y="28574"/>
                  </a:lnTo>
                  <a:lnTo>
                    <a:pt x="5419711" y="0"/>
                  </a:lnTo>
                  <a:lnTo>
                    <a:pt x="5448286" y="0"/>
                  </a:lnTo>
                  <a:lnTo>
                    <a:pt x="5448286" y="28574"/>
                  </a:lnTo>
                  <a:close/>
                </a:path>
                <a:path w="7590155" h="1552575">
                  <a:moveTo>
                    <a:pt x="5505436" y="28574"/>
                  </a:moveTo>
                  <a:lnTo>
                    <a:pt x="5476861" y="28574"/>
                  </a:lnTo>
                  <a:lnTo>
                    <a:pt x="5476861" y="0"/>
                  </a:lnTo>
                  <a:lnTo>
                    <a:pt x="5505436" y="0"/>
                  </a:lnTo>
                  <a:lnTo>
                    <a:pt x="5505436" y="28574"/>
                  </a:lnTo>
                  <a:close/>
                </a:path>
                <a:path w="7590155" h="1552575">
                  <a:moveTo>
                    <a:pt x="5562586" y="28574"/>
                  </a:moveTo>
                  <a:lnTo>
                    <a:pt x="5534011" y="28574"/>
                  </a:lnTo>
                  <a:lnTo>
                    <a:pt x="5534011" y="0"/>
                  </a:lnTo>
                  <a:lnTo>
                    <a:pt x="5562586" y="0"/>
                  </a:lnTo>
                  <a:lnTo>
                    <a:pt x="5562586" y="28574"/>
                  </a:lnTo>
                  <a:close/>
                </a:path>
                <a:path w="7590155" h="1552575">
                  <a:moveTo>
                    <a:pt x="5619736" y="28574"/>
                  </a:moveTo>
                  <a:lnTo>
                    <a:pt x="5591161" y="28574"/>
                  </a:lnTo>
                  <a:lnTo>
                    <a:pt x="5591161" y="0"/>
                  </a:lnTo>
                  <a:lnTo>
                    <a:pt x="5619736" y="0"/>
                  </a:lnTo>
                  <a:lnTo>
                    <a:pt x="5619736" y="28574"/>
                  </a:lnTo>
                  <a:close/>
                </a:path>
                <a:path w="7590155" h="1552575">
                  <a:moveTo>
                    <a:pt x="5676886" y="28574"/>
                  </a:moveTo>
                  <a:lnTo>
                    <a:pt x="5648311" y="28574"/>
                  </a:lnTo>
                  <a:lnTo>
                    <a:pt x="5648311" y="0"/>
                  </a:lnTo>
                  <a:lnTo>
                    <a:pt x="5676886" y="0"/>
                  </a:lnTo>
                  <a:lnTo>
                    <a:pt x="5676886" y="28574"/>
                  </a:lnTo>
                  <a:close/>
                </a:path>
                <a:path w="7590155" h="1552575">
                  <a:moveTo>
                    <a:pt x="5734036" y="28574"/>
                  </a:moveTo>
                  <a:lnTo>
                    <a:pt x="5705461" y="28574"/>
                  </a:lnTo>
                  <a:lnTo>
                    <a:pt x="5705461" y="0"/>
                  </a:lnTo>
                  <a:lnTo>
                    <a:pt x="5734036" y="0"/>
                  </a:lnTo>
                  <a:lnTo>
                    <a:pt x="5734036" y="28574"/>
                  </a:lnTo>
                  <a:close/>
                </a:path>
                <a:path w="7590155" h="1552575">
                  <a:moveTo>
                    <a:pt x="5791186" y="28574"/>
                  </a:moveTo>
                  <a:lnTo>
                    <a:pt x="5762611" y="28574"/>
                  </a:lnTo>
                  <a:lnTo>
                    <a:pt x="5762611" y="0"/>
                  </a:lnTo>
                  <a:lnTo>
                    <a:pt x="5791186" y="0"/>
                  </a:lnTo>
                  <a:lnTo>
                    <a:pt x="5791186" y="28574"/>
                  </a:lnTo>
                  <a:close/>
                </a:path>
                <a:path w="7590155" h="1552575">
                  <a:moveTo>
                    <a:pt x="5848336" y="28574"/>
                  </a:moveTo>
                  <a:lnTo>
                    <a:pt x="5819761" y="28574"/>
                  </a:lnTo>
                  <a:lnTo>
                    <a:pt x="5819761" y="0"/>
                  </a:lnTo>
                  <a:lnTo>
                    <a:pt x="5848336" y="0"/>
                  </a:lnTo>
                  <a:lnTo>
                    <a:pt x="5848336" y="28574"/>
                  </a:lnTo>
                  <a:close/>
                </a:path>
                <a:path w="7590155" h="1552575">
                  <a:moveTo>
                    <a:pt x="5905486" y="28574"/>
                  </a:moveTo>
                  <a:lnTo>
                    <a:pt x="5876911" y="28574"/>
                  </a:lnTo>
                  <a:lnTo>
                    <a:pt x="5876911" y="0"/>
                  </a:lnTo>
                  <a:lnTo>
                    <a:pt x="5905486" y="0"/>
                  </a:lnTo>
                  <a:lnTo>
                    <a:pt x="5905486" y="28574"/>
                  </a:lnTo>
                  <a:close/>
                </a:path>
                <a:path w="7590155" h="1552575">
                  <a:moveTo>
                    <a:pt x="5962636" y="28574"/>
                  </a:moveTo>
                  <a:lnTo>
                    <a:pt x="5934061" y="28574"/>
                  </a:lnTo>
                  <a:lnTo>
                    <a:pt x="5934061" y="0"/>
                  </a:lnTo>
                  <a:lnTo>
                    <a:pt x="5962636" y="0"/>
                  </a:lnTo>
                  <a:lnTo>
                    <a:pt x="5962636" y="28574"/>
                  </a:lnTo>
                  <a:close/>
                </a:path>
                <a:path w="7590155" h="1552575">
                  <a:moveTo>
                    <a:pt x="6019786" y="28574"/>
                  </a:moveTo>
                  <a:lnTo>
                    <a:pt x="5991211" y="28574"/>
                  </a:lnTo>
                  <a:lnTo>
                    <a:pt x="5991211" y="0"/>
                  </a:lnTo>
                  <a:lnTo>
                    <a:pt x="6019786" y="0"/>
                  </a:lnTo>
                  <a:lnTo>
                    <a:pt x="6019786" y="28574"/>
                  </a:lnTo>
                  <a:close/>
                </a:path>
                <a:path w="7590155" h="1552575">
                  <a:moveTo>
                    <a:pt x="6076936" y="28574"/>
                  </a:moveTo>
                  <a:lnTo>
                    <a:pt x="6048361" y="28574"/>
                  </a:lnTo>
                  <a:lnTo>
                    <a:pt x="6048361" y="0"/>
                  </a:lnTo>
                  <a:lnTo>
                    <a:pt x="6076936" y="0"/>
                  </a:lnTo>
                  <a:lnTo>
                    <a:pt x="6076936" y="28574"/>
                  </a:lnTo>
                  <a:close/>
                </a:path>
                <a:path w="7590155" h="1552575">
                  <a:moveTo>
                    <a:pt x="6134086" y="28574"/>
                  </a:moveTo>
                  <a:lnTo>
                    <a:pt x="6105511" y="28574"/>
                  </a:lnTo>
                  <a:lnTo>
                    <a:pt x="6105511" y="0"/>
                  </a:lnTo>
                  <a:lnTo>
                    <a:pt x="6134086" y="0"/>
                  </a:lnTo>
                  <a:lnTo>
                    <a:pt x="6134086" y="28574"/>
                  </a:lnTo>
                  <a:close/>
                </a:path>
                <a:path w="7590155" h="1552575">
                  <a:moveTo>
                    <a:pt x="6191236" y="28574"/>
                  </a:moveTo>
                  <a:lnTo>
                    <a:pt x="6162661" y="28574"/>
                  </a:lnTo>
                  <a:lnTo>
                    <a:pt x="6162661" y="0"/>
                  </a:lnTo>
                  <a:lnTo>
                    <a:pt x="6191236" y="0"/>
                  </a:lnTo>
                  <a:lnTo>
                    <a:pt x="6191236" y="28574"/>
                  </a:lnTo>
                  <a:close/>
                </a:path>
                <a:path w="7590155" h="1552575">
                  <a:moveTo>
                    <a:pt x="6248386" y="28574"/>
                  </a:moveTo>
                  <a:lnTo>
                    <a:pt x="6219811" y="28574"/>
                  </a:lnTo>
                  <a:lnTo>
                    <a:pt x="6219811" y="0"/>
                  </a:lnTo>
                  <a:lnTo>
                    <a:pt x="6248386" y="0"/>
                  </a:lnTo>
                  <a:lnTo>
                    <a:pt x="6248386" y="28574"/>
                  </a:lnTo>
                  <a:close/>
                </a:path>
                <a:path w="7590155" h="1552575">
                  <a:moveTo>
                    <a:pt x="6305536" y="28574"/>
                  </a:moveTo>
                  <a:lnTo>
                    <a:pt x="6276961" y="28574"/>
                  </a:lnTo>
                  <a:lnTo>
                    <a:pt x="6276961" y="0"/>
                  </a:lnTo>
                  <a:lnTo>
                    <a:pt x="6305536" y="0"/>
                  </a:lnTo>
                  <a:lnTo>
                    <a:pt x="6305536" y="28574"/>
                  </a:lnTo>
                  <a:close/>
                </a:path>
                <a:path w="7590155" h="1552575">
                  <a:moveTo>
                    <a:pt x="6362686" y="28574"/>
                  </a:moveTo>
                  <a:lnTo>
                    <a:pt x="6334111" y="28574"/>
                  </a:lnTo>
                  <a:lnTo>
                    <a:pt x="6334111" y="0"/>
                  </a:lnTo>
                  <a:lnTo>
                    <a:pt x="6362686" y="0"/>
                  </a:lnTo>
                  <a:lnTo>
                    <a:pt x="6362686" y="28574"/>
                  </a:lnTo>
                  <a:close/>
                </a:path>
                <a:path w="7590155" h="1552575">
                  <a:moveTo>
                    <a:pt x="6419836" y="28574"/>
                  </a:moveTo>
                  <a:lnTo>
                    <a:pt x="6391261" y="28574"/>
                  </a:lnTo>
                  <a:lnTo>
                    <a:pt x="6391261" y="0"/>
                  </a:lnTo>
                  <a:lnTo>
                    <a:pt x="6419836" y="0"/>
                  </a:lnTo>
                  <a:lnTo>
                    <a:pt x="6419836" y="28574"/>
                  </a:lnTo>
                  <a:close/>
                </a:path>
                <a:path w="7590155" h="1552575">
                  <a:moveTo>
                    <a:pt x="6476986" y="28574"/>
                  </a:moveTo>
                  <a:lnTo>
                    <a:pt x="6448411" y="28574"/>
                  </a:lnTo>
                  <a:lnTo>
                    <a:pt x="6448411" y="0"/>
                  </a:lnTo>
                  <a:lnTo>
                    <a:pt x="6476986" y="0"/>
                  </a:lnTo>
                  <a:lnTo>
                    <a:pt x="6476986" y="28574"/>
                  </a:lnTo>
                  <a:close/>
                </a:path>
                <a:path w="7590155" h="1552575">
                  <a:moveTo>
                    <a:pt x="6534136" y="28574"/>
                  </a:moveTo>
                  <a:lnTo>
                    <a:pt x="6505561" y="28574"/>
                  </a:lnTo>
                  <a:lnTo>
                    <a:pt x="6505561" y="0"/>
                  </a:lnTo>
                  <a:lnTo>
                    <a:pt x="6534136" y="0"/>
                  </a:lnTo>
                  <a:lnTo>
                    <a:pt x="6534136" y="28574"/>
                  </a:lnTo>
                  <a:close/>
                </a:path>
                <a:path w="7590155" h="1552575">
                  <a:moveTo>
                    <a:pt x="6591286" y="28574"/>
                  </a:moveTo>
                  <a:lnTo>
                    <a:pt x="6562711" y="28574"/>
                  </a:lnTo>
                  <a:lnTo>
                    <a:pt x="6562711" y="0"/>
                  </a:lnTo>
                  <a:lnTo>
                    <a:pt x="6591286" y="0"/>
                  </a:lnTo>
                  <a:lnTo>
                    <a:pt x="6591286" y="28574"/>
                  </a:lnTo>
                  <a:close/>
                </a:path>
                <a:path w="7590155" h="1552575">
                  <a:moveTo>
                    <a:pt x="6648436" y="28574"/>
                  </a:moveTo>
                  <a:lnTo>
                    <a:pt x="6619861" y="28574"/>
                  </a:lnTo>
                  <a:lnTo>
                    <a:pt x="6619861" y="0"/>
                  </a:lnTo>
                  <a:lnTo>
                    <a:pt x="6648436" y="0"/>
                  </a:lnTo>
                  <a:lnTo>
                    <a:pt x="6648436" y="28574"/>
                  </a:lnTo>
                  <a:close/>
                </a:path>
                <a:path w="7590155" h="1552575">
                  <a:moveTo>
                    <a:pt x="6705586" y="28574"/>
                  </a:moveTo>
                  <a:lnTo>
                    <a:pt x="6677011" y="28574"/>
                  </a:lnTo>
                  <a:lnTo>
                    <a:pt x="6677011" y="0"/>
                  </a:lnTo>
                  <a:lnTo>
                    <a:pt x="6705586" y="0"/>
                  </a:lnTo>
                  <a:lnTo>
                    <a:pt x="6705586" y="28574"/>
                  </a:lnTo>
                  <a:close/>
                </a:path>
                <a:path w="7590155" h="1552575">
                  <a:moveTo>
                    <a:pt x="6762736" y="28574"/>
                  </a:moveTo>
                  <a:lnTo>
                    <a:pt x="6734161" y="28574"/>
                  </a:lnTo>
                  <a:lnTo>
                    <a:pt x="6734161" y="0"/>
                  </a:lnTo>
                  <a:lnTo>
                    <a:pt x="6762736" y="0"/>
                  </a:lnTo>
                  <a:lnTo>
                    <a:pt x="6762736" y="28574"/>
                  </a:lnTo>
                  <a:close/>
                </a:path>
                <a:path w="7590155" h="1552575">
                  <a:moveTo>
                    <a:pt x="6819886" y="28574"/>
                  </a:moveTo>
                  <a:lnTo>
                    <a:pt x="6791311" y="28574"/>
                  </a:lnTo>
                  <a:lnTo>
                    <a:pt x="6791311" y="0"/>
                  </a:lnTo>
                  <a:lnTo>
                    <a:pt x="6819886" y="0"/>
                  </a:lnTo>
                  <a:lnTo>
                    <a:pt x="6819886" y="28574"/>
                  </a:lnTo>
                  <a:close/>
                </a:path>
                <a:path w="7590155" h="1552575">
                  <a:moveTo>
                    <a:pt x="6877036" y="28574"/>
                  </a:moveTo>
                  <a:lnTo>
                    <a:pt x="6848461" y="28574"/>
                  </a:lnTo>
                  <a:lnTo>
                    <a:pt x="6848461" y="0"/>
                  </a:lnTo>
                  <a:lnTo>
                    <a:pt x="6877036" y="0"/>
                  </a:lnTo>
                  <a:lnTo>
                    <a:pt x="6877036" y="28574"/>
                  </a:lnTo>
                  <a:close/>
                </a:path>
                <a:path w="7590155" h="1552575">
                  <a:moveTo>
                    <a:pt x="6934186" y="28574"/>
                  </a:moveTo>
                  <a:lnTo>
                    <a:pt x="6905611" y="28574"/>
                  </a:lnTo>
                  <a:lnTo>
                    <a:pt x="6905611" y="0"/>
                  </a:lnTo>
                  <a:lnTo>
                    <a:pt x="6934186" y="0"/>
                  </a:lnTo>
                  <a:lnTo>
                    <a:pt x="6934186" y="28574"/>
                  </a:lnTo>
                  <a:close/>
                </a:path>
                <a:path w="7590155" h="1552575">
                  <a:moveTo>
                    <a:pt x="6991336" y="28574"/>
                  </a:moveTo>
                  <a:lnTo>
                    <a:pt x="6962761" y="28574"/>
                  </a:lnTo>
                  <a:lnTo>
                    <a:pt x="6962761" y="0"/>
                  </a:lnTo>
                  <a:lnTo>
                    <a:pt x="6991336" y="0"/>
                  </a:lnTo>
                  <a:lnTo>
                    <a:pt x="6991336" y="28574"/>
                  </a:lnTo>
                  <a:close/>
                </a:path>
                <a:path w="7590155" h="1552575">
                  <a:moveTo>
                    <a:pt x="7048486" y="28574"/>
                  </a:moveTo>
                  <a:lnTo>
                    <a:pt x="7019911" y="28574"/>
                  </a:lnTo>
                  <a:lnTo>
                    <a:pt x="7019911" y="0"/>
                  </a:lnTo>
                  <a:lnTo>
                    <a:pt x="7048486" y="0"/>
                  </a:lnTo>
                  <a:lnTo>
                    <a:pt x="7048486" y="28574"/>
                  </a:lnTo>
                  <a:close/>
                </a:path>
                <a:path w="7590155" h="1552575">
                  <a:moveTo>
                    <a:pt x="7105636" y="28574"/>
                  </a:moveTo>
                  <a:lnTo>
                    <a:pt x="7077061" y="28574"/>
                  </a:lnTo>
                  <a:lnTo>
                    <a:pt x="7077061" y="0"/>
                  </a:lnTo>
                  <a:lnTo>
                    <a:pt x="7105636" y="0"/>
                  </a:lnTo>
                  <a:lnTo>
                    <a:pt x="7105636" y="28574"/>
                  </a:lnTo>
                  <a:close/>
                </a:path>
                <a:path w="7590155" h="1552575">
                  <a:moveTo>
                    <a:pt x="7162786" y="28574"/>
                  </a:moveTo>
                  <a:lnTo>
                    <a:pt x="7134211" y="28574"/>
                  </a:lnTo>
                  <a:lnTo>
                    <a:pt x="7134211" y="0"/>
                  </a:lnTo>
                  <a:lnTo>
                    <a:pt x="7162786" y="0"/>
                  </a:lnTo>
                  <a:lnTo>
                    <a:pt x="7162786" y="28574"/>
                  </a:lnTo>
                  <a:close/>
                </a:path>
                <a:path w="7590155" h="1552575">
                  <a:moveTo>
                    <a:pt x="7219936" y="28574"/>
                  </a:moveTo>
                  <a:lnTo>
                    <a:pt x="7191361" y="28574"/>
                  </a:lnTo>
                  <a:lnTo>
                    <a:pt x="7191361" y="0"/>
                  </a:lnTo>
                  <a:lnTo>
                    <a:pt x="7219936" y="0"/>
                  </a:lnTo>
                  <a:lnTo>
                    <a:pt x="7219936" y="28574"/>
                  </a:lnTo>
                  <a:close/>
                </a:path>
                <a:path w="7590155" h="1552575">
                  <a:moveTo>
                    <a:pt x="7277086" y="28574"/>
                  </a:moveTo>
                  <a:lnTo>
                    <a:pt x="7248511" y="28574"/>
                  </a:lnTo>
                  <a:lnTo>
                    <a:pt x="7248511" y="0"/>
                  </a:lnTo>
                  <a:lnTo>
                    <a:pt x="7277086" y="0"/>
                  </a:lnTo>
                  <a:lnTo>
                    <a:pt x="7277086" y="28574"/>
                  </a:lnTo>
                  <a:close/>
                </a:path>
                <a:path w="7590155" h="1552575">
                  <a:moveTo>
                    <a:pt x="7334235" y="28574"/>
                  </a:moveTo>
                  <a:lnTo>
                    <a:pt x="7305661" y="28574"/>
                  </a:lnTo>
                  <a:lnTo>
                    <a:pt x="7305661" y="0"/>
                  </a:lnTo>
                  <a:lnTo>
                    <a:pt x="7334235" y="0"/>
                  </a:lnTo>
                  <a:lnTo>
                    <a:pt x="7334235" y="28574"/>
                  </a:lnTo>
                  <a:close/>
                </a:path>
                <a:path w="7590155" h="1552575">
                  <a:moveTo>
                    <a:pt x="7391385" y="28574"/>
                  </a:moveTo>
                  <a:lnTo>
                    <a:pt x="7362810" y="28574"/>
                  </a:lnTo>
                  <a:lnTo>
                    <a:pt x="7362810" y="0"/>
                  </a:lnTo>
                  <a:lnTo>
                    <a:pt x="7391385" y="0"/>
                  </a:lnTo>
                  <a:lnTo>
                    <a:pt x="7391385" y="28574"/>
                  </a:lnTo>
                  <a:close/>
                </a:path>
                <a:path w="7590155" h="1552575">
                  <a:moveTo>
                    <a:pt x="7445057" y="29698"/>
                  </a:moveTo>
                  <a:lnTo>
                    <a:pt x="7439323" y="28949"/>
                  </a:lnTo>
                  <a:lnTo>
                    <a:pt x="7433563" y="28574"/>
                  </a:lnTo>
                  <a:lnTo>
                    <a:pt x="7419960" y="28574"/>
                  </a:lnTo>
                  <a:lnTo>
                    <a:pt x="7419960" y="0"/>
                  </a:lnTo>
                  <a:lnTo>
                    <a:pt x="7427776" y="0"/>
                  </a:lnTo>
                  <a:lnTo>
                    <a:pt x="7448668" y="2067"/>
                  </a:lnTo>
                  <a:lnTo>
                    <a:pt x="7445204" y="28574"/>
                  </a:lnTo>
                  <a:lnTo>
                    <a:pt x="7445155" y="28949"/>
                  </a:lnTo>
                  <a:lnTo>
                    <a:pt x="7445057" y="29698"/>
                  </a:lnTo>
                  <a:close/>
                </a:path>
                <a:path w="7590155" h="1552575">
                  <a:moveTo>
                    <a:pt x="7489791" y="43874"/>
                  </a:moveTo>
                  <a:lnTo>
                    <a:pt x="7482825" y="40214"/>
                  </a:lnTo>
                  <a:lnTo>
                    <a:pt x="7475592" y="37195"/>
                  </a:lnTo>
                  <a:lnTo>
                    <a:pt x="7468092" y="34815"/>
                  </a:lnTo>
                  <a:lnTo>
                    <a:pt x="7476503" y="8303"/>
                  </a:lnTo>
                  <a:lnTo>
                    <a:pt x="7489737" y="12324"/>
                  </a:lnTo>
                  <a:lnTo>
                    <a:pt x="7502724" y="19258"/>
                  </a:lnTo>
                  <a:lnTo>
                    <a:pt x="7489791" y="43874"/>
                  </a:lnTo>
                  <a:close/>
                </a:path>
                <a:path w="7590155" h="1552575">
                  <a:moveTo>
                    <a:pt x="7527075" y="72925"/>
                  </a:moveTo>
                  <a:lnTo>
                    <a:pt x="7509632" y="56657"/>
                  </a:lnTo>
                  <a:lnTo>
                    <a:pt x="7526725" y="34681"/>
                  </a:lnTo>
                  <a:lnTo>
                    <a:pt x="7542265" y="47422"/>
                  </a:lnTo>
                  <a:lnTo>
                    <a:pt x="7547883" y="54275"/>
                  </a:lnTo>
                  <a:lnTo>
                    <a:pt x="7527075" y="72925"/>
                  </a:lnTo>
                  <a:close/>
                </a:path>
                <a:path w="7590155" h="1552575">
                  <a:moveTo>
                    <a:pt x="7551792" y="112935"/>
                  </a:moveTo>
                  <a:lnTo>
                    <a:pt x="7548900" y="105610"/>
                  </a:lnTo>
                  <a:lnTo>
                    <a:pt x="7545387" y="98599"/>
                  </a:lnTo>
                  <a:lnTo>
                    <a:pt x="7541254" y="91901"/>
                  </a:lnTo>
                  <a:lnTo>
                    <a:pt x="7565183" y="77137"/>
                  </a:lnTo>
                  <a:lnTo>
                    <a:pt x="7577363" y="99950"/>
                  </a:lnTo>
                  <a:lnTo>
                    <a:pt x="7578147" y="102528"/>
                  </a:lnTo>
                  <a:lnTo>
                    <a:pt x="7551792" y="112935"/>
                  </a:lnTo>
                  <a:close/>
                </a:path>
                <a:path w="7590155" h="1552575">
                  <a:moveTo>
                    <a:pt x="7561083" y="159108"/>
                  </a:moveTo>
                  <a:lnTo>
                    <a:pt x="7560917" y="151165"/>
                  </a:lnTo>
                  <a:lnTo>
                    <a:pt x="7560047" y="143299"/>
                  </a:lnTo>
                  <a:lnTo>
                    <a:pt x="7558474" y="135511"/>
                  </a:lnTo>
                  <a:lnTo>
                    <a:pt x="7586452" y="129860"/>
                  </a:lnTo>
                  <a:lnTo>
                    <a:pt x="7586549" y="130176"/>
                  </a:lnTo>
                  <a:lnTo>
                    <a:pt x="7589352" y="158516"/>
                  </a:lnTo>
                  <a:lnTo>
                    <a:pt x="7561083" y="159108"/>
                  </a:lnTo>
                  <a:close/>
                </a:path>
                <a:path w="7590155" h="1552575">
                  <a:moveTo>
                    <a:pt x="7589688" y="215721"/>
                  </a:moveTo>
                  <a:lnTo>
                    <a:pt x="7561113" y="215721"/>
                  </a:lnTo>
                  <a:lnTo>
                    <a:pt x="7561113" y="187146"/>
                  </a:lnTo>
                  <a:lnTo>
                    <a:pt x="7589688" y="187146"/>
                  </a:lnTo>
                  <a:lnTo>
                    <a:pt x="7589688" y="215721"/>
                  </a:lnTo>
                  <a:close/>
                </a:path>
                <a:path w="7590155" h="1552575">
                  <a:moveTo>
                    <a:pt x="7589688" y="272871"/>
                  </a:moveTo>
                  <a:lnTo>
                    <a:pt x="7561113" y="272871"/>
                  </a:lnTo>
                  <a:lnTo>
                    <a:pt x="7561113" y="244296"/>
                  </a:lnTo>
                  <a:lnTo>
                    <a:pt x="7589688" y="244296"/>
                  </a:lnTo>
                  <a:lnTo>
                    <a:pt x="7589688" y="272871"/>
                  </a:lnTo>
                  <a:close/>
                </a:path>
                <a:path w="7590155" h="1552575">
                  <a:moveTo>
                    <a:pt x="7589688" y="330021"/>
                  </a:moveTo>
                  <a:lnTo>
                    <a:pt x="7561113" y="330021"/>
                  </a:lnTo>
                  <a:lnTo>
                    <a:pt x="7561113" y="301446"/>
                  </a:lnTo>
                  <a:lnTo>
                    <a:pt x="7589688" y="301446"/>
                  </a:lnTo>
                  <a:lnTo>
                    <a:pt x="7589688" y="330021"/>
                  </a:lnTo>
                  <a:close/>
                </a:path>
                <a:path w="7590155" h="1552575">
                  <a:moveTo>
                    <a:pt x="7589688" y="387171"/>
                  </a:moveTo>
                  <a:lnTo>
                    <a:pt x="7561113" y="387171"/>
                  </a:lnTo>
                  <a:lnTo>
                    <a:pt x="7561113" y="358596"/>
                  </a:lnTo>
                  <a:lnTo>
                    <a:pt x="7589688" y="358596"/>
                  </a:lnTo>
                  <a:lnTo>
                    <a:pt x="7589688" y="387171"/>
                  </a:lnTo>
                  <a:close/>
                </a:path>
                <a:path w="7590155" h="1552575">
                  <a:moveTo>
                    <a:pt x="7589688" y="444321"/>
                  </a:moveTo>
                  <a:lnTo>
                    <a:pt x="7561113" y="444321"/>
                  </a:lnTo>
                  <a:lnTo>
                    <a:pt x="7561113" y="415746"/>
                  </a:lnTo>
                  <a:lnTo>
                    <a:pt x="7589688" y="415746"/>
                  </a:lnTo>
                  <a:lnTo>
                    <a:pt x="7589688" y="444321"/>
                  </a:lnTo>
                  <a:close/>
                </a:path>
                <a:path w="7590155" h="1552575">
                  <a:moveTo>
                    <a:pt x="7589688" y="501471"/>
                  </a:moveTo>
                  <a:lnTo>
                    <a:pt x="7561113" y="501471"/>
                  </a:lnTo>
                  <a:lnTo>
                    <a:pt x="7561113" y="472896"/>
                  </a:lnTo>
                  <a:lnTo>
                    <a:pt x="7589688" y="472896"/>
                  </a:lnTo>
                  <a:lnTo>
                    <a:pt x="7589688" y="501471"/>
                  </a:lnTo>
                  <a:close/>
                </a:path>
                <a:path w="7590155" h="1552575">
                  <a:moveTo>
                    <a:pt x="7589688" y="558621"/>
                  </a:moveTo>
                  <a:lnTo>
                    <a:pt x="7561113" y="558621"/>
                  </a:lnTo>
                  <a:lnTo>
                    <a:pt x="7561113" y="530046"/>
                  </a:lnTo>
                  <a:lnTo>
                    <a:pt x="7589688" y="530046"/>
                  </a:lnTo>
                  <a:lnTo>
                    <a:pt x="7589688" y="558621"/>
                  </a:lnTo>
                  <a:close/>
                </a:path>
                <a:path w="7590155" h="1552575">
                  <a:moveTo>
                    <a:pt x="7589688" y="615771"/>
                  </a:moveTo>
                  <a:lnTo>
                    <a:pt x="7561113" y="615771"/>
                  </a:lnTo>
                  <a:lnTo>
                    <a:pt x="7561113" y="587196"/>
                  </a:lnTo>
                  <a:lnTo>
                    <a:pt x="7589688" y="587196"/>
                  </a:lnTo>
                  <a:lnTo>
                    <a:pt x="7589688" y="615771"/>
                  </a:lnTo>
                  <a:close/>
                </a:path>
                <a:path w="7590155" h="1552575">
                  <a:moveTo>
                    <a:pt x="7589688" y="672921"/>
                  </a:moveTo>
                  <a:lnTo>
                    <a:pt x="7561113" y="672921"/>
                  </a:lnTo>
                  <a:lnTo>
                    <a:pt x="7561113" y="644346"/>
                  </a:lnTo>
                  <a:lnTo>
                    <a:pt x="7589688" y="644346"/>
                  </a:lnTo>
                  <a:lnTo>
                    <a:pt x="7589688" y="672921"/>
                  </a:lnTo>
                  <a:close/>
                </a:path>
                <a:path w="7590155" h="1552575">
                  <a:moveTo>
                    <a:pt x="7589688" y="730071"/>
                  </a:moveTo>
                  <a:lnTo>
                    <a:pt x="7561113" y="730071"/>
                  </a:lnTo>
                  <a:lnTo>
                    <a:pt x="7561113" y="701496"/>
                  </a:lnTo>
                  <a:lnTo>
                    <a:pt x="7589688" y="701496"/>
                  </a:lnTo>
                  <a:lnTo>
                    <a:pt x="7589688" y="730071"/>
                  </a:lnTo>
                  <a:close/>
                </a:path>
                <a:path w="7590155" h="1552575">
                  <a:moveTo>
                    <a:pt x="7589688" y="787221"/>
                  </a:moveTo>
                  <a:lnTo>
                    <a:pt x="7561113" y="787221"/>
                  </a:lnTo>
                  <a:lnTo>
                    <a:pt x="7561113" y="758646"/>
                  </a:lnTo>
                  <a:lnTo>
                    <a:pt x="7589688" y="758646"/>
                  </a:lnTo>
                  <a:lnTo>
                    <a:pt x="7589688" y="787221"/>
                  </a:lnTo>
                  <a:close/>
                </a:path>
                <a:path w="7590155" h="1552575">
                  <a:moveTo>
                    <a:pt x="7589688" y="844371"/>
                  </a:moveTo>
                  <a:lnTo>
                    <a:pt x="7561113" y="844371"/>
                  </a:lnTo>
                  <a:lnTo>
                    <a:pt x="7561113" y="815796"/>
                  </a:lnTo>
                  <a:lnTo>
                    <a:pt x="7589688" y="815796"/>
                  </a:lnTo>
                  <a:lnTo>
                    <a:pt x="7589688" y="844371"/>
                  </a:lnTo>
                  <a:close/>
                </a:path>
                <a:path w="7590155" h="1552575">
                  <a:moveTo>
                    <a:pt x="7589688" y="901521"/>
                  </a:moveTo>
                  <a:lnTo>
                    <a:pt x="7561113" y="901521"/>
                  </a:lnTo>
                  <a:lnTo>
                    <a:pt x="7561113" y="872946"/>
                  </a:lnTo>
                  <a:lnTo>
                    <a:pt x="7589688" y="872946"/>
                  </a:lnTo>
                  <a:lnTo>
                    <a:pt x="7589688" y="901521"/>
                  </a:lnTo>
                  <a:close/>
                </a:path>
                <a:path w="7590155" h="1552575">
                  <a:moveTo>
                    <a:pt x="7589688" y="958671"/>
                  </a:moveTo>
                  <a:lnTo>
                    <a:pt x="7561113" y="958671"/>
                  </a:lnTo>
                  <a:lnTo>
                    <a:pt x="7561113" y="930096"/>
                  </a:lnTo>
                  <a:lnTo>
                    <a:pt x="7589688" y="930096"/>
                  </a:lnTo>
                  <a:lnTo>
                    <a:pt x="7589688" y="958671"/>
                  </a:lnTo>
                  <a:close/>
                </a:path>
                <a:path w="7590155" h="1552575">
                  <a:moveTo>
                    <a:pt x="7589688" y="1015821"/>
                  </a:moveTo>
                  <a:lnTo>
                    <a:pt x="7561113" y="1015821"/>
                  </a:lnTo>
                  <a:lnTo>
                    <a:pt x="7561113" y="987246"/>
                  </a:lnTo>
                  <a:lnTo>
                    <a:pt x="7589688" y="987246"/>
                  </a:lnTo>
                  <a:lnTo>
                    <a:pt x="7589688" y="1015821"/>
                  </a:lnTo>
                  <a:close/>
                </a:path>
                <a:path w="7590155" h="1552575">
                  <a:moveTo>
                    <a:pt x="7589688" y="1072971"/>
                  </a:moveTo>
                  <a:lnTo>
                    <a:pt x="7561113" y="1072971"/>
                  </a:lnTo>
                  <a:lnTo>
                    <a:pt x="7561113" y="1044396"/>
                  </a:lnTo>
                  <a:lnTo>
                    <a:pt x="7589688" y="1044396"/>
                  </a:lnTo>
                  <a:lnTo>
                    <a:pt x="7589688" y="1072971"/>
                  </a:lnTo>
                  <a:close/>
                </a:path>
                <a:path w="7590155" h="1552575">
                  <a:moveTo>
                    <a:pt x="7589688" y="1130121"/>
                  </a:moveTo>
                  <a:lnTo>
                    <a:pt x="7561113" y="1130121"/>
                  </a:lnTo>
                  <a:lnTo>
                    <a:pt x="7561113" y="1101546"/>
                  </a:lnTo>
                  <a:lnTo>
                    <a:pt x="7589688" y="1101546"/>
                  </a:lnTo>
                  <a:lnTo>
                    <a:pt x="7589688" y="1130121"/>
                  </a:lnTo>
                  <a:close/>
                </a:path>
                <a:path w="7590155" h="1552575">
                  <a:moveTo>
                    <a:pt x="7589688" y="1187271"/>
                  </a:moveTo>
                  <a:lnTo>
                    <a:pt x="7561113" y="1187271"/>
                  </a:lnTo>
                  <a:lnTo>
                    <a:pt x="7561113" y="1158696"/>
                  </a:lnTo>
                  <a:lnTo>
                    <a:pt x="7589688" y="1158696"/>
                  </a:lnTo>
                  <a:lnTo>
                    <a:pt x="7589688" y="1187271"/>
                  </a:lnTo>
                  <a:close/>
                </a:path>
                <a:path w="7590155" h="1552575">
                  <a:moveTo>
                    <a:pt x="7589688" y="1244421"/>
                  </a:moveTo>
                  <a:lnTo>
                    <a:pt x="7561113" y="1244421"/>
                  </a:lnTo>
                  <a:lnTo>
                    <a:pt x="7561113" y="1215846"/>
                  </a:lnTo>
                  <a:lnTo>
                    <a:pt x="7589688" y="1215846"/>
                  </a:lnTo>
                  <a:lnTo>
                    <a:pt x="7589688" y="1244421"/>
                  </a:lnTo>
                  <a:close/>
                </a:path>
                <a:path w="7590155" h="1552575">
                  <a:moveTo>
                    <a:pt x="7589688" y="1301571"/>
                  </a:moveTo>
                  <a:lnTo>
                    <a:pt x="7561113" y="1301571"/>
                  </a:lnTo>
                  <a:lnTo>
                    <a:pt x="7561113" y="1272996"/>
                  </a:lnTo>
                  <a:lnTo>
                    <a:pt x="7589688" y="1272996"/>
                  </a:lnTo>
                  <a:lnTo>
                    <a:pt x="7589688" y="1301571"/>
                  </a:lnTo>
                  <a:close/>
                </a:path>
                <a:path w="7590155" h="1552575">
                  <a:moveTo>
                    <a:pt x="7589688" y="1358721"/>
                  </a:moveTo>
                  <a:lnTo>
                    <a:pt x="7561113" y="1358721"/>
                  </a:lnTo>
                  <a:lnTo>
                    <a:pt x="7561113" y="1330146"/>
                  </a:lnTo>
                  <a:lnTo>
                    <a:pt x="7589688" y="1330146"/>
                  </a:lnTo>
                  <a:lnTo>
                    <a:pt x="7589688" y="1358721"/>
                  </a:lnTo>
                  <a:close/>
                </a:path>
                <a:path w="7590155" h="1552575">
                  <a:moveTo>
                    <a:pt x="7587122" y="1416004"/>
                  </a:moveTo>
                  <a:lnTo>
                    <a:pt x="7559382" y="1411490"/>
                  </a:lnTo>
                  <a:lnTo>
                    <a:pt x="7560536" y="1404397"/>
                  </a:lnTo>
                  <a:lnTo>
                    <a:pt x="7561113" y="1397256"/>
                  </a:lnTo>
                  <a:lnTo>
                    <a:pt x="7561113" y="1387296"/>
                  </a:lnTo>
                  <a:lnTo>
                    <a:pt x="7589688" y="1387296"/>
                  </a:lnTo>
                  <a:lnTo>
                    <a:pt x="7589688" y="1390067"/>
                  </a:lnTo>
                  <a:lnTo>
                    <a:pt x="7587122" y="1416004"/>
                  </a:lnTo>
                  <a:close/>
                </a:path>
                <a:path w="7590155" h="1552575">
                  <a:moveTo>
                    <a:pt x="7568061" y="1469452"/>
                  </a:moveTo>
                  <a:lnTo>
                    <a:pt x="7543821" y="1455735"/>
                  </a:lnTo>
                  <a:lnTo>
                    <a:pt x="7547697" y="1448886"/>
                  </a:lnTo>
                  <a:lnTo>
                    <a:pt x="7550941" y="1441750"/>
                  </a:lnTo>
                  <a:lnTo>
                    <a:pt x="7553553" y="1434327"/>
                  </a:lnTo>
                  <a:lnTo>
                    <a:pt x="7579923" y="1443606"/>
                  </a:lnTo>
                  <a:lnTo>
                    <a:pt x="7577363" y="1452028"/>
                  </a:lnTo>
                  <a:lnTo>
                    <a:pt x="7568061" y="1469452"/>
                  </a:lnTo>
                  <a:close/>
                </a:path>
                <a:path w="7590155" h="1552575">
                  <a:moveTo>
                    <a:pt x="7531478" y="1513401"/>
                  </a:moveTo>
                  <a:lnTo>
                    <a:pt x="7513585" y="1492124"/>
                  </a:lnTo>
                  <a:lnTo>
                    <a:pt x="7516522" y="1489655"/>
                  </a:lnTo>
                  <a:lnTo>
                    <a:pt x="7519347" y="1487063"/>
                  </a:lnTo>
                  <a:lnTo>
                    <a:pt x="7524983" y="1481427"/>
                  </a:lnTo>
                  <a:lnTo>
                    <a:pt x="7527764" y="1478375"/>
                  </a:lnTo>
                  <a:lnTo>
                    <a:pt x="7530401" y="1475195"/>
                  </a:lnTo>
                  <a:lnTo>
                    <a:pt x="7551791" y="1492938"/>
                  </a:lnTo>
                  <a:lnTo>
                    <a:pt x="7542265" y="1504556"/>
                  </a:lnTo>
                  <a:lnTo>
                    <a:pt x="7531478" y="1513401"/>
                  </a:lnTo>
                  <a:close/>
                </a:path>
                <a:path w="7590155" h="1552575">
                  <a:moveTo>
                    <a:pt x="7482333" y="1541904"/>
                  </a:moveTo>
                  <a:lnTo>
                    <a:pt x="7472864" y="1515550"/>
                  </a:lnTo>
                  <a:lnTo>
                    <a:pt x="7480271" y="1512888"/>
                  </a:lnTo>
                  <a:lnTo>
                    <a:pt x="7487386" y="1509597"/>
                  </a:lnTo>
                  <a:lnTo>
                    <a:pt x="7494210" y="1505676"/>
                  </a:lnTo>
                  <a:lnTo>
                    <a:pt x="7508100" y="1529851"/>
                  </a:lnTo>
                  <a:lnTo>
                    <a:pt x="7489737" y="1539654"/>
                  </a:lnTo>
                  <a:lnTo>
                    <a:pt x="7482333" y="1541904"/>
                  </a:lnTo>
                  <a:close/>
                </a:path>
                <a:path w="7590155" h="1552575">
                  <a:moveTo>
                    <a:pt x="7427776" y="1551979"/>
                  </a:moveTo>
                  <a:lnTo>
                    <a:pt x="7426072" y="1551979"/>
                  </a:lnTo>
                  <a:lnTo>
                    <a:pt x="7426072" y="1523404"/>
                  </a:lnTo>
                  <a:lnTo>
                    <a:pt x="7435263" y="1523404"/>
                  </a:lnTo>
                  <a:lnTo>
                    <a:pt x="7442694" y="1522779"/>
                  </a:lnTo>
                  <a:lnTo>
                    <a:pt x="7450069" y="1521528"/>
                  </a:lnTo>
                  <a:lnTo>
                    <a:pt x="7454781" y="1549307"/>
                  </a:lnTo>
                  <a:lnTo>
                    <a:pt x="7427776" y="1551979"/>
                  </a:lnTo>
                  <a:close/>
                </a:path>
                <a:path w="7590155" h="1552575">
                  <a:moveTo>
                    <a:pt x="7397497" y="1551979"/>
                  </a:moveTo>
                  <a:lnTo>
                    <a:pt x="7368922" y="1551979"/>
                  </a:lnTo>
                  <a:lnTo>
                    <a:pt x="7368922" y="1523404"/>
                  </a:lnTo>
                  <a:lnTo>
                    <a:pt x="7397497" y="1523404"/>
                  </a:lnTo>
                  <a:lnTo>
                    <a:pt x="7397497" y="1551979"/>
                  </a:lnTo>
                  <a:close/>
                </a:path>
                <a:path w="7590155" h="1552575">
                  <a:moveTo>
                    <a:pt x="7340347" y="1551979"/>
                  </a:moveTo>
                  <a:lnTo>
                    <a:pt x="7311772" y="1551979"/>
                  </a:lnTo>
                  <a:lnTo>
                    <a:pt x="7311772" y="1523404"/>
                  </a:lnTo>
                  <a:lnTo>
                    <a:pt x="7340347" y="1523404"/>
                  </a:lnTo>
                  <a:lnTo>
                    <a:pt x="7340347" y="1551979"/>
                  </a:lnTo>
                  <a:close/>
                </a:path>
                <a:path w="7590155" h="1552575">
                  <a:moveTo>
                    <a:pt x="7283197" y="1551979"/>
                  </a:moveTo>
                  <a:lnTo>
                    <a:pt x="7254622" y="1551979"/>
                  </a:lnTo>
                  <a:lnTo>
                    <a:pt x="7254622" y="1523404"/>
                  </a:lnTo>
                  <a:lnTo>
                    <a:pt x="7283197" y="1523404"/>
                  </a:lnTo>
                  <a:lnTo>
                    <a:pt x="7283197" y="1551979"/>
                  </a:lnTo>
                  <a:close/>
                </a:path>
                <a:path w="7590155" h="1552575">
                  <a:moveTo>
                    <a:pt x="7226047" y="1551979"/>
                  </a:moveTo>
                  <a:lnTo>
                    <a:pt x="7197472" y="1551979"/>
                  </a:lnTo>
                  <a:lnTo>
                    <a:pt x="7197472" y="1523404"/>
                  </a:lnTo>
                  <a:lnTo>
                    <a:pt x="7226047" y="1523404"/>
                  </a:lnTo>
                  <a:lnTo>
                    <a:pt x="7226047" y="1551979"/>
                  </a:lnTo>
                  <a:close/>
                </a:path>
                <a:path w="7590155" h="1552575">
                  <a:moveTo>
                    <a:pt x="7168897" y="1551979"/>
                  </a:moveTo>
                  <a:lnTo>
                    <a:pt x="7140322" y="1551979"/>
                  </a:lnTo>
                  <a:lnTo>
                    <a:pt x="7140322" y="1523404"/>
                  </a:lnTo>
                  <a:lnTo>
                    <a:pt x="7168897" y="1523404"/>
                  </a:lnTo>
                  <a:lnTo>
                    <a:pt x="7168897" y="1551979"/>
                  </a:lnTo>
                  <a:close/>
                </a:path>
                <a:path w="7590155" h="1552575">
                  <a:moveTo>
                    <a:pt x="7111747" y="1551979"/>
                  </a:moveTo>
                  <a:lnTo>
                    <a:pt x="7083172" y="1551979"/>
                  </a:lnTo>
                  <a:lnTo>
                    <a:pt x="7083172" y="1523404"/>
                  </a:lnTo>
                  <a:lnTo>
                    <a:pt x="7111747" y="1523404"/>
                  </a:lnTo>
                  <a:lnTo>
                    <a:pt x="7111747" y="1551979"/>
                  </a:lnTo>
                  <a:close/>
                </a:path>
                <a:path w="7590155" h="1552575">
                  <a:moveTo>
                    <a:pt x="7054597" y="1551979"/>
                  </a:moveTo>
                  <a:lnTo>
                    <a:pt x="7026022" y="1551979"/>
                  </a:lnTo>
                  <a:lnTo>
                    <a:pt x="7026022" y="1523404"/>
                  </a:lnTo>
                  <a:lnTo>
                    <a:pt x="7054597" y="1523404"/>
                  </a:lnTo>
                  <a:lnTo>
                    <a:pt x="7054597" y="1551979"/>
                  </a:lnTo>
                  <a:close/>
                </a:path>
                <a:path w="7590155" h="1552575">
                  <a:moveTo>
                    <a:pt x="6997447" y="1551979"/>
                  </a:moveTo>
                  <a:lnTo>
                    <a:pt x="6968872" y="1551979"/>
                  </a:lnTo>
                  <a:lnTo>
                    <a:pt x="6968872" y="1523404"/>
                  </a:lnTo>
                  <a:lnTo>
                    <a:pt x="6997447" y="1523404"/>
                  </a:lnTo>
                  <a:lnTo>
                    <a:pt x="6997447" y="1551979"/>
                  </a:lnTo>
                  <a:close/>
                </a:path>
                <a:path w="7590155" h="1552575">
                  <a:moveTo>
                    <a:pt x="6940297" y="1551979"/>
                  </a:moveTo>
                  <a:lnTo>
                    <a:pt x="6911722" y="1551979"/>
                  </a:lnTo>
                  <a:lnTo>
                    <a:pt x="6911722" y="1523404"/>
                  </a:lnTo>
                  <a:lnTo>
                    <a:pt x="6940297" y="1523404"/>
                  </a:lnTo>
                  <a:lnTo>
                    <a:pt x="6940297" y="1551979"/>
                  </a:lnTo>
                  <a:close/>
                </a:path>
                <a:path w="7590155" h="1552575">
                  <a:moveTo>
                    <a:pt x="6883147" y="1551979"/>
                  </a:moveTo>
                  <a:lnTo>
                    <a:pt x="6854572" y="1551979"/>
                  </a:lnTo>
                  <a:lnTo>
                    <a:pt x="6854572" y="1523404"/>
                  </a:lnTo>
                  <a:lnTo>
                    <a:pt x="6883147" y="1523404"/>
                  </a:lnTo>
                  <a:lnTo>
                    <a:pt x="6883147" y="1551979"/>
                  </a:lnTo>
                  <a:close/>
                </a:path>
                <a:path w="7590155" h="1552575">
                  <a:moveTo>
                    <a:pt x="6825997" y="1551979"/>
                  </a:moveTo>
                  <a:lnTo>
                    <a:pt x="6797422" y="1551979"/>
                  </a:lnTo>
                  <a:lnTo>
                    <a:pt x="6797422" y="1523404"/>
                  </a:lnTo>
                  <a:lnTo>
                    <a:pt x="6825997" y="1523404"/>
                  </a:lnTo>
                  <a:lnTo>
                    <a:pt x="6825997" y="1551979"/>
                  </a:lnTo>
                  <a:close/>
                </a:path>
                <a:path w="7590155" h="1552575">
                  <a:moveTo>
                    <a:pt x="6768847" y="1551979"/>
                  </a:moveTo>
                  <a:lnTo>
                    <a:pt x="6740272" y="1551979"/>
                  </a:lnTo>
                  <a:lnTo>
                    <a:pt x="6740272" y="1523404"/>
                  </a:lnTo>
                  <a:lnTo>
                    <a:pt x="6768847" y="1523404"/>
                  </a:lnTo>
                  <a:lnTo>
                    <a:pt x="6768847" y="1551979"/>
                  </a:lnTo>
                  <a:close/>
                </a:path>
                <a:path w="7590155" h="1552575">
                  <a:moveTo>
                    <a:pt x="6711697" y="1551979"/>
                  </a:moveTo>
                  <a:lnTo>
                    <a:pt x="6683122" y="1551979"/>
                  </a:lnTo>
                  <a:lnTo>
                    <a:pt x="6683122" y="1523404"/>
                  </a:lnTo>
                  <a:lnTo>
                    <a:pt x="6711697" y="1523404"/>
                  </a:lnTo>
                  <a:lnTo>
                    <a:pt x="6711697" y="1551979"/>
                  </a:lnTo>
                  <a:close/>
                </a:path>
                <a:path w="7590155" h="1552575">
                  <a:moveTo>
                    <a:pt x="6654547" y="1551979"/>
                  </a:moveTo>
                  <a:lnTo>
                    <a:pt x="6625972" y="1551979"/>
                  </a:lnTo>
                  <a:lnTo>
                    <a:pt x="6625972" y="1523404"/>
                  </a:lnTo>
                  <a:lnTo>
                    <a:pt x="6654547" y="1523404"/>
                  </a:lnTo>
                  <a:lnTo>
                    <a:pt x="6654547" y="1551979"/>
                  </a:lnTo>
                  <a:close/>
                </a:path>
                <a:path w="7590155" h="1552575">
                  <a:moveTo>
                    <a:pt x="6597397" y="1551979"/>
                  </a:moveTo>
                  <a:lnTo>
                    <a:pt x="6568822" y="1551979"/>
                  </a:lnTo>
                  <a:lnTo>
                    <a:pt x="6568822" y="1523404"/>
                  </a:lnTo>
                  <a:lnTo>
                    <a:pt x="6597397" y="1523404"/>
                  </a:lnTo>
                  <a:lnTo>
                    <a:pt x="6597397" y="1551979"/>
                  </a:lnTo>
                  <a:close/>
                </a:path>
                <a:path w="7590155" h="1552575">
                  <a:moveTo>
                    <a:pt x="6540247" y="1551979"/>
                  </a:moveTo>
                  <a:lnTo>
                    <a:pt x="6511672" y="1551979"/>
                  </a:lnTo>
                  <a:lnTo>
                    <a:pt x="6511672" y="1523404"/>
                  </a:lnTo>
                  <a:lnTo>
                    <a:pt x="6540247" y="1523404"/>
                  </a:lnTo>
                  <a:lnTo>
                    <a:pt x="6540247" y="1551979"/>
                  </a:lnTo>
                  <a:close/>
                </a:path>
                <a:path w="7590155" h="1552575">
                  <a:moveTo>
                    <a:pt x="6483097" y="1551979"/>
                  </a:moveTo>
                  <a:lnTo>
                    <a:pt x="6454522" y="1551979"/>
                  </a:lnTo>
                  <a:lnTo>
                    <a:pt x="6454522" y="1523404"/>
                  </a:lnTo>
                  <a:lnTo>
                    <a:pt x="6483097" y="1523404"/>
                  </a:lnTo>
                  <a:lnTo>
                    <a:pt x="6483097" y="1551979"/>
                  </a:lnTo>
                  <a:close/>
                </a:path>
                <a:path w="7590155" h="1552575">
                  <a:moveTo>
                    <a:pt x="6425947" y="1551979"/>
                  </a:moveTo>
                  <a:lnTo>
                    <a:pt x="6397372" y="1551979"/>
                  </a:lnTo>
                  <a:lnTo>
                    <a:pt x="6397372" y="1523404"/>
                  </a:lnTo>
                  <a:lnTo>
                    <a:pt x="6425947" y="1523404"/>
                  </a:lnTo>
                  <a:lnTo>
                    <a:pt x="6425947" y="1551979"/>
                  </a:lnTo>
                  <a:close/>
                </a:path>
                <a:path w="7590155" h="1552575">
                  <a:moveTo>
                    <a:pt x="6368797" y="1551979"/>
                  </a:moveTo>
                  <a:lnTo>
                    <a:pt x="6340222" y="1551979"/>
                  </a:lnTo>
                  <a:lnTo>
                    <a:pt x="6340222" y="1523404"/>
                  </a:lnTo>
                  <a:lnTo>
                    <a:pt x="6368797" y="1523404"/>
                  </a:lnTo>
                  <a:lnTo>
                    <a:pt x="6368797" y="1551979"/>
                  </a:lnTo>
                  <a:close/>
                </a:path>
                <a:path w="7590155" h="1552575">
                  <a:moveTo>
                    <a:pt x="6311647" y="1551979"/>
                  </a:moveTo>
                  <a:lnTo>
                    <a:pt x="6283072" y="1551979"/>
                  </a:lnTo>
                  <a:lnTo>
                    <a:pt x="6283072" y="1523404"/>
                  </a:lnTo>
                  <a:lnTo>
                    <a:pt x="6311647" y="1523404"/>
                  </a:lnTo>
                  <a:lnTo>
                    <a:pt x="6311647" y="1551979"/>
                  </a:lnTo>
                  <a:close/>
                </a:path>
                <a:path w="7590155" h="1552575">
                  <a:moveTo>
                    <a:pt x="6254497" y="1551979"/>
                  </a:moveTo>
                  <a:lnTo>
                    <a:pt x="6225922" y="1551979"/>
                  </a:lnTo>
                  <a:lnTo>
                    <a:pt x="6225922" y="1523404"/>
                  </a:lnTo>
                  <a:lnTo>
                    <a:pt x="6254497" y="1523404"/>
                  </a:lnTo>
                  <a:lnTo>
                    <a:pt x="6254497" y="1551979"/>
                  </a:lnTo>
                  <a:close/>
                </a:path>
                <a:path w="7590155" h="1552575">
                  <a:moveTo>
                    <a:pt x="6197347" y="1551979"/>
                  </a:moveTo>
                  <a:lnTo>
                    <a:pt x="6168772" y="1551979"/>
                  </a:lnTo>
                  <a:lnTo>
                    <a:pt x="6168772" y="1523404"/>
                  </a:lnTo>
                  <a:lnTo>
                    <a:pt x="6197347" y="1523404"/>
                  </a:lnTo>
                  <a:lnTo>
                    <a:pt x="6197347" y="1551979"/>
                  </a:lnTo>
                  <a:close/>
                </a:path>
                <a:path w="7590155" h="1552575">
                  <a:moveTo>
                    <a:pt x="6140197" y="1551979"/>
                  </a:moveTo>
                  <a:lnTo>
                    <a:pt x="6111622" y="1551979"/>
                  </a:lnTo>
                  <a:lnTo>
                    <a:pt x="6111622" y="1523404"/>
                  </a:lnTo>
                  <a:lnTo>
                    <a:pt x="6140197" y="1523404"/>
                  </a:lnTo>
                  <a:lnTo>
                    <a:pt x="6140197" y="1551979"/>
                  </a:lnTo>
                  <a:close/>
                </a:path>
                <a:path w="7590155" h="1552575">
                  <a:moveTo>
                    <a:pt x="6083047" y="1551979"/>
                  </a:moveTo>
                  <a:lnTo>
                    <a:pt x="6054472" y="1551979"/>
                  </a:lnTo>
                  <a:lnTo>
                    <a:pt x="6054472" y="1523404"/>
                  </a:lnTo>
                  <a:lnTo>
                    <a:pt x="6083047" y="1523404"/>
                  </a:lnTo>
                  <a:lnTo>
                    <a:pt x="6083047" y="1551979"/>
                  </a:lnTo>
                  <a:close/>
                </a:path>
                <a:path w="7590155" h="1552575">
                  <a:moveTo>
                    <a:pt x="6025897" y="1551979"/>
                  </a:moveTo>
                  <a:lnTo>
                    <a:pt x="5997322" y="1551979"/>
                  </a:lnTo>
                  <a:lnTo>
                    <a:pt x="5997322" y="1523404"/>
                  </a:lnTo>
                  <a:lnTo>
                    <a:pt x="6025897" y="1523404"/>
                  </a:lnTo>
                  <a:lnTo>
                    <a:pt x="6025897" y="1551979"/>
                  </a:lnTo>
                  <a:close/>
                </a:path>
                <a:path w="7590155" h="1552575">
                  <a:moveTo>
                    <a:pt x="5968747" y="1551979"/>
                  </a:moveTo>
                  <a:lnTo>
                    <a:pt x="5940172" y="1551979"/>
                  </a:lnTo>
                  <a:lnTo>
                    <a:pt x="5940172" y="1523404"/>
                  </a:lnTo>
                  <a:lnTo>
                    <a:pt x="5968747" y="1523404"/>
                  </a:lnTo>
                  <a:lnTo>
                    <a:pt x="5968747" y="1551979"/>
                  </a:lnTo>
                  <a:close/>
                </a:path>
                <a:path w="7590155" h="1552575">
                  <a:moveTo>
                    <a:pt x="5911597" y="1551979"/>
                  </a:moveTo>
                  <a:lnTo>
                    <a:pt x="5883022" y="1551979"/>
                  </a:lnTo>
                  <a:lnTo>
                    <a:pt x="5883022" y="1523404"/>
                  </a:lnTo>
                  <a:lnTo>
                    <a:pt x="5911597" y="1523404"/>
                  </a:lnTo>
                  <a:lnTo>
                    <a:pt x="5911597" y="1551979"/>
                  </a:lnTo>
                  <a:close/>
                </a:path>
                <a:path w="7590155" h="1552575">
                  <a:moveTo>
                    <a:pt x="5854447" y="1551979"/>
                  </a:moveTo>
                  <a:lnTo>
                    <a:pt x="5825872" y="1551979"/>
                  </a:lnTo>
                  <a:lnTo>
                    <a:pt x="5825872" y="1523404"/>
                  </a:lnTo>
                  <a:lnTo>
                    <a:pt x="5854447" y="1523404"/>
                  </a:lnTo>
                  <a:lnTo>
                    <a:pt x="5854447" y="1551979"/>
                  </a:lnTo>
                  <a:close/>
                </a:path>
                <a:path w="7590155" h="1552575">
                  <a:moveTo>
                    <a:pt x="5797297" y="1551979"/>
                  </a:moveTo>
                  <a:lnTo>
                    <a:pt x="5768722" y="1551979"/>
                  </a:lnTo>
                  <a:lnTo>
                    <a:pt x="5768722" y="1523404"/>
                  </a:lnTo>
                  <a:lnTo>
                    <a:pt x="5797297" y="1523404"/>
                  </a:lnTo>
                  <a:lnTo>
                    <a:pt x="5797297" y="1551979"/>
                  </a:lnTo>
                  <a:close/>
                </a:path>
                <a:path w="7590155" h="1552575">
                  <a:moveTo>
                    <a:pt x="5740147" y="1551979"/>
                  </a:moveTo>
                  <a:lnTo>
                    <a:pt x="5711572" y="1551979"/>
                  </a:lnTo>
                  <a:lnTo>
                    <a:pt x="5711572" y="1523404"/>
                  </a:lnTo>
                  <a:lnTo>
                    <a:pt x="5740147" y="1523404"/>
                  </a:lnTo>
                  <a:lnTo>
                    <a:pt x="5740147" y="1551979"/>
                  </a:lnTo>
                  <a:close/>
                </a:path>
                <a:path w="7590155" h="1552575">
                  <a:moveTo>
                    <a:pt x="5682997" y="1551979"/>
                  </a:moveTo>
                  <a:lnTo>
                    <a:pt x="5654422" y="1551979"/>
                  </a:lnTo>
                  <a:lnTo>
                    <a:pt x="5654422" y="1523404"/>
                  </a:lnTo>
                  <a:lnTo>
                    <a:pt x="5682997" y="1523404"/>
                  </a:lnTo>
                  <a:lnTo>
                    <a:pt x="5682997" y="1551979"/>
                  </a:lnTo>
                  <a:close/>
                </a:path>
                <a:path w="7590155" h="1552575">
                  <a:moveTo>
                    <a:pt x="5625847" y="1551979"/>
                  </a:moveTo>
                  <a:lnTo>
                    <a:pt x="5597272" y="1551979"/>
                  </a:lnTo>
                  <a:lnTo>
                    <a:pt x="5597272" y="1523404"/>
                  </a:lnTo>
                  <a:lnTo>
                    <a:pt x="5625847" y="1523404"/>
                  </a:lnTo>
                  <a:lnTo>
                    <a:pt x="5625847" y="1551979"/>
                  </a:lnTo>
                  <a:close/>
                </a:path>
                <a:path w="7590155" h="1552575">
                  <a:moveTo>
                    <a:pt x="5568697" y="1551979"/>
                  </a:moveTo>
                  <a:lnTo>
                    <a:pt x="5540122" y="1551979"/>
                  </a:lnTo>
                  <a:lnTo>
                    <a:pt x="5540122" y="1523404"/>
                  </a:lnTo>
                  <a:lnTo>
                    <a:pt x="5568697" y="1523404"/>
                  </a:lnTo>
                  <a:lnTo>
                    <a:pt x="5568697" y="1551979"/>
                  </a:lnTo>
                  <a:close/>
                </a:path>
                <a:path w="7590155" h="1552575">
                  <a:moveTo>
                    <a:pt x="5511547" y="1551979"/>
                  </a:moveTo>
                  <a:lnTo>
                    <a:pt x="5482972" y="1551979"/>
                  </a:lnTo>
                  <a:lnTo>
                    <a:pt x="5482972" y="1523404"/>
                  </a:lnTo>
                  <a:lnTo>
                    <a:pt x="5511547" y="1523404"/>
                  </a:lnTo>
                  <a:lnTo>
                    <a:pt x="5511547" y="1551979"/>
                  </a:lnTo>
                  <a:close/>
                </a:path>
                <a:path w="7590155" h="1552575">
                  <a:moveTo>
                    <a:pt x="5454397" y="1551979"/>
                  </a:moveTo>
                  <a:lnTo>
                    <a:pt x="5425822" y="1551979"/>
                  </a:lnTo>
                  <a:lnTo>
                    <a:pt x="5425822" y="1523404"/>
                  </a:lnTo>
                  <a:lnTo>
                    <a:pt x="5454397" y="1523404"/>
                  </a:lnTo>
                  <a:lnTo>
                    <a:pt x="5454397" y="1551979"/>
                  </a:lnTo>
                  <a:close/>
                </a:path>
                <a:path w="7590155" h="1552575">
                  <a:moveTo>
                    <a:pt x="5397247" y="1551979"/>
                  </a:moveTo>
                  <a:lnTo>
                    <a:pt x="5368672" y="1551979"/>
                  </a:lnTo>
                  <a:lnTo>
                    <a:pt x="5368672" y="1523404"/>
                  </a:lnTo>
                  <a:lnTo>
                    <a:pt x="5397247" y="1523404"/>
                  </a:lnTo>
                  <a:lnTo>
                    <a:pt x="5397247" y="1551979"/>
                  </a:lnTo>
                  <a:close/>
                </a:path>
                <a:path w="7590155" h="1552575">
                  <a:moveTo>
                    <a:pt x="5340097" y="1551979"/>
                  </a:moveTo>
                  <a:lnTo>
                    <a:pt x="5311522" y="1551979"/>
                  </a:lnTo>
                  <a:lnTo>
                    <a:pt x="5311522" y="1523404"/>
                  </a:lnTo>
                  <a:lnTo>
                    <a:pt x="5340097" y="1523404"/>
                  </a:lnTo>
                  <a:lnTo>
                    <a:pt x="5340097" y="1551979"/>
                  </a:lnTo>
                  <a:close/>
                </a:path>
                <a:path w="7590155" h="1552575">
                  <a:moveTo>
                    <a:pt x="5282947" y="1551979"/>
                  </a:moveTo>
                  <a:lnTo>
                    <a:pt x="5254372" y="1551979"/>
                  </a:lnTo>
                  <a:lnTo>
                    <a:pt x="5254372" y="1523404"/>
                  </a:lnTo>
                  <a:lnTo>
                    <a:pt x="5282947" y="1523404"/>
                  </a:lnTo>
                  <a:lnTo>
                    <a:pt x="5282947" y="1551979"/>
                  </a:lnTo>
                  <a:close/>
                </a:path>
                <a:path w="7590155" h="1552575">
                  <a:moveTo>
                    <a:pt x="5225797" y="1551979"/>
                  </a:moveTo>
                  <a:lnTo>
                    <a:pt x="5197222" y="1551979"/>
                  </a:lnTo>
                  <a:lnTo>
                    <a:pt x="5197222" y="1523404"/>
                  </a:lnTo>
                  <a:lnTo>
                    <a:pt x="5225797" y="1523404"/>
                  </a:lnTo>
                  <a:lnTo>
                    <a:pt x="5225797" y="1551979"/>
                  </a:lnTo>
                  <a:close/>
                </a:path>
                <a:path w="7590155" h="1552575">
                  <a:moveTo>
                    <a:pt x="5168647" y="1551979"/>
                  </a:moveTo>
                  <a:lnTo>
                    <a:pt x="5140072" y="1551979"/>
                  </a:lnTo>
                  <a:lnTo>
                    <a:pt x="5140072" y="1523404"/>
                  </a:lnTo>
                  <a:lnTo>
                    <a:pt x="5168647" y="1523404"/>
                  </a:lnTo>
                  <a:lnTo>
                    <a:pt x="5168647" y="1551979"/>
                  </a:lnTo>
                  <a:close/>
                </a:path>
                <a:path w="7590155" h="1552575">
                  <a:moveTo>
                    <a:pt x="5111497" y="1551979"/>
                  </a:moveTo>
                  <a:lnTo>
                    <a:pt x="5082922" y="1551979"/>
                  </a:lnTo>
                  <a:lnTo>
                    <a:pt x="5082922" y="1523404"/>
                  </a:lnTo>
                  <a:lnTo>
                    <a:pt x="5111497" y="1523404"/>
                  </a:lnTo>
                  <a:lnTo>
                    <a:pt x="5111497" y="1551979"/>
                  </a:lnTo>
                  <a:close/>
                </a:path>
                <a:path w="7590155" h="1552575">
                  <a:moveTo>
                    <a:pt x="5054347" y="1551979"/>
                  </a:moveTo>
                  <a:lnTo>
                    <a:pt x="5025772" y="1551979"/>
                  </a:lnTo>
                  <a:lnTo>
                    <a:pt x="5025772" y="1523404"/>
                  </a:lnTo>
                  <a:lnTo>
                    <a:pt x="5054347" y="1523404"/>
                  </a:lnTo>
                  <a:lnTo>
                    <a:pt x="5054347" y="1551979"/>
                  </a:lnTo>
                  <a:close/>
                </a:path>
                <a:path w="7590155" h="1552575">
                  <a:moveTo>
                    <a:pt x="4997197" y="1551979"/>
                  </a:moveTo>
                  <a:lnTo>
                    <a:pt x="4968622" y="1551979"/>
                  </a:lnTo>
                  <a:lnTo>
                    <a:pt x="4968622" y="1523404"/>
                  </a:lnTo>
                  <a:lnTo>
                    <a:pt x="4997197" y="1523404"/>
                  </a:lnTo>
                  <a:lnTo>
                    <a:pt x="4997197" y="1551979"/>
                  </a:lnTo>
                  <a:close/>
                </a:path>
                <a:path w="7590155" h="1552575">
                  <a:moveTo>
                    <a:pt x="4940047" y="1551979"/>
                  </a:moveTo>
                  <a:lnTo>
                    <a:pt x="4911472" y="1551979"/>
                  </a:lnTo>
                  <a:lnTo>
                    <a:pt x="4911472" y="1523404"/>
                  </a:lnTo>
                  <a:lnTo>
                    <a:pt x="4940047" y="1523404"/>
                  </a:lnTo>
                  <a:lnTo>
                    <a:pt x="4940047" y="1551979"/>
                  </a:lnTo>
                  <a:close/>
                </a:path>
                <a:path w="7590155" h="1552575">
                  <a:moveTo>
                    <a:pt x="4882897" y="1551979"/>
                  </a:moveTo>
                  <a:lnTo>
                    <a:pt x="4854322" y="1551979"/>
                  </a:lnTo>
                  <a:lnTo>
                    <a:pt x="4854322" y="1523404"/>
                  </a:lnTo>
                  <a:lnTo>
                    <a:pt x="4882897" y="1523404"/>
                  </a:lnTo>
                  <a:lnTo>
                    <a:pt x="4882897" y="1551979"/>
                  </a:lnTo>
                  <a:close/>
                </a:path>
                <a:path w="7590155" h="1552575">
                  <a:moveTo>
                    <a:pt x="4825747" y="1551979"/>
                  </a:moveTo>
                  <a:lnTo>
                    <a:pt x="4797172" y="1551979"/>
                  </a:lnTo>
                  <a:lnTo>
                    <a:pt x="4797172" y="1523404"/>
                  </a:lnTo>
                  <a:lnTo>
                    <a:pt x="4825747" y="1523404"/>
                  </a:lnTo>
                  <a:lnTo>
                    <a:pt x="4825747" y="1551979"/>
                  </a:lnTo>
                  <a:close/>
                </a:path>
                <a:path w="7590155" h="1552575">
                  <a:moveTo>
                    <a:pt x="4768597" y="1551979"/>
                  </a:moveTo>
                  <a:lnTo>
                    <a:pt x="4740022" y="1551979"/>
                  </a:lnTo>
                  <a:lnTo>
                    <a:pt x="4740022" y="1523404"/>
                  </a:lnTo>
                  <a:lnTo>
                    <a:pt x="4768597" y="1523404"/>
                  </a:lnTo>
                  <a:lnTo>
                    <a:pt x="4768597" y="1551979"/>
                  </a:lnTo>
                  <a:close/>
                </a:path>
                <a:path w="7590155" h="1552575">
                  <a:moveTo>
                    <a:pt x="4711447" y="1551979"/>
                  </a:moveTo>
                  <a:lnTo>
                    <a:pt x="4682872" y="1551979"/>
                  </a:lnTo>
                  <a:lnTo>
                    <a:pt x="4682872" y="1523404"/>
                  </a:lnTo>
                  <a:lnTo>
                    <a:pt x="4711447" y="1523404"/>
                  </a:lnTo>
                  <a:lnTo>
                    <a:pt x="4711447" y="1551979"/>
                  </a:lnTo>
                  <a:close/>
                </a:path>
                <a:path w="7590155" h="1552575">
                  <a:moveTo>
                    <a:pt x="4654297" y="1551979"/>
                  </a:moveTo>
                  <a:lnTo>
                    <a:pt x="4625722" y="1551979"/>
                  </a:lnTo>
                  <a:lnTo>
                    <a:pt x="4625722" y="1523404"/>
                  </a:lnTo>
                  <a:lnTo>
                    <a:pt x="4654297" y="1523404"/>
                  </a:lnTo>
                  <a:lnTo>
                    <a:pt x="4654297" y="1551979"/>
                  </a:lnTo>
                  <a:close/>
                </a:path>
                <a:path w="7590155" h="1552575">
                  <a:moveTo>
                    <a:pt x="4597147" y="1551979"/>
                  </a:moveTo>
                  <a:lnTo>
                    <a:pt x="4568572" y="1551979"/>
                  </a:lnTo>
                  <a:lnTo>
                    <a:pt x="4568572" y="1523404"/>
                  </a:lnTo>
                  <a:lnTo>
                    <a:pt x="4597147" y="1523404"/>
                  </a:lnTo>
                  <a:lnTo>
                    <a:pt x="4597147" y="1551979"/>
                  </a:lnTo>
                  <a:close/>
                </a:path>
                <a:path w="7590155" h="1552575">
                  <a:moveTo>
                    <a:pt x="4539997" y="1551979"/>
                  </a:moveTo>
                  <a:lnTo>
                    <a:pt x="4511422" y="1551979"/>
                  </a:lnTo>
                  <a:lnTo>
                    <a:pt x="4511422" y="1523404"/>
                  </a:lnTo>
                  <a:lnTo>
                    <a:pt x="4539997" y="1523404"/>
                  </a:lnTo>
                  <a:lnTo>
                    <a:pt x="4539997" y="1551979"/>
                  </a:lnTo>
                  <a:close/>
                </a:path>
                <a:path w="7590155" h="1552575">
                  <a:moveTo>
                    <a:pt x="4482847" y="1551979"/>
                  </a:moveTo>
                  <a:lnTo>
                    <a:pt x="4454272" y="1551979"/>
                  </a:lnTo>
                  <a:lnTo>
                    <a:pt x="4454272" y="1523404"/>
                  </a:lnTo>
                  <a:lnTo>
                    <a:pt x="4482847" y="1523404"/>
                  </a:lnTo>
                  <a:lnTo>
                    <a:pt x="4482847" y="1551979"/>
                  </a:lnTo>
                  <a:close/>
                </a:path>
                <a:path w="7590155" h="1552575">
                  <a:moveTo>
                    <a:pt x="4425697" y="1551979"/>
                  </a:moveTo>
                  <a:lnTo>
                    <a:pt x="4397122" y="1551979"/>
                  </a:lnTo>
                  <a:lnTo>
                    <a:pt x="4397122" y="1523404"/>
                  </a:lnTo>
                  <a:lnTo>
                    <a:pt x="4425697" y="1523404"/>
                  </a:lnTo>
                  <a:lnTo>
                    <a:pt x="4425697" y="1551979"/>
                  </a:lnTo>
                  <a:close/>
                </a:path>
                <a:path w="7590155" h="1552575">
                  <a:moveTo>
                    <a:pt x="4368547" y="1551979"/>
                  </a:moveTo>
                  <a:lnTo>
                    <a:pt x="4339972" y="1551979"/>
                  </a:lnTo>
                  <a:lnTo>
                    <a:pt x="4339972" y="1523404"/>
                  </a:lnTo>
                  <a:lnTo>
                    <a:pt x="4368547" y="1523404"/>
                  </a:lnTo>
                  <a:lnTo>
                    <a:pt x="4368547" y="1551979"/>
                  </a:lnTo>
                  <a:close/>
                </a:path>
                <a:path w="7590155" h="1552575">
                  <a:moveTo>
                    <a:pt x="4311397" y="1551979"/>
                  </a:moveTo>
                  <a:lnTo>
                    <a:pt x="4282822" y="1551979"/>
                  </a:lnTo>
                  <a:lnTo>
                    <a:pt x="4282822" y="1523404"/>
                  </a:lnTo>
                  <a:lnTo>
                    <a:pt x="4311397" y="1523404"/>
                  </a:lnTo>
                  <a:lnTo>
                    <a:pt x="4311397" y="1551979"/>
                  </a:lnTo>
                  <a:close/>
                </a:path>
                <a:path w="7590155" h="1552575">
                  <a:moveTo>
                    <a:pt x="4254247" y="1551979"/>
                  </a:moveTo>
                  <a:lnTo>
                    <a:pt x="4225672" y="1551979"/>
                  </a:lnTo>
                  <a:lnTo>
                    <a:pt x="4225672" y="1523404"/>
                  </a:lnTo>
                  <a:lnTo>
                    <a:pt x="4254247" y="1523404"/>
                  </a:lnTo>
                  <a:lnTo>
                    <a:pt x="4254247" y="1551979"/>
                  </a:lnTo>
                  <a:close/>
                </a:path>
                <a:path w="7590155" h="1552575">
                  <a:moveTo>
                    <a:pt x="4197097" y="1551979"/>
                  </a:moveTo>
                  <a:lnTo>
                    <a:pt x="4168522" y="1551979"/>
                  </a:lnTo>
                  <a:lnTo>
                    <a:pt x="4168522" y="1523404"/>
                  </a:lnTo>
                  <a:lnTo>
                    <a:pt x="4197097" y="1523404"/>
                  </a:lnTo>
                  <a:lnTo>
                    <a:pt x="4197097" y="1551979"/>
                  </a:lnTo>
                  <a:close/>
                </a:path>
                <a:path w="7590155" h="1552575">
                  <a:moveTo>
                    <a:pt x="4139947" y="1551979"/>
                  </a:moveTo>
                  <a:lnTo>
                    <a:pt x="4111372" y="1551979"/>
                  </a:lnTo>
                  <a:lnTo>
                    <a:pt x="4111372" y="1523404"/>
                  </a:lnTo>
                  <a:lnTo>
                    <a:pt x="4139947" y="1523404"/>
                  </a:lnTo>
                  <a:lnTo>
                    <a:pt x="4139947" y="1551979"/>
                  </a:lnTo>
                  <a:close/>
                </a:path>
                <a:path w="7590155" h="1552575">
                  <a:moveTo>
                    <a:pt x="4082797" y="1551979"/>
                  </a:moveTo>
                  <a:lnTo>
                    <a:pt x="4054222" y="1551979"/>
                  </a:lnTo>
                  <a:lnTo>
                    <a:pt x="4054222" y="1523404"/>
                  </a:lnTo>
                  <a:lnTo>
                    <a:pt x="4082797" y="1523404"/>
                  </a:lnTo>
                  <a:lnTo>
                    <a:pt x="4082797" y="1551979"/>
                  </a:lnTo>
                  <a:close/>
                </a:path>
                <a:path w="7590155" h="1552575">
                  <a:moveTo>
                    <a:pt x="4025647" y="1551979"/>
                  </a:moveTo>
                  <a:lnTo>
                    <a:pt x="3997072" y="1551979"/>
                  </a:lnTo>
                  <a:lnTo>
                    <a:pt x="3997072" y="1523404"/>
                  </a:lnTo>
                  <a:lnTo>
                    <a:pt x="4025647" y="1523404"/>
                  </a:lnTo>
                  <a:lnTo>
                    <a:pt x="4025647" y="1551979"/>
                  </a:lnTo>
                  <a:close/>
                </a:path>
                <a:path w="7590155" h="1552575">
                  <a:moveTo>
                    <a:pt x="3968497" y="1551979"/>
                  </a:moveTo>
                  <a:lnTo>
                    <a:pt x="3939922" y="1551979"/>
                  </a:lnTo>
                  <a:lnTo>
                    <a:pt x="3939922" y="1523404"/>
                  </a:lnTo>
                  <a:lnTo>
                    <a:pt x="3968497" y="1523404"/>
                  </a:lnTo>
                  <a:lnTo>
                    <a:pt x="3968497" y="1551979"/>
                  </a:lnTo>
                  <a:close/>
                </a:path>
                <a:path w="7590155" h="1552575">
                  <a:moveTo>
                    <a:pt x="3911347" y="1551979"/>
                  </a:moveTo>
                  <a:lnTo>
                    <a:pt x="3882772" y="1551979"/>
                  </a:lnTo>
                  <a:lnTo>
                    <a:pt x="3882772" y="1523404"/>
                  </a:lnTo>
                  <a:lnTo>
                    <a:pt x="3911347" y="1523404"/>
                  </a:lnTo>
                  <a:lnTo>
                    <a:pt x="3911347" y="1551979"/>
                  </a:lnTo>
                  <a:close/>
                </a:path>
                <a:path w="7590155" h="1552575">
                  <a:moveTo>
                    <a:pt x="3854197" y="1551979"/>
                  </a:moveTo>
                  <a:lnTo>
                    <a:pt x="3825622" y="1551979"/>
                  </a:lnTo>
                  <a:lnTo>
                    <a:pt x="3825622" y="1523404"/>
                  </a:lnTo>
                  <a:lnTo>
                    <a:pt x="3854197" y="1523404"/>
                  </a:lnTo>
                  <a:lnTo>
                    <a:pt x="3854197" y="1551979"/>
                  </a:lnTo>
                  <a:close/>
                </a:path>
                <a:path w="7590155" h="1552575">
                  <a:moveTo>
                    <a:pt x="3797047" y="1551979"/>
                  </a:moveTo>
                  <a:lnTo>
                    <a:pt x="3768472" y="1551979"/>
                  </a:lnTo>
                  <a:lnTo>
                    <a:pt x="3768472" y="1523404"/>
                  </a:lnTo>
                  <a:lnTo>
                    <a:pt x="3797047" y="1523404"/>
                  </a:lnTo>
                  <a:lnTo>
                    <a:pt x="3797047" y="1551979"/>
                  </a:lnTo>
                  <a:close/>
                </a:path>
                <a:path w="7590155" h="1552575">
                  <a:moveTo>
                    <a:pt x="3739897" y="1551979"/>
                  </a:moveTo>
                  <a:lnTo>
                    <a:pt x="3711322" y="1551979"/>
                  </a:lnTo>
                  <a:lnTo>
                    <a:pt x="3711322" y="1523404"/>
                  </a:lnTo>
                  <a:lnTo>
                    <a:pt x="3739897" y="1523404"/>
                  </a:lnTo>
                  <a:lnTo>
                    <a:pt x="3739897" y="1551979"/>
                  </a:lnTo>
                  <a:close/>
                </a:path>
                <a:path w="7590155" h="1552575">
                  <a:moveTo>
                    <a:pt x="3682747" y="1551979"/>
                  </a:moveTo>
                  <a:lnTo>
                    <a:pt x="3654172" y="1551979"/>
                  </a:lnTo>
                  <a:lnTo>
                    <a:pt x="3654172" y="1523404"/>
                  </a:lnTo>
                  <a:lnTo>
                    <a:pt x="3682747" y="1523404"/>
                  </a:lnTo>
                  <a:lnTo>
                    <a:pt x="3682747" y="1551979"/>
                  </a:lnTo>
                  <a:close/>
                </a:path>
                <a:path w="7590155" h="1552575">
                  <a:moveTo>
                    <a:pt x="3625597" y="1551979"/>
                  </a:moveTo>
                  <a:lnTo>
                    <a:pt x="3597022" y="1551979"/>
                  </a:lnTo>
                  <a:lnTo>
                    <a:pt x="3597022" y="1523404"/>
                  </a:lnTo>
                  <a:lnTo>
                    <a:pt x="3625597" y="1523404"/>
                  </a:lnTo>
                  <a:lnTo>
                    <a:pt x="3625597" y="1551979"/>
                  </a:lnTo>
                  <a:close/>
                </a:path>
                <a:path w="7590155" h="1552575">
                  <a:moveTo>
                    <a:pt x="3568447" y="1551979"/>
                  </a:moveTo>
                  <a:lnTo>
                    <a:pt x="3539872" y="1551979"/>
                  </a:lnTo>
                  <a:lnTo>
                    <a:pt x="3539872" y="1523404"/>
                  </a:lnTo>
                  <a:lnTo>
                    <a:pt x="3568447" y="1523404"/>
                  </a:lnTo>
                  <a:lnTo>
                    <a:pt x="3568447" y="1551979"/>
                  </a:lnTo>
                  <a:close/>
                </a:path>
                <a:path w="7590155" h="1552575">
                  <a:moveTo>
                    <a:pt x="3511297" y="1551979"/>
                  </a:moveTo>
                  <a:lnTo>
                    <a:pt x="3482722" y="1551979"/>
                  </a:lnTo>
                  <a:lnTo>
                    <a:pt x="3482722" y="1523404"/>
                  </a:lnTo>
                  <a:lnTo>
                    <a:pt x="3511297" y="1523404"/>
                  </a:lnTo>
                  <a:lnTo>
                    <a:pt x="3511297" y="1551979"/>
                  </a:lnTo>
                  <a:close/>
                </a:path>
                <a:path w="7590155" h="1552575">
                  <a:moveTo>
                    <a:pt x="3454147" y="1551979"/>
                  </a:moveTo>
                  <a:lnTo>
                    <a:pt x="3425572" y="1551979"/>
                  </a:lnTo>
                  <a:lnTo>
                    <a:pt x="3425572" y="1523404"/>
                  </a:lnTo>
                  <a:lnTo>
                    <a:pt x="3454147" y="1523404"/>
                  </a:lnTo>
                  <a:lnTo>
                    <a:pt x="3454147" y="1551979"/>
                  </a:lnTo>
                  <a:close/>
                </a:path>
                <a:path w="7590155" h="1552575">
                  <a:moveTo>
                    <a:pt x="3396997" y="1551979"/>
                  </a:moveTo>
                  <a:lnTo>
                    <a:pt x="3368422" y="1551979"/>
                  </a:lnTo>
                  <a:lnTo>
                    <a:pt x="3368422" y="1523404"/>
                  </a:lnTo>
                  <a:lnTo>
                    <a:pt x="3396997" y="1523404"/>
                  </a:lnTo>
                  <a:lnTo>
                    <a:pt x="3396997" y="1551979"/>
                  </a:lnTo>
                  <a:close/>
                </a:path>
                <a:path w="7590155" h="1552575">
                  <a:moveTo>
                    <a:pt x="3339847" y="1551979"/>
                  </a:moveTo>
                  <a:lnTo>
                    <a:pt x="3311272" y="1551979"/>
                  </a:lnTo>
                  <a:lnTo>
                    <a:pt x="3311272" y="1523404"/>
                  </a:lnTo>
                  <a:lnTo>
                    <a:pt x="3339847" y="1523404"/>
                  </a:lnTo>
                  <a:lnTo>
                    <a:pt x="3339847" y="1551979"/>
                  </a:lnTo>
                  <a:close/>
                </a:path>
                <a:path w="7590155" h="1552575">
                  <a:moveTo>
                    <a:pt x="3282697" y="1551979"/>
                  </a:moveTo>
                  <a:lnTo>
                    <a:pt x="3254122" y="1551979"/>
                  </a:lnTo>
                  <a:lnTo>
                    <a:pt x="3254122" y="1523404"/>
                  </a:lnTo>
                  <a:lnTo>
                    <a:pt x="3282697" y="1523404"/>
                  </a:lnTo>
                  <a:lnTo>
                    <a:pt x="3282697" y="1551979"/>
                  </a:lnTo>
                  <a:close/>
                </a:path>
                <a:path w="7590155" h="1552575">
                  <a:moveTo>
                    <a:pt x="3225547" y="1551979"/>
                  </a:moveTo>
                  <a:lnTo>
                    <a:pt x="3196972" y="1551979"/>
                  </a:lnTo>
                  <a:lnTo>
                    <a:pt x="3196972" y="1523404"/>
                  </a:lnTo>
                  <a:lnTo>
                    <a:pt x="3225547" y="1523404"/>
                  </a:lnTo>
                  <a:lnTo>
                    <a:pt x="3225547" y="1551979"/>
                  </a:lnTo>
                  <a:close/>
                </a:path>
                <a:path w="7590155" h="1552575">
                  <a:moveTo>
                    <a:pt x="3168397" y="1551979"/>
                  </a:moveTo>
                  <a:lnTo>
                    <a:pt x="3139822" y="1551979"/>
                  </a:lnTo>
                  <a:lnTo>
                    <a:pt x="3139822" y="1523404"/>
                  </a:lnTo>
                  <a:lnTo>
                    <a:pt x="3168397" y="1523404"/>
                  </a:lnTo>
                  <a:lnTo>
                    <a:pt x="3168397" y="1551979"/>
                  </a:lnTo>
                  <a:close/>
                </a:path>
                <a:path w="7590155" h="1552575">
                  <a:moveTo>
                    <a:pt x="3111247" y="1551979"/>
                  </a:moveTo>
                  <a:lnTo>
                    <a:pt x="3082672" y="1551979"/>
                  </a:lnTo>
                  <a:lnTo>
                    <a:pt x="3082672" y="1523404"/>
                  </a:lnTo>
                  <a:lnTo>
                    <a:pt x="3111247" y="1523404"/>
                  </a:lnTo>
                  <a:lnTo>
                    <a:pt x="3111247" y="1551979"/>
                  </a:lnTo>
                  <a:close/>
                </a:path>
                <a:path w="7590155" h="1552575">
                  <a:moveTo>
                    <a:pt x="3054097" y="1551979"/>
                  </a:moveTo>
                  <a:lnTo>
                    <a:pt x="3025522" y="1551979"/>
                  </a:lnTo>
                  <a:lnTo>
                    <a:pt x="3025522" y="1523404"/>
                  </a:lnTo>
                  <a:lnTo>
                    <a:pt x="3054097" y="1523404"/>
                  </a:lnTo>
                  <a:lnTo>
                    <a:pt x="3054097" y="1551979"/>
                  </a:lnTo>
                  <a:close/>
                </a:path>
                <a:path w="7590155" h="1552575">
                  <a:moveTo>
                    <a:pt x="2996947" y="1551979"/>
                  </a:moveTo>
                  <a:lnTo>
                    <a:pt x="2968372" y="1551979"/>
                  </a:lnTo>
                  <a:lnTo>
                    <a:pt x="2968372" y="1523404"/>
                  </a:lnTo>
                  <a:lnTo>
                    <a:pt x="2996947" y="1523404"/>
                  </a:lnTo>
                  <a:lnTo>
                    <a:pt x="2996947" y="1551979"/>
                  </a:lnTo>
                  <a:close/>
                </a:path>
                <a:path w="7590155" h="1552575">
                  <a:moveTo>
                    <a:pt x="2939797" y="1551979"/>
                  </a:moveTo>
                  <a:lnTo>
                    <a:pt x="2911222" y="1551979"/>
                  </a:lnTo>
                  <a:lnTo>
                    <a:pt x="2911222" y="1523404"/>
                  </a:lnTo>
                  <a:lnTo>
                    <a:pt x="2939797" y="1523404"/>
                  </a:lnTo>
                  <a:lnTo>
                    <a:pt x="2939797" y="1551979"/>
                  </a:lnTo>
                  <a:close/>
                </a:path>
                <a:path w="7590155" h="1552575">
                  <a:moveTo>
                    <a:pt x="2882647" y="1551979"/>
                  </a:moveTo>
                  <a:lnTo>
                    <a:pt x="2854072" y="1551979"/>
                  </a:lnTo>
                  <a:lnTo>
                    <a:pt x="2854072" y="1523404"/>
                  </a:lnTo>
                  <a:lnTo>
                    <a:pt x="2882647" y="1523404"/>
                  </a:lnTo>
                  <a:lnTo>
                    <a:pt x="2882647" y="1551979"/>
                  </a:lnTo>
                  <a:close/>
                </a:path>
                <a:path w="7590155" h="1552575">
                  <a:moveTo>
                    <a:pt x="2825497" y="1551979"/>
                  </a:moveTo>
                  <a:lnTo>
                    <a:pt x="2796922" y="1551979"/>
                  </a:lnTo>
                  <a:lnTo>
                    <a:pt x="2796922" y="1523404"/>
                  </a:lnTo>
                  <a:lnTo>
                    <a:pt x="2825497" y="1523404"/>
                  </a:lnTo>
                  <a:lnTo>
                    <a:pt x="2825497" y="1551979"/>
                  </a:lnTo>
                  <a:close/>
                </a:path>
                <a:path w="7590155" h="1552575">
                  <a:moveTo>
                    <a:pt x="2768347" y="1551979"/>
                  </a:moveTo>
                  <a:lnTo>
                    <a:pt x="2739772" y="1551979"/>
                  </a:lnTo>
                  <a:lnTo>
                    <a:pt x="2739772" y="1523404"/>
                  </a:lnTo>
                  <a:lnTo>
                    <a:pt x="2768347" y="1523404"/>
                  </a:lnTo>
                  <a:lnTo>
                    <a:pt x="2768347" y="1551979"/>
                  </a:lnTo>
                  <a:close/>
                </a:path>
                <a:path w="7590155" h="1552575">
                  <a:moveTo>
                    <a:pt x="2711197" y="1551979"/>
                  </a:moveTo>
                  <a:lnTo>
                    <a:pt x="2682622" y="1551979"/>
                  </a:lnTo>
                  <a:lnTo>
                    <a:pt x="2682622" y="1523404"/>
                  </a:lnTo>
                  <a:lnTo>
                    <a:pt x="2711197" y="1523404"/>
                  </a:lnTo>
                  <a:lnTo>
                    <a:pt x="2711197" y="1551979"/>
                  </a:lnTo>
                  <a:close/>
                </a:path>
                <a:path w="7590155" h="1552575">
                  <a:moveTo>
                    <a:pt x="2654047" y="1551979"/>
                  </a:moveTo>
                  <a:lnTo>
                    <a:pt x="2625472" y="1551979"/>
                  </a:lnTo>
                  <a:lnTo>
                    <a:pt x="2625472" y="1523404"/>
                  </a:lnTo>
                  <a:lnTo>
                    <a:pt x="2654047" y="1523404"/>
                  </a:lnTo>
                  <a:lnTo>
                    <a:pt x="2654047" y="1551979"/>
                  </a:lnTo>
                  <a:close/>
                </a:path>
                <a:path w="7590155" h="1552575">
                  <a:moveTo>
                    <a:pt x="2596897" y="1551979"/>
                  </a:moveTo>
                  <a:lnTo>
                    <a:pt x="2568322" y="1551979"/>
                  </a:lnTo>
                  <a:lnTo>
                    <a:pt x="2568322" y="1523404"/>
                  </a:lnTo>
                  <a:lnTo>
                    <a:pt x="2596897" y="1523404"/>
                  </a:lnTo>
                  <a:lnTo>
                    <a:pt x="2596897" y="1551979"/>
                  </a:lnTo>
                  <a:close/>
                </a:path>
                <a:path w="7590155" h="1552575">
                  <a:moveTo>
                    <a:pt x="2539747" y="1551979"/>
                  </a:moveTo>
                  <a:lnTo>
                    <a:pt x="2511172" y="1551979"/>
                  </a:lnTo>
                  <a:lnTo>
                    <a:pt x="2511172" y="1523404"/>
                  </a:lnTo>
                  <a:lnTo>
                    <a:pt x="2539747" y="1523404"/>
                  </a:lnTo>
                  <a:lnTo>
                    <a:pt x="2539747" y="1551979"/>
                  </a:lnTo>
                  <a:close/>
                </a:path>
                <a:path w="7590155" h="1552575">
                  <a:moveTo>
                    <a:pt x="2482597" y="1551979"/>
                  </a:moveTo>
                  <a:lnTo>
                    <a:pt x="2454022" y="1551979"/>
                  </a:lnTo>
                  <a:lnTo>
                    <a:pt x="2454022" y="1523404"/>
                  </a:lnTo>
                  <a:lnTo>
                    <a:pt x="2482597" y="1523404"/>
                  </a:lnTo>
                  <a:lnTo>
                    <a:pt x="2482597" y="1551979"/>
                  </a:lnTo>
                  <a:close/>
                </a:path>
                <a:path w="7590155" h="1552575">
                  <a:moveTo>
                    <a:pt x="2425447" y="1551979"/>
                  </a:moveTo>
                  <a:lnTo>
                    <a:pt x="2396872" y="1551979"/>
                  </a:lnTo>
                  <a:lnTo>
                    <a:pt x="2396872" y="1523404"/>
                  </a:lnTo>
                  <a:lnTo>
                    <a:pt x="2425447" y="1523404"/>
                  </a:lnTo>
                  <a:lnTo>
                    <a:pt x="2425447" y="1551979"/>
                  </a:lnTo>
                  <a:close/>
                </a:path>
                <a:path w="7590155" h="1552575">
                  <a:moveTo>
                    <a:pt x="2368297" y="1551979"/>
                  </a:moveTo>
                  <a:lnTo>
                    <a:pt x="2339722" y="1551979"/>
                  </a:lnTo>
                  <a:lnTo>
                    <a:pt x="2339722" y="1523404"/>
                  </a:lnTo>
                  <a:lnTo>
                    <a:pt x="2368297" y="1523404"/>
                  </a:lnTo>
                  <a:lnTo>
                    <a:pt x="2368297" y="1551979"/>
                  </a:lnTo>
                  <a:close/>
                </a:path>
                <a:path w="7590155" h="1552575">
                  <a:moveTo>
                    <a:pt x="2311147" y="1551979"/>
                  </a:moveTo>
                  <a:lnTo>
                    <a:pt x="2282572" y="1551979"/>
                  </a:lnTo>
                  <a:lnTo>
                    <a:pt x="2282572" y="1523404"/>
                  </a:lnTo>
                  <a:lnTo>
                    <a:pt x="2311147" y="1523404"/>
                  </a:lnTo>
                  <a:lnTo>
                    <a:pt x="2311147" y="1551979"/>
                  </a:lnTo>
                  <a:close/>
                </a:path>
                <a:path w="7590155" h="1552575">
                  <a:moveTo>
                    <a:pt x="2253997" y="1551979"/>
                  </a:moveTo>
                  <a:lnTo>
                    <a:pt x="2225422" y="1551979"/>
                  </a:lnTo>
                  <a:lnTo>
                    <a:pt x="2225422" y="1523404"/>
                  </a:lnTo>
                  <a:lnTo>
                    <a:pt x="2253997" y="1523404"/>
                  </a:lnTo>
                  <a:lnTo>
                    <a:pt x="2253997" y="1551979"/>
                  </a:lnTo>
                  <a:close/>
                </a:path>
                <a:path w="7590155" h="1552575">
                  <a:moveTo>
                    <a:pt x="2196847" y="1551979"/>
                  </a:moveTo>
                  <a:lnTo>
                    <a:pt x="2168272" y="1551979"/>
                  </a:lnTo>
                  <a:lnTo>
                    <a:pt x="2168272" y="1523404"/>
                  </a:lnTo>
                  <a:lnTo>
                    <a:pt x="2196847" y="1523404"/>
                  </a:lnTo>
                  <a:lnTo>
                    <a:pt x="2196847" y="1551979"/>
                  </a:lnTo>
                  <a:close/>
                </a:path>
                <a:path w="7590155" h="1552575">
                  <a:moveTo>
                    <a:pt x="2139697" y="1551979"/>
                  </a:moveTo>
                  <a:lnTo>
                    <a:pt x="2111122" y="1551979"/>
                  </a:lnTo>
                  <a:lnTo>
                    <a:pt x="2111122" y="1523404"/>
                  </a:lnTo>
                  <a:lnTo>
                    <a:pt x="2139697" y="1523404"/>
                  </a:lnTo>
                  <a:lnTo>
                    <a:pt x="2139697" y="1551979"/>
                  </a:lnTo>
                  <a:close/>
                </a:path>
                <a:path w="7590155" h="1552575">
                  <a:moveTo>
                    <a:pt x="2082547" y="1551979"/>
                  </a:moveTo>
                  <a:lnTo>
                    <a:pt x="2053972" y="1551979"/>
                  </a:lnTo>
                  <a:lnTo>
                    <a:pt x="2053972" y="1523404"/>
                  </a:lnTo>
                  <a:lnTo>
                    <a:pt x="2082547" y="1523404"/>
                  </a:lnTo>
                  <a:lnTo>
                    <a:pt x="2082547" y="1551979"/>
                  </a:lnTo>
                  <a:close/>
                </a:path>
                <a:path w="7590155" h="1552575">
                  <a:moveTo>
                    <a:pt x="2025397" y="1551979"/>
                  </a:moveTo>
                  <a:lnTo>
                    <a:pt x="1996822" y="1551979"/>
                  </a:lnTo>
                  <a:lnTo>
                    <a:pt x="1996822" y="1523404"/>
                  </a:lnTo>
                  <a:lnTo>
                    <a:pt x="2025397" y="1523404"/>
                  </a:lnTo>
                  <a:lnTo>
                    <a:pt x="2025397" y="1551979"/>
                  </a:lnTo>
                  <a:close/>
                </a:path>
                <a:path w="7590155" h="1552575">
                  <a:moveTo>
                    <a:pt x="1968247" y="1551979"/>
                  </a:moveTo>
                  <a:lnTo>
                    <a:pt x="1939672" y="1551979"/>
                  </a:lnTo>
                  <a:lnTo>
                    <a:pt x="1939672" y="1523404"/>
                  </a:lnTo>
                  <a:lnTo>
                    <a:pt x="1968247" y="1523404"/>
                  </a:lnTo>
                  <a:lnTo>
                    <a:pt x="1968247" y="1551979"/>
                  </a:lnTo>
                  <a:close/>
                </a:path>
                <a:path w="7590155" h="1552575">
                  <a:moveTo>
                    <a:pt x="1911097" y="1551979"/>
                  </a:moveTo>
                  <a:lnTo>
                    <a:pt x="1882522" y="1551979"/>
                  </a:lnTo>
                  <a:lnTo>
                    <a:pt x="1882522" y="1523404"/>
                  </a:lnTo>
                  <a:lnTo>
                    <a:pt x="1911097" y="1523404"/>
                  </a:lnTo>
                  <a:lnTo>
                    <a:pt x="1911097" y="1551979"/>
                  </a:lnTo>
                  <a:close/>
                </a:path>
                <a:path w="7590155" h="1552575">
                  <a:moveTo>
                    <a:pt x="1853947" y="1551979"/>
                  </a:moveTo>
                  <a:lnTo>
                    <a:pt x="1825372" y="1551979"/>
                  </a:lnTo>
                  <a:lnTo>
                    <a:pt x="1825372" y="1523404"/>
                  </a:lnTo>
                  <a:lnTo>
                    <a:pt x="1853947" y="1523404"/>
                  </a:lnTo>
                  <a:lnTo>
                    <a:pt x="1853947" y="1551979"/>
                  </a:lnTo>
                  <a:close/>
                </a:path>
                <a:path w="7590155" h="1552575">
                  <a:moveTo>
                    <a:pt x="1796797" y="1551979"/>
                  </a:moveTo>
                  <a:lnTo>
                    <a:pt x="1768222" y="1551979"/>
                  </a:lnTo>
                  <a:lnTo>
                    <a:pt x="1768222" y="1523404"/>
                  </a:lnTo>
                  <a:lnTo>
                    <a:pt x="1796797" y="1523404"/>
                  </a:lnTo>
                  <a:lnTo>
                    <a:pt x="1796797" y="1551979"/>
                  </a:lnTo>
                  <a:close/>
                </a:path>
                <a:path w="7590155" h="1552575">
                  <a:moveTo>
                    <a:pt x="1739647" y="1551979"/>
                  </a:moveTo>
                  <a:lnTo>
                    <a:pt x="1711072" y="1551979"/>
                  </a:lnTo>
                  <a:lnTo>
                    <a:pt x="1711072" y="1523404"/>
                  </a:lnTo>
                  <a:lnTo>
                    <a:pt x="1739647" y="1523404"/>
                  </a:lnTo>
                  <a:lnTo>
                    <a:pt x="1739647" y="1551979"/>
                  </a:lnTo>
                  <a:close/>
                </a:path>
                <a:path w="7590155" h="1552575">
                  <a:moveTo>
                    <a:pt x="1682497" y="1551979"/>
                  </a:moveTo>
                  <a:lnTo>
                    <a:pt x="1653922" y="1551979"/>
                  </a:lnTo>
                  <a:lnTo>
                    <a:pt x="1653922" y="1523404"/>
                  </a:lnTo>
                  <a:lnTo>
                    <a:pt x="1682497" y="1523404"/>
                  </a:lnTo>
                  <a:lnTo>
                    <a:pt x="1682497" y="1551979"/>
                  </a:lnTo>
                  <a:close/>
                </a:path>
                <a:path w="7590155" h="1552575">
                  <a:moveTo>
                    <a:pt x="1625347" y="1551979"/>
                  </a:moveTo>
                  <a:lnTo>
                    <a:pt x="1596772" y="1551979"/>
                  </a:lnTo>
                  <a:lnTo>
                    <a:pt x="1596772" y="1523404"/>
                  </a:lnTo>
                  <a:lnTo>
                    <a:pt x="1625347" y="1523404"/>
                  </a:lnTo>
                  <a:lnTo>
                    <a:pt x="1625347" y="1551979"/>
                  </a:lnTo>
                  <a:close/>
                </a:path>
                <a:path w="7590155" h="1552575">
                  <a:moveTo>
                    <a:pt x="1568197" y="1551979"/>
                  </a:moveTo>
                  <a:lnTo>
                    <a:pt x="1539622" y="1551979"/>
                  </a:lnTo>
                  <a:lnTo>
                    <a:pt x="1539622" y="1523404"/>
                  </a:lnTo>
                  <a:lnTo>
                    <a:pt x="1568197" y="1523404"/>
                  </a:lnTo>
                  <a:lnTo>
                    <a:pt x="1568197" y="1551979"/>
                  </a:lnTo>
                  <a:close/>
                </a:path>
                <a:path w="7590155" h="1552575">
                  <a:moveTo>
                    <a:pt x="1511047" y="1551979"/>
                  </a:moveTo>
                  <a:lnTo>
                    <a:pt x="1482472" y="1551979"/>
                  </a:lnTo>
                  <a:lnTo>
                    <a:pt x="1482472" y="1523404"/>
                  </a:lnTo>
                  <a:lnTo>
                    <a:pt x="1511047" y="1523404"/>
                  </a:lnTo>
                  <a:lnTo>
                    <a:pt x="1511047" y="1551979"/>
                  </a:lnTo>
                  <a:close/>
                </a:path>
                <a:path w="7590155" h="1552575">
                  <a:moveTo>
                    <a:pt x="1453897" y="1551979"/>
                  </a:moveTo>
                  <a:lnTo>
                    <a:pt x="1425322" y="1551979"/>
                  </a:lnTo>
                  <a:lnTo>
                    <a:pt x="1425322" y="1523404"/>
                  </a:lnTo>
                  <a:lnTo>
                    <a:pt x="1453897" y="1523404"/>
                  </a:lnTo>
                  <a:lnTo>
                    <a:pt x="1453897" y="1551979"/>
                  </a:lnTo>
                  <a:close/>
                </a:path>
                <a:path w="7590155" h="1552575">
                  <a:moveTo>
                    <a:pt x="1396747" y="1551979"/>
                  </a:moveTo>
                  <a:lnTo>
                    <a:pt x="1368172" y="1551979"/>
                  </a:lnTo>
                  <a:lnTo>
                    <a:pt x="1368172" y="1523404"/>
                  </a:lnTo>
                  <a:lnTo>
                    <a:pt x="1396747" y="1523404"/>
                  </a:lnTo>
                  <a:lnTo>
                    <a:pt x="1396747" y="1551979"/>
                  </a:lnTo>
                  <a:close/>
                </a:path>
                <a:path w="7590155" h="1552575">
                  <a:moveTo>
                    <a:pt x="1339597" y="1551979"/>
                  </a:moveTo>
                  <a:lnTo>
                    <a:pt x="1311022" y="1551979"/>
                  </a:lnTo>
                  <a:lnTo>
                    <a:pt x="1311022" y="1523404"/>
                  </a:lnTo>
                  <a:lnTo>
                    <a:pt x="1339597" y="1523404"/>
                  </a:lnTo>
                  <a:lnTo>
                    <a:pt x="1339597" y="1551979"/>
                  </a:lnTo>
                  <a:close/>
                </a:path>
                <a:path w="7590155" h="1552575">
                  <a:moveTo>
                    <a:pt x="1282447" y="1551979"/>
                  </a:moveTo>
                  <a:lnTo>
                    <a:pt x="1253872" y="1551979"/>
                  </a:lnTo>
                  <a:lnTo>
                    <a:pt x="1253872" y="1523404"/>
                  </a:lnTo>
                  <a:lnTo>
                    <a:pt x="1282447" y="1523404"/>
                  </a:lnTo>
                  <a:lnTo>
                    <a:pt x="1282447" y="1551979"/>
                  </a:lnTo>
                  <a:close/>
                </a:path>
                <a:path w="7590155" h="1552575">
                  <a:moveTo>
                    <a:pt x="1225297" y="1551979"/>
                  </a:moveTo>
                  <a:lnTo>
                    <a:pt x="1196722" y="1551979"/>
                  </a:lnTo>
                  <a:lnTo>
                    <a:pt x="1196722" y="1523404"/>
                  </a:lnTo>
                  <a:lnTo>
                    <a:pt x="1225297" y="1523404"/>
                  </a:lnTo>
                  <a:lnTo>
                    <a:pt x="1225297" y="1551979"/>
                  </a:lnTo>
                  <a:close/>
                </a:path>
                <a:path w="7590155" h="1552575">
                  <a:moveTo>
                    <a:pt x="1168147" y="1551979"/>
                  </a:moveTo>
                  <a:lnTo>
                    <a:pt x="1139572" y="1551979"/>
                  </a:lnTo>
                  <a:lnTo>
                    <a:pt x="1139572" y="1523404"/>
                  </a:lnTo>
                  <a:lnTo>
                    <a:pt x="1168147" y="1523404"/>
                  </a:lnTo>
                  <a:lnTo>
                    <a:pt x="1168147" y="1551979"/>
                  </a:lnTo>
                  <a:close/>
                </a:path>
                <a:path w="7590155" h="1552575">
                  <a:moveTo>
                    <a:pt x="1110997" y="1551979"/>
                  </a:moveTo>
                  <a:lnTo>
                    <a:pt x="1082422" y="1551979"/>
                  </a:lnTo>
                  <a:lnTo>
                    <a:pt x="1082422" y="1523404"/>
                  </a:lnTo>
                  <a:lnTo>
                    <a:pt x="1110997" y="1523404"/>
                  </a:lnTo>
                  <a:lnTo>
                    <a:pt x="1110997" y="1551979"/>
                  </a:lnTo>
                  <a:close/>
                </a:path>
                <a:path w="7590155" h="1552575">
                  <a:moveTo>
                    <a:pt x="1053847" y="1551979"/>
                  </a:moveTo>
                  <a:lnTo>
                    <a:pt x="1025272" y="1551979"/>
                  </a:lnTo>
                  <a:lnTo>
                    <a:pt x="1025272" y="1523404"/>
                  </a:lnTo>
                  <a:lnTo>
                    <a:pt x="1053847" y="1523404"/>
                  </a:lnTo>
                  <a:lnTo>
                    <a:pt x="1053847" y="1551979"/>
                  </a:lnTo>
                  <a:close/>
                </a:path>
                <a:path w="7590155" h="1552575">
                  <a:moveTo>
                    <a:pt x="996697" y="1551979"/>
                  </a:moveTo>
                  <a:lnTo>
                    <a:pt x="968122" y="1551979"/>
                  </a:lnTo>
                  <a:lnTo>
                    <a:pt x="968122" y="1523404"/>
                  </a:lnTo>
                  <a:lnTo>
                    <a:pt x="996697" y="1523404"/>
                  </a:lnTo>
                  <a:lnTo>
                    <a:pt x="996697" y="1551979"/>
                  </a:lnTo>
                  <a:close/>
                </a:path>
                <a:path w="7590155" h="1552575">
                  <a:moveTo>
                    <a:pt x="939547" y="1551979"/>
                  </a:moveTo>
                  <a:lnTo>
                    <a:pt x="910972" y="1551979"/>
                  </a:lnTo>
                  <a:lnTo>
                    <a:pt x="910972" y="1523404"/>
                  </a:lnTo>
                  <a:lnTo>
                    <a:pt x="939547" y="1523404"/>
                  </a:lnTo>
                  <a:lnTo>
                    <a:pt x="939547" y="1551979"/>
                  </a:lnTo>
                  <a:close/>
                </a:path>
                <a:path w="7590155" h="1552575">
                  <a:moveTo>
                    <a:pt x="882397" y="1551979"/>
                  </a:moveTo>
                  <a:lnTo>
                    <a:pt x="853822" y="1551979"/>
                  </a:lnTo>
                  <a:lnTo>
                    <a:pt x="853822" y="1523404"/>
                  </a:lnTo>
                  <a:lnTo>
                    <a:pt x="882397" y="1523404"/>
                  </a:lnTo>
                  <a:lnTo>
                    <a:pt x="882397" y="1551979"/>
                  </a:lnTo>
                  <a:close/>
                </a:path>
                <a:path w="7590155" h="1552575">
                  <a:moveTo>
                    <a:pt x="825247" y="1551979"/>
                  </a:moveTo>
                  <a:lnTo>
                    <a:pt x="796672" y="1551979"/>
                  </a:lnTo>
                  <a:lnTo>
                    <a:pt x="796672" y="1523404"/>
                  </a:lnTo>
                  <a:lnTo>
                    <a:pt x="825247" y="1523404"/>
                  </a:lnTo>
                  <a:lnTo>
                    <a:pt x="825247" y="1551979"/>
                  </a:lnTo>
                  <a:close/>
                </a:path>
                <a:path w="7590155" h="1552575">
                  <a:moveTo>
                    <a:pt x="768097" y="1551979"/>
                  </a:moveTo>
                  <a:lnTo>
                    <a:pt x="739522" y="1551979"/>
                  </a:lnTo>
                  <a:lnTo>
                    <a:pt x="739522" y="1523404"/>
                  </a:lnTo>
                  <a:lnTo>
                    <a:pt x="768097" y="1523404"/>
                  </a:lnTo>
                  <a:lnTo>
                    <a:pt x="768097" y="1551979"/>
                  </a:lnTo>
                  <a:close/>
                </a:path>
                <a:path w="7590155" h="1552575">
                  <a:moveTo>
                    <a:pt x="710947" y="1551979"/>
                  </a:moveTo>
                  <a:lnTo>
                    <a:pt x="682372" y="1551979"/>
                  </a:lnTo>
                  <a:lnTo>
                    <a:pt x="682372" y="1523404"/>
                  </a:lnTo>
                  <a:lnTo>
                    <a:pt x="710947" y="1523404"/>
                  </a:lnTo>
                  <a:lnTo>
                    <a:pt x="710947" y="1551979"/>
                  </a:lnTo>
                  <a:close/>
                </a:path>
                <a:path w="7590155" h="1552575">
                  <a:moveTo>
                    <a:pt x="653797" y="1551979"/>
                  </a:moveTo>
                  <a:lnTo>
                    <a:pt x="625222" y="1551979"/>
                  </a:lnTo>
                  <a:lnTo>
                    <a:pt x="625222" y="1523404"/>
                  </a:lnTo>
                  <a:lnTo>
                    <a:pt x="653797" y="1523404"/>
                  </a:lnTo>
                  <a:lnTo>
                    <a:pt x="653797" y="1551979"/>
                  </a:lnTo>
                  <a:close/>
                </a:path>
                <a:path w="7590155" h="1552575">
                  <a:moveTo>
                    <a:pt x="596647" y="1551979"/>
                  </a:moveTo>
                  <a:lnTo>
                    <a:pt x="568072" y="1551979"/>
                  </a:lnTo>
                  <a:lnTo>
                    <a:pt x="568072" y="1523404"/>
                  </a:lnTo>
                  <a:lnTo>
                    <a:pt x="596647" y="1523404"/>
                  </a:lnTo>
                  <a:lnTo>
                    <a:pt x="596647" y="1551979"/>
                  </a:lnTo>
                  <a:close/>
                </a:path>
                <a:path w="7590155" h="1552575">
                  <a:moveTo>
                    <a:pt x="539497" y="1551979"/>
                  </a:moveTo>
                  <a:lnTo>
                    <a:pt x="510922" y="1551979"/>
                  </a:lnTo>
                  <a:lnTo>
                    <a:pt x="510922" y="1523404"/>
                  </a:lnTo>
                  <a:lnTo>
                    <a:pt x="539497" y="1523404"/>
                  </a:lnTo>
                  <a:lnTo>
                    <a:pt x="539497" y="1551979"/>
                  </a:lnTo>
                  <a:close/>
                </a:path>
                <a:path w="7590155" h="1552575">
                  <a:moveTo>
                    <a:pt x="482347" y="1551979"/>
                  </a:moveTo>
                  <a:lnTo>
                    <a:pt x="453772" y="1551979"/>
                  </a:lnTo>
                  <a:lnTo>
                    <a:pt x="453772" y="1523404"/>
                  </a:lnTo>
                  <a:lnTo>
                    <a:pt x="482347" y="1523404"/>
                  </a:lnTo>
                  <a:lnTo>
                    <a:pt x="482347" y="1551979"/>
                  </a:lnTo>
                  <a:close/>
                </a:path>
                <a:path w="7590155" h="1552575">
                  <a:moveTo>
                    <a:pt x="425197" y="1551979"/>
                  </a:moveTo>
                  <a:lnTo>
                    <a:pt x="396622" y="1551979"/>
                  </a:lnTo>
                  <a:lnTo>
                    <a:pt x="396622" y="1523404"/>
                  </a:lnTo>
                  <a:lnTo>
                    <a:pt x="425197" y="1523404"/>
                  </a:lnTo>
                  <a:lnTo>
                    <a:pt x="425197" y="1551979"/>
                  </a:lnTo>
                  <a:close/>
                </a:path>
                <a:path w="7590155" h="1552575">
                  <a:moveTo>
                    <a:pt x="368047" y="1551979"/>
                  </a:moveTo>
                  <a:lnTo>
                    <a:pt x="339472" y="1551979"/>
                  </a:lnTo>
                  <a:lnTo>
                    <a:pt x="339472" y="1523404"/>
                  </a:lnTo>
                  <a:lnTo>
                    <a:pt x="368047" y="1523404"/>
                  </a:lnTo>
                  <a:lnTo>
                    <a:pt x="368047" y="1551979"/>
                  </a:lnTo>
                  <a:close/>
                </a:path>
                <a:path w="7590155" h="1552575">
                  <a:moveTo>
                    <a:pt x="310897" y="1551979"/>
                  </a:moveTo>
                  <a:lnTo>
                    <a:pt x="282322" y="1551979"/>
                  </a:lnTo>
                  <a:lnTo>
                    <a:pt x="282322" y="1523404"/>
                  </a:lnTo>
                  <a:lnTo>
                    <a:pt x="310897" y="1523404"/>
                  </a:lnTo>
                  <a:lnTo>
                    <a:pt x="310897" y="1551979"/>
                  </a:lnTo>
                  <a:close/>
                </a:path>
                <a:path w="7590155" h="1552575">
                  <a:moveTo>
                    <a:pt x="253747" y="1551979"/>
                  </a:moveTo>
                  <a:lnTo>
                    <a:pt x="225172" y="1551979"/>
                  </a:lnTo>
                  <a:lnTo>
                    <a:pt x="225172" y="1523404"/>
                  </a:lnTo>
                  <a:lnTo>
                    <a:pt x="253747" y="1523404"/>
                  </a:lnTo>
                  <a:lnTo>
                    <a:pt x="253747" y="1551979"/>
                  </a:lnTo>
                  <a:close/>
                </a:path>
                <a:path w="7590155" h="1552575">
                  <a:moveTo>
                    <a:pt x="196597" y="1551979"/>
                  </a:moveTo>
                  <a:lnTo>
                    <a:pt x="168022" y="1551979"/>
                  </a:lnTo>
                  <a:lnTo>
                    <a:pt x="168022" y="1523404"/>
                  </a:lnTo>
                  <a:lnTo>
                    <a:pt x="196597" y="1523404"/>
                  </a:lnTo>
                  <a:lnTo>
                    <a:pt x="196597" y="1551979"/>
                  </a:lnTo>
                  <a:close/>
                </a:path>
                <a:path w="7590155" h="1552575">
                  <a:moveTo>
                    <a:pt x="139316" y="1549743"/>
                  </a:moveTo>
                  <a:lnTo>
                    <a:pt x="130176" y="1548839"/>
                  </a:lnTo>
                  <a:lnTo>
                    <a:pt x="111559" y="1543182"/>
                  </a:lnTo>
                  <a:lnTo>
                    <a:pt x="120258" y="1516731"/>
                  </a:lnTo>
                  <a:lnTo>
                    <a:pt x="127758" y="1519198"/>
                  </a:lnTo>
                  <a:lnTo>
                    <a:pt x="135414" y="1520984"/>
                  </a:lnTo>
                  <a:lnTo>
                    <a:pt x="143229" y="1522089"/>
                  </a:lnTo>
                  <a:lnTo>
                    <a:pt x="139316" y="1549743"/>
                  </a:lnTo>
                  <a:close/>
                </a:path>
                <a:path w="7590155" h="1552575">
                  <a:moveTo>
                    <a:pt x="40713" y="1496373"/>
                  </a:moveTo>
                  <a:lnTo>
                    <a:pt x="27203" y="1479896"/>
                  </a:lnTo>
                  <a:lnTo>
                    <a:pt x="23700" y="1473337"/>
                  </a:lnTo>
                  <a:lnTo>
                    <a:pt x="47701" y="1458878"/>
                  </a:lnTo>
                  <a:lnTo>
                    <a:pt x="51789" y="1465663"/>
                  </a:lnTo>
                  <a:lnTo>
                    <a:pt x="56445" y="1472034"/>
                  </a:lnTo>
                  <a:lnTo>
                    <a:pt x="61669" y="1477990"/>
                  </a:lnTo>
                  <a:lnTo>
                    <a:pt x="40713" y="1496373"/>
                  </a:lnTo>
                  <a:close/>
                </a:path>
                <a:path w="7590155" h="1552575">
                  <a:moveTo>
                    <a:pt x="85465" y="1531921"/>
                  </a:moveTo>
                  <a:lnTo>
                    <a:pt x="72083" y="1524776"/>
                  </a:lnTo>
                  <a:lnTo>
                    <a:pt x="61638" y="1516212"/>
                  </a:lnTo>
                  <a:lnTo>
                    <a:pt x="78942" y="1494446"/>
                  </a:lnTo>
                  <a:lnTo>
                    <a:pt x="85126" y="1499362"/>
                  </a:lnTo>
                  <a:lnTo>
                    <a:pt x="91698" y="1503695"/>
                  </a:lnTo>
                  <a:lnTo>
                    <a:pt x="98655" y="1507445"/>
                  </a:lnTo>
                  <a:lnTo>
                    <a:pt x="85465" y="1531921"/>
                  </a:lnTo>
                  <a:close/>
                </a:path>
                <a:path w="7590155" h="1552575">
                  <a:moveTo>
                    <a:pt x="11045" y="1447819"/>
                  </a:moveTo>
                  <a:lnTo>
                    <a:pt x="3139" y="1421802"/>
                  </a:lnTo>
                  <a:lnTo>
                    <a:pt x="3003" y="1420421"/>
                  </a:lnTo>
                  <a:lnTo>
                    <a:pt x="30942" y="1415084"/>
                  </a:lnTo>
                  <a:lnTo>
                    <a:pt x="32420" y="1422823"/>
                  </a:lnTo>
                  <a:lnTo>
                    <a:pt x="34568" y="1430374"/>
                  </a:lnTo>
                  <a:lnTo>
                    <a:pt x="37386" y="1437735"/>
                  </a:lnTo>
                  <a:lnTo>
                    <a:pt x="11045" y="1447819"/>
                  </a:lnTo>
                  <a:close/>
                </a:path>
                <a:path w="7590155" h="1552575">
                  <a:moveTo>
                    <a:pt x="164" y="1391735"/>
                  </a:moveTo>
                  <a:lnTo>
                    <a:pt x="0" y="1390067"/>
                  </a:lnTo>
                  <a:lnTo>
                    <a:pt x="0" y="1363129"/>
                  </a:lnTo>
                  <a:lnTo>
                    <a:pt x="28574" y="1363129"/>
                  </a:lnTo>
                  <a:lnTo>
                    <a:pt x="28583" y="1391588"/>
                  </a:lnTo>
                  <a:lnTo>
                    <a:pt x="164" y="1391735"/>
                  </a:lnTo>
                  <a:close/>
                </a:path>
                <a:path w="7590155" h="1552575">
                  <a:moveTo>
                    <a:pt x="28574" y="1334554"/>
                  </a:moveTo>
                  <a:lnTo>
                    <a:pt x="0" y="1334554"/>
                  </a:lnTo>
                  <a:lnTo>
                    <a:pt x="0" y="1305979"/>
                  </a:lnTo>
                  <a:lnTo>
                    <a:pt x="28574" y="1305979"/>
                  </a:lnTo>
                  <a:lnTo>
                    <a:pt x="28574" y="1334554"/>
                  </a:lnTo>
                  <a:close/>
                </a:path>
                <a:path w="7590155" h="1552575">
                  <a:moveTo>
                    <a:pt x="28574" y="1277404"/>
                  </a:moveTo>
                  <a:lnTo>
                    <a:pt x="0" y="1277404"/>
                  </a:lnTo>
                  <a:lnTo>
                    <a:pt x="0" y="1248829"/>
                  </a:lnTo>
                  <a:lnTo>
                    <a:pt x="28574" y="1248829"/>
                  </a:lnTo>
                  <a:lnTo>
                    <a:pt x="28574" y="1277404"/>
                  </a:lnTo>
                  <a:close/>
                </a:path>
                <a:path w="7590155" h="1552575">
                  <a:moveTo>
                    <a:pt x="28574" y="1220254"/>
                  </a:moveTo>
                  <a:lnTo>
                    <a:pt x="0" y="1220254"/>
                  </a:lnTo>
                  <a:lnTo>
                    <a:pt x="0" y="1191679"/>
                  </a:lnTo>
                  <a:lnTo>
                    <a:pt x="28574" y="1191679"/>
                  </a:lnTo>
                  <a:lnTo>
                    <a:pt x="28574" y="1220254"/>
                  </a:lnTo>
                  <a:close/>
                </a:path>
                <a:path w="7590155" h="1552575">
                  <a:moveTo>
                    <a:pt x="28574" y="1163104"/>
                  </a:moveTo>
                  <a:lnTo>
                    <a:pt x="0" y="1163104"/>
                  </a:lnTo>
                  <a:lnTo>
                    <a:pt x="0" y="1134529"/>
                  </a:lnTo>
                  <a:lnTo>
                    <a:pt x="28574" y="1134529"/>
                  </a:lnTo>
                  <a:lnTo>
                    <a:pt x="28574" y="1163104"/>
                  </a:lnTo>
                  <a:close/>
                </a:path>
                <a:path w="7590155" h="1552575">
                  <a:moveTo>
                    <a:pt x="28574" y="1105954"/>
                  </a:moveTo>
                  <a:lnTo>
                    <a:pt x="0" y="1105954"/>
                  </a:lnTo>
                  <a:lnTo>
                    <a:pt x="0" y="1077379"/>
                  </a:lnTo>
                  <a:lnTo>
                    <a:pt x="28574" y="1077379"/>
                  </a:lnTo>
                  <a:lnTo>
                    <a:pt x="28574" y="1105954"/>
                  </a:lnTo>
                  <a:close/>
                </a:path>
                <a:path w="7590155" h="1552575">
                  <a:moveTo>
                    <a:pt x="28574" y="1048804"/>
                  </a:moveTo>
                  <a:lnTo>
                    <a:pt x="0" y="1048804"/>
                  </a:lnTo>
                  <a:lnTo>
                    <a:pt x="0" y="1020229"/>
                  </a:lnTo>
                  <a:lnTo>
                    <a:pt x="28574" y="1020229"/>
                  </a:lnTo>
                  <a:lnTo>
                    <a:pt x="28574" y="1048804"/>
                  </a:lnTo>
                  <a:close/>
                </a:path>
                <a:path w="7590155" h="1552575">
                  <a:moveTo>
                    <a:pt x="28574" y="991655"/>
                  </a:moveTo>
                  <a:lnTo>
                    <a:pt x="0" y="991655"/>
                  </a:lnTo>
                  <a:lnTo>
                    <a:pt x="0" y="963080"/>
                  </a:lnTo>
                  <a:lnTo>
                    <a:pt x="28574" y="963080"/>
                  </a:lnTo>
                  <a:lnTo>
                    <a:pt x="28574" y="991655"/>
                  </a:lnTo>
                  <a:close/>
                </a:path>
                <a:path w="7590155" h="1552575">
                  <a:moveTo>
                    <a:pt x="28574" y="934505"/>
                  </a:moveTo>
                  <a:lnTo>
                    <a:pt x="0" y="934505"/>
                  </a:lnTo>
                  <a:lnTo>
                    <a:pt x="0" y="905930"/>
                  </a:lnTo>
                  <a:lnTo>
                    <a:pt x="28574" y="905930"/>
                  </a:lnTo>
                  <a:lnTo>
                    <a:pt x="28574" y="934505"/>
                  </a:lnTo>
                  <a:close/>
                </a:path>
                <a:path w="7590155" h="1552575">
                  <a:moveTo>
                    <a:pt x="28574" y="877355"/>
                  </a:moveTo>
                  <a:lnTo>
                    <a:pt x="0" y="877355"/>
                  </a:lnTo>
                  <a:lnTo>
                    <a:pt x="0" y="848780"/>
                  </a:lnTo>
                  <a:lnTo>
                    <a:pt x="28574" y="848780"/>
                  </a:lnTo>
                  <a:lnTo>
                    <a:pt x="28574" y="877355"/>
                  </a:lnTo>
                  <a:close/>
                </a:path>
                <a:path w="7590155" h="1552575">
                  <a:moveTo>
                    <a:pt x="28574" y="820205"/>
                  </a:moveTo>
                  <a:lnTo>
                    <a:pt x="0" y="820205"/>
                  </a:lnTo>
                  <a:lnTo>
                    <a:pt x="0" y="791630"/>
                  </a:lnTo>
                  <a:lnTo>
                    <a:pt x="28574" y="791630"/>
                  </a:lnTo>
                  <a:lnTo>
                    <a:pt x="28574" y="820205"/>
                  </a:lnTo>
                  <a:close/>
                </a:path>
                <a:path w="7590155" h="1552575">
                  <a:moveTo>
                    <a:pt x="28574" y="763055"/>
                  </a:moveTo>
                  <a:lnTo>
                    <a:pt x="0" y="763055"/>
                  </a:lnTo>
                  <a:lnTo>
                    <a:pt x="0" y="734480"/>
                  </a:lnTo>
                  <a:lnTo>
                    <a:pt x="28574" y="734480"/>
                  </a:lnTo>
                  <a:lnTo>
                    <a:pt x="28574" y="763055"/>
                  </a:lnTo>
                  <a:close/>
                </a:path>
                <a:path w="7590155" h="1552575">
                  <a:moveTo>
                    <a:pt x="28574" y="705905"/>
                  </a:moveTo>
                  <a:lnTo>
                    <a:pt x="0" y="705905"/>
                  </a:lnTo>
                  <a:lnTo>
                    <a:pt x="0" y="677330"/>
                  </a:lnTo>
                  <a:lnTo>
                    <a:pt x="28574" y="677330"/>
                  </a:lnTo>
                  <a:lnTo>
                    <a:pt x="28574" y="705905"/>
                  </a:lnTo>
                  <a:close/>
                </a:path>
                <a:path w="7590155" h="1552575">
                  <a:moveTo>
                    <a:pt x="28574" y="648755"/>
                  </a:moveTo>
                  <a:lnTo>
                    <a:pt x="0" y="648755"/>
                  </a:lnTo>
                  <a:lnTo>
                    <a:pt x="0" y="620180"/>
                  </a:lnTo>
                  <a:lnTo>
                    <a:pt x="28574" y="620180"/>
                  </a:lnTo>
                  <a:lnTo>
                    <a:pt x="28574" y="648755"/>
                  </a:lnTo>
                  <a:close/>
                </a:path>
                <a:path w="7590155" h="1552575">
                  <a:moveTo>
                    <a:pt x="28574" y="591605"/>
                  </a:moveTo>
                  <a:lnTo>
                    <a:pt x="0" y="591605"/>
                  </a:lnTo>
                  <a:lnTo>
                    <a:pt x="0" y="563030"/>
                  </a:lnTo>
                  <a:lnTo>
                    <a:pt x="28574" y="563030"/>
                  </a:lnTo>
                  <a:lnTo>
                    <a:pt x="28574" y="591605"/>
                  </a:lnTo>
                  <a:close/>
                </a:path>
                <a:path w="7590155" h="1552575">
                  <a:moveTo>
                    <a:pt x="28574" y="534455"/>
                  </a:moveTo>
                  <a:lnTo>
                    <a:pt x="0" y="534455"/>
                  </a:lnTo>
                  <a:lnTo>
                    <a:pt x="0" y="505880"/>
                  </a:lnTo>
                  <a:lnTo>
                    <a:pt x="28574" y="505880"/>
                  </a:lnTo>
                  <a:lnTo>
                    <a:pt x="28574" y="534455"/>
                  </a:lnTo>
                  <a:close/>
                </a:path>
                <a:path w="7590155" h="1552575">
                  <a:moveTo>
                    <a:pt x="28574" y="477305"/>
                  </a:moveTo>
                  <a:lnTo>
                    <a:pt x="0" y="477305"/>
                  </a:lnTo>
                  <a:lnTo>
                    <a:pt x="0" y="448730"/>
                  </a:lnTo>
                  <a:lnTo>
                    <a:pt x="28574" y="448730"/>
                  </a:lnTo>
                  <a:lnTo>
                    <a:pt x="28574" y="477305"/>
                  </a:lnTo>
                  <a:close/>
                </a:path>
                <a:path w="7590155" h="1552575">
                  <a:moveTo>
                    <a:pt x="28574" y="420155"/>
                  </a:moveTo>
                  <a:lnTo>
                    <a:pt x="0" y="420155"/>
                  </a:lnTo>
                  <a:lnTo>
                    <a:pt x="0" y="391580"/>
                  </a:lnTo>
                  <a:lnTo>
                    <a:pt x="28574" y="391580"/>
                  </a:lnTo>
                  <a:lnTo>
                    <a:pt x="28574" y="420155"/>
                  </a:lnTo>
                  <a:close/>
                </a:path>
                <a:path w="7590155" h="1552575">
                  <a:moveTo>
                    <a:pt x="28574" y="363005"/>
                  </a:moveTo>
                  <a:lnTo>
                    <a:pt x="0" y="363005"/>
                  </a:lnTo>
                  <a:lnTo>
                    <a:pt x="0" y="334430"/>
                  </a:lnTo>
                  <a:lnTo>
                    <a:pt x="28574" y="334430"/>
                  </a:lnTo>
                  <a:lnTo>
                    <a:pt x="28574" y="363005"/>
                  </a:lnTo>
                  <a:close/>
                </a:path>
                <a:path w="7590155" h="1552575">
                  <a:moveTo>
                    <a:pt x="28574" y="305855"/>
                  </a:moveTo>
                  <a:lnTo>
                    <a:pt x="0" y="305855"/>
                  </a:lnTo>
                  <a:lnTo>
                    <a:pt x="0" y="277280"/>
                  </a:lnTo>
                  <a:lnTo>
                    <a:pt x="28574" y="277280"/>
                  </a:lnTo>
                  <a:lnTo>
                    <a:pt x="28574" y="305855"/>
                  </a:lnTo>
                  <a:close/>
                </a:path>
                <a:path w="7590155" h="1552575">
                  <a:moveTo>
                    <a:pt x="28574" y="248705"/>
                  </a:moveTo>
                  <a:lnTo>
                    <a:pt x="0" y="248705"/>
                  </a:lnTo>
                  <a:lnTo>
                    <a:pt x="0" y="220130"/>
                  </a:lnTo>
                  <a:lnTo>
                    <a:pt x="28574" y="220130"/>
                  </a:lnTo>
                  <a:lnTo>
                    <a:pt x="28574" y="248705"/>
                  </a:lnTo>
                  <a:close/>
                </a:path>
                <a:path w="7590155" h="1552575">
                  <a:moveTo>
                    <a:pt x="28574" y="191555"/>
                  </a:moveTo>
                  <a:lnTo>
                    <a:pt x="0" y="191555"/>
                  </a:lnTo>
                  <a:lnTo>
                    <a:pt x="0" y="162980"/>
                  </a:lnTo>
                  <a:lnTo>
                    <a:pt x="28574" y="162980"/>
                  </a:lnTo>
                  <a:lnTo>
                    <a:pt x="28574" y="191555"/>
                  </a:lnTo>
                  <a:close/>
                </a:path>
                <a:path w="7590155" h="1552575">
                  <a:moveTo>
                    <a:pt x="30540" y="139098"/>
                  </a:moveTo>
                  <a:lnTo>
                    <a:pt x="2734" y="134270"/>
                  </a:lnTo>
                  <a:lnTo>
                    <a:pt x="3025" y="131331"/>
                  </a:lnTo>
                  <a:lnTo>
                    <a:pt x="3139" y="130176"/>
                  </a:lnTo>
                  <a:lnTo>
                    <a:pt x="10259" y="106747"/>
                  </a:lnTo>
                  <a:lnTo>
                    <a:pt x="36607" y="116332"/>
                  </a:lnTo>
                  <a:lnTo>
                    <a:pt x="33911" y="123742"/>
                  </a:lnTo>
                  <a:lnTo>
                    <a:pt x="31889" y="131331"/>
                  </a:lnTo>
                  <a:lnTo>
                    <a:pt x="30540" y="139098"/>
                  </a:lnTo>
                  <a:close/>
                </a:path>
                <a:path w="7590155" h="1552575">
                  <a:moveTo>
                    <a:pt x="77191" y="58948"/>
                  </a:moveTo>
                  <a:lnTo>
                    <a:pt x="59535" y="37491"/>
                  </a:lnTo>
                  <a:lnTo>
                    <a:pt x="72083" y="27203"/>
                  </a:lnTo>
                  <a:lnTo>
                    <a:pt x="83086" y="21328"/>
                  </a:lnTo>
                  <a:lnTo>
                    <a:pt x="96699" y="45609"/>
                  </a:lnTo>
                  <a:lnTo>
                    <a:pt x="89800" y="49477"/>
                  </a:lnTo>
                  <a:lnTo>
                    <a:pt x="83298" y="53923"/>
                  </a:lnTo>
                  <a:lnTo>
                    <a:pt x="77191" y="58948"/>
                  </a:lnTo>
                  <a:close/>
                </a:path>
                <a:path w="7590155" h="1552575">
                  <a:moveTo>
                    <a:pt x="46564" y="95024"/>
                  </a:moveTo>
                  <a:lnTo>
                    <a:pt x="22427" y="81028"/>
                  </a:lnTo>
                  <a:lnTo>
                    <a:pt x="27203" y="72083"/>
                  </a:lnTo>
                  <a:lnTo>
                    <a:pt x="38983" y="57715"/>
                  </a:lnTo>
                  <a:lnTo>
                    <a:pt x="60196" y="75697"/>
                  </a:lnTo>
                  <a:lnTo>
                    <a:pt x="55079" y="81734"/>
                  </a:lnTo>
                  <a:lnTo>
                    <a:pt x="50535" y="88177"/>
                  </a:lnTo>
                  <a:lnTo>
                    <a:pt x="46564" y="95024"/>
                  </a:lnTo>
                  <a:close/>
                </a:path>
                <a:path w="7590155" h="1552575">
                  <a:moveTo>
                    <a:pt x="118146" y="35961"/>
                  </a:moveTo>
                  <a:lnTo>
                    <a:pt x="108979" y="9581"/>
                  </a:lnTo>
                  <a:lnTo>
                    <a:pt x="130176" y="3139"/>
                  </a:lnTo>
                  <a:lnTo>
                    <a:pt x="136610" y="2503"/>
                  </a:lnTo>
                  <a:lnTo>
                    <a:pt x="141009" y="30222"/>
                  </a:lnTo>
                  <a:lnTo>
                    <a:pt x="133220" y="31459"/>
                  </a:lnTo>
                  <a:lnTo>
                    <a:pt x="125599" y="33372"/>
                  </a:lnTo>
                  <a:lnTo>
                    <a:pt x="118146" y="35961"/>
                  </a:lnTo>
                  <a:close/>
                </a:path>
                <a:path w="7590155" h="1552575">
                  <a:moveTo>
                    <a:pt x="190486" y="28574"/>
                  </a:moveTo>
                  <a:lnTo>
                    <a:pt x="161911" y="28574"/>
                  </a:lnTo>
                  <a:lnTo>
                    <a:pt x="161911" y="0"/>
                  </a:lnTo>
                  <a:lnTo>
                    <a:pt x="190486" y="0"/>
                  </a:lnTo>
                  <a:lnTo>
                    <a:pt x="190486" y="28574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9341" y="4754332"/>
              <a:ext cx="66675" cy="6667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9341" y="5068657"/>
              <a:ext cx="66675" cy="6667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9341" y="5382982"/>
              <a:ext cx="66675" cy="66674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533692" y="5891198"/>
            <a:ext cx="7590155" cy="1552575"/>
            <a:chOff x="533692" y="5891198"/>
            <a:chExt cx="7590155" cy="1552575"/>
          </a:xfrm>
        </p:grpSpPr>
        <p:sp>
          <p:nvSpPr>
            <p:cNvPr id="21" name="object 21" descr=""/>
            <p:cNvSpPr/>
            <p:nvPr/>
          </p:nvSpPr>
          <p:spPr>
            <a:xfrm>
              <a:off x="533692" y="5891198"/>
              <a:ext cx="7590155" cy="1552575"/>
            </a:xfrm>
            <a:custGeom>
              <a:avLst/>
              <a:gdLst/>
              <a:ahLst/>
              <a:cxnLst/>
              <a:rect l="l" t="t" r="r" b="b"/>
              <a:pathLst>
                <a:path w="7590155" h="1552575">
                  <a:moveTo>
                    <a:pt x="247636" y="28574"/>
                  </a:moveTo>
                  <a:lnTo>
                    <a:pt x="219061" y="28574"/>
                  </a:lnTo>
                  <a:lnTo>
                    <a:pt x="219061" y="0"/>
                  </a:lnTo>
                  <a:lnTo>
                    <a:pt x="247636" y="0"/>
                  </a:lnTo>
                  <a:lnTo>
                    <a:pt x="247636" y="28574"/>
                  </a:lnTo>
                  <a:close/>
                </a:path>
                <a:path w="7590155" h="1552575">
                  <a:moveTo>
                    <a:pt x="304786" y="28574"/>
                  </a:moveTo>
                  <a:lnTo>
                    <a:pt x="276211" y="28574"/>
                  </a:lnTo>
                  <a:lnTo>
                    <a:pt x="276211" y="0"/>
                  </a:lnTo>
                  <a:lnTo>
                    <a:pt x="304786" y="0"/>
                  </a:lnTo>
                  <a:lnTo>
                    <a:pt x="304786" y="28574"/>
                  </a:lnTo>
                  <a:close/>
                </a:path>
                <a:path w="7590155" h="1552575">
                  <a:moveTo>
                    <a:pt x="361936" y="28574"/>
                  </a:moveTo>
                  <a:lnTo>
                    <a:pt x="333361" y="28574"/>
                  </a:lnTo>
                  <a:lnTo>
                    <a:pt x="333361" y="0"/>
                  </a:lnTo>
                  <a:lnTo>
                    <a:pt x="361936" y="0"/>
                  </a:lnTo>
                  <a:lnTo>
                    <a:pt x="361936" y="28574"/>
                  </a:lnTo>
                  <a:close/>
                </a:path>
                <a:path w="7590155" h="1552575">
                  <a:moveTo>
                    <a:pt x="419086" y="28574"/>
                  </a:moveTo>
                  <a:lnTo>
                    <a:pt x="390511" y="28574"/>
                  </a:lnTo>
                  <a:lnTo>
                    <a:pt x="390511" y="0"/>
                  </a:lnTo>
                  <a:lnTo>
                    <a:pt x="419086" y="0"/>
                  </a:lnTo>
                  <a:lnTo>
                    <a:pt x="419086" y="28574"/>
                  </a:lnTo>
                  <a:close/>
                </a:path>
                <a:path w="7590155" h="1552575">
                  <a:moveTo>
                    <a:pt x="476236" y="28574"/>
                  </a:moveTo>
                  <a:lnTo>
                    <a:pt x="447661" y="28574"/>
                  </a:lnTo>
                  <a:lnTo>
                    <a:pt x="447661" y="0"/>
                  </a:lnTo>
                  <a:lnTo>
                    <a:pt x="476236" y="0"/>
                  </a:lnTo>
                  <a:lnTo>
                    <a:pt x="476236" y="28574"/>
                  </a:lnTo>
                  <a:close/>
                </a:path>
                <a:path w="7590155" h="1552575">
                  <a:moveTo>
                    <a:pt x="533386" y="28574"/>
                  </a:moveTo>
                  <a:lnTo>
                    <a:pt x="504811" y="28574"/>
                  </a:lnTo>
                  <a:lnTo>
                    <a:pt x="504811" y="0"/>
                  </a:lnTo>
                  <a:lnTo>
                    <a:pt x="533386" y="0"/>
                  </a:lnTo>
                  <a:lnTo>
                    <a:pt x="533386" y="28574"/>
                  </a:lnTo>
                  <a:close/>
                </a:path>
                <a:path w="7590155" h="1552575">
                  <a:moveTo>
                    <a:pt x="590536" y="28574"/>
                  </a:moveTo>
                  <a:lnTo>
                    <a:pt x="561961" y="28574"/>
                  </a:lnTo>
                  <a:lnTo>
                    <a:pt x="561961" y="0"/>
                  </a:lnTo>
                  <a:lnTo>
                    <a:pt x="590536" y="0"/>
                  </a:lnTo>
                  <a:lnTo>
                    <a:pt x="590536" y="28574"/>
                  </a:lnTo>
                  <a:close/>
                </a:path>
                <a:path w="7590155" h="1552575">
                  <a:moveTo>
                    <a:pt x="647686" y="28574"/>
                  </a:moveTo>
                  <a:lnTo>
                    <a:pt x="619111" y="28574"/>
                  </a:lnTo>
                  <a:lnTo>
                    <a:pt x="619111" y="0"/>
                  </a:lnTo>
                  <a:lnTo>
                    <a:pt x="647686" y="0"/>
                  </a:lnTo>
                  <a:lnTo>
                    <a:pt x="647686" y="28574"/>
                  </a:lnTo>
                  <a:close/>
                </a:path>
                <a:path w="7590155" h="1552575">
                  <a:moveTo>
                    <a:pt x="704836" y="28574"/>
                  </a:moveTo>
                  <a:lnTo>
                    <a:pt x="676261" y="28574"/>
                  </a:lnTo>
                  <a:lnTo>
                    <a:pt x="676261" y="0"/>
                  </a:lnTo>
                  <a:lnTo>
                    <a:pt x="704836" y="0"/>
                  </a:lnTo>
                  <a:lnTo>
                    <a:pt x="704836" y="28574"/>
                  </a:lnTo>
                  <a:close/>
                </a:path>
                <a:path w="7590155" h="1552575">
                  <a:moveTo>
                    <a:pt x="761986" y="28574"/>
                  </a:moveTo>
                  <a:lnTo>
                    <a:pt x="733411" y="28574"/>
                  </a:lnTo>
                  <a:lnTo>
                    <a:pt x="733411" y="0"/>
                  </a:lnTo>
                  <a:lnTo>
                    <a:pt x="761986" y="0"/>
                  </a:lnTo>
                  <a:lnTo>
                    <a:pt x="761986" y="28574"/>
                  </a:lnTo>
                  <a:close/>
                </a:path>
                <a:path w="7590155" h="1552575">
                  <a:moveTo>
                    <a:pt x="819136" y="28574"/>
                  </a:moveTo>
                  <a:lnTo>
                    <a:pt x="790561" y="28574"/>
                  </a:lnTo>
                  <a:lnTo>
                    <a:pt x="790561" y="0"/>
                  </a:lnTo>
                  <a:lnTo>
                    <a:pt x="819136" y="0"/>
                  </a:lnTo>
                  <a:lnTo>
                    <a:pt x="819136" y="28574"/>
                  </a:lnTo>
                  <a:close/>
                </a:path>
                <a:path w="7590155" h="1552575">
                  <a:moveTo>
                    <a:pt x="876286" y="28574"/>
                  </a:moveTo>
                  <a:lnTo>
                    <a:pt x="847711" y="28574"/>
                  </a:lnTo>
                  <a:lnTo>
                    <a:pt x="847711" y="0"/>
                  </a:lnTo>
                  <a:lnTo>
                    <a:pt x="876286" y="0"/>
                  </a:lnTo>
                  <a:lnTo>
                    <a:pt x="876286" y="28574"/>
                  </a:lnTo>
                  <a:close/>
                </a:path>
                <a:path w="7590155" h="1552575">
                  <a:moveTo>
                    <a:pt x="933436" y="28574"/>
                  </a:moveTo>
                  <a:lnTo>
                    <a:pt x="904861" y="28574"/>
                  </a:lnTo>
                  <a:lnTo>
                    <a:pt x="904861" y="0"/>
                  </a:lnTo>
                  <a:lnTo>
                    <a:pt x="933436" y="0"/>
                  </a:lnTo>
                  <a:lnTo>
                    <a:pt x="933436" y="28574"/>
                  </a:lnTo>
                  <a:close/>
                </a:path>
                <a:path w="7590155" h="1552575">
                  <a:moveTo>
                    <a:pt x="990586" y="28574"/>
                  </a:moveTo>
                  <a:lnTo>
                    <a:pt x="962011" y="28574"/>
                  </a:lnTo>
                  <a:lnTo>
                    <a:pt x="962011" y="0"/>
                  </a:lnTo>
                  <a:lnTo>
                    <a:pt x="990586" y="0"/>
                  </a:lnTo>
                  <a:lnTo>
                    <a:pt x="990586" y="28574"/>
                  </a:lnTo>
                  <a:close/>
                </a:path>
                <a:path w="7590155" h="1552575">
                  <a:moveTo>
                    <a:pt x="1047736" y="28574"/>
                  </a:moveTo>
                  <a:lnTo>
                    <a:pt x="1019161" y="28574"/>
                  </a:lnTo>
                  <a:lnTo>
                    <a:pt x="1019161" y="0"/>
                  </a:lnTo>
                  <a:lnTo>
                    <a:pt x="1047736" y="0"/>
                  </a:lnTo>
                  <a:lnTo>
                    <a:pt x="1047736" y="28574"/>
                  </a:lnTo>
                  <a:close/>
                </a:path>
                <a:path w="7590155" h="1552575">
                  <a:moveTo>
                    <a:pt x="1104886" y="28574"/>
                  </a:moveTo>
                  <a:lnTo>
                    <a:pt x="1076311" y="28574"/>
                  </a:lnTo>
                  <a:lnTo>
                    <a:pt x="1076311" y="0"/>
                  </a:lnTo>
                  <a:lnTo>
                    <a:pt x="1104886" y="0"/>
                  </a:lnTo>
                  <a:lnTo>
                    <a:pt x="1104886" y="28574"/>
                  </a:lnTo>
                  <a:close/>
                </a:path>
                <a:path w="7590155" h="1552575">
                  <a:moveTo>
                    <a:pt x="1162036" y="28574"/>
                  </a:moveTo>
                  <a:lnTo>
                    <a:pt x="1133461" y="28574"/>
                  </a:lnTo>
                  <a:lnTo>
                    <a:pt x="1133461" y="0"/>
                  </a:lnTo>
                  <a:lnTo>
                    <a:pt x="1162036" y="0"/>
                  </a:lnTo>
                  <a:lnTo>
                    <a:pt x="1162036" y="28574"/>
                  </a:lnTo>
                  <a:close/>
                </a:path>
                <a:path w="7590155" h="1552575">
                  <a:moveTo>
                    <a:pt x="1219186" y="28574"/>
                  </a:moveTo>
                  <a:lnTo>
                    <a:pt x="1190611" y="28574"/>
                  </a:lnTo>
                  <a:lnTo>
                    <a:pt x="1190611" y="0"/>
                  </a:lnTo>
                  <a:lnTo>
                    <a:pt x="1219186" y="0"/>
                  </a:lnTo>
                  <a:lnTo>
                    <a:pt x="1219186" y="28574"/>
                  </a:lnTo>
                  <a:close/>
                </a:path>
                <a:path w="7590155" h="1552575">
                  <a:moveTo>
                    <a:pt x="1276336" y="28574"/>
                  </a:moveTo>
                  <a:lnTo>
                    <a:pt x="1247761" y="28574"/>
                  </a:lnTo>
                  <a:lnTo>
                    <a:pt x="1247761" y="0"/>
                  </a:lnTo>
                  <a:lnTo>
                    <a:pt x="1276336" y="0"/>
                  </a:lnTo>
                  <a:lnTo>
                    <a:pt x="1276336" y="28574"/>
                  </a:lnTo>
                  <a:close/>
                </a:path>
                <a:path w="7590155" h="1552575">
                  <a:moveTo>
                    <a:pt x="1333486" y="28574"/>
                  </a:moveTo>
                  <a:lnTo>
                    <a:pt x="1304911" y="28574"/>
                  </a:lnTo>
                  <a:lnTo>
                    <a:pt x="1304911" y="0"/>
                  </a:lnTo>
                  <a:lnTo>
                    <a:pt x="1333486" y="0"/>
                  </a:lnTo>
                  <a:lnTo>
                    <a:pt x="1333486" y="28574"/>
                  </a:lnTo>
                  <a:close/>
                </a:path>
                <a:path w="7590155" h="1552575">
                  <a:moveTo>
                    <a:pt x="1390636" y="28574"/>
                  </a:moveTo>
                  <a:lnTo>
                    <a:pt x="1362061" y="28574"/>
                  </a:lnTo>
                  <a:lnTo>
                    <a:pt x="1362061" y="0"/>
                  </a:lnTo>
                  <a:lnTo>
                    <a:pt x="1390636" y="0"/>
                  </a:lnTo>
                  <a:lnTo>
                    <a:pt x="1390636" y="28574"/>
                  </a:lnTo>
                  <a:close/>
                </a:path>
                <a:path w="7590155" h="1552575">
                  <a:moveTo>
                    <a:pt x="1447786" y="28574"/>
                  </a:moveTo>
                  <a:lnTo>
                    <a:pt x="1419211" y="28574"/>
                  </a:lnTo>
                  <a:lnTo>
                    <a:pt x="1419211" y="0"/>
                  </a:lnTo>
                  <a:lnTo>
                    <a:pt x="1447786" y="0"/>
                  </a:lnTo>
                  <a:lnTo>
                    <a:pt x="1447786" y="28574"/>
                  </a:lnTo>
                  <a:close/>
                </a:path>
                <a:path w="7590155" h="1552575">
                  <a:moveTo>
                    <a:pt x="1504936" y="28574"/>
                  </a:moveTo>
                  <a:lnTo>
                    <a:pt x="1476361" y="28574"/>
                  </a:lnTo>
                  <a:lnTo>
                    <a:pt x="1476361" y="0"/>
                  </a:lnTo>
                  <a:lnTo>
                    <a:pt x="1504936" y="0"/>
                  </a:lnTo>
                  <a:lnTo>
                    <a:pt x="1504936" y="28574"/>
                  </a:lnTo>
                  <a:close/>
                </a:path>
                <a:path w="7590155" h="1552575">
                  <a:moveTo>
                    <a:pt x="1562086" y="28574"/>
                  </a:moveTo>
                  <a:lnTo>
                    <a:pt x="1533511" y="28574"/>
                  </a:lnTo>
                  <a:lnTo>
                    <a:pt x="1533511" y="0"/>
                  </a:lnTo>
                  <a:lnTo>
                    <a:pt x="1562086" y="0"/>
                  </a:lnTo>
                  <a:lnTo>
                    <a:pt x="1562086" y="28574"/>
                  </a:lnTo>
                  <a:close/>
                </a:path>
                <a:path w="7590155" h="1552575">
                  <a:moveTo>
                    <a:pt x="1619236" y="28574"/>
                  </a:moveTo>
                  <a:lnTo>
                    <a:pt x="1590661" y="28574"/>
                  </a:lnTo>
                  <a:lnTo>
                    <a:pt x="1590661" y="0"/>
                  </a:lnTo>
                  <a:lnTo>
                    <a:pt x="1619236" y="0"/>
                  </a:lnTo>
                  <a:lnTo>
                    <a:pt x="1619236" y="28574"/>
                  </a:lnTo>
                  <a:close/>
                </a:path>
                <a:path w="7590155" h="1552575">
                  <a:moveTo>
                    <a:pt x="1676386" y="28574"/>
                  </a:moveTo>
                  <a:lnTo>
                    <a:pt x="1647811" y="28574"/>
                  </a:lnTo>
                  <a:lnTo>
                    <a:pt x="1647811" y="0"/>
                  </a:lnTo>
                  <a:lnTo>
                    <a:pt x="1676386" y="0"/>
                  </a:lnTo>
                  <a:lnTo>
                    <a:pt x="1676386" y="28574"/>
                  </a:lnTo>
                  <a:close/>
                </a:path>
                <a:path w="7590155" h="1552575">
                  <a:moveTo>
                    <a:pt x="1733536" y="28574"/>
                  </a:moveTo>
                  <a:lnTo>
                    <a:pt x="1704961" y="28574"/>
                  </a:lnTo>
                  <a:lnTo>
                    <a:pt x="1704961" y="0"/>
                  </a:lnTo>
                  <a:lnTo>
                    <a:pt x="1733536" y="0"/>
                  </a:lnTo>
                  <a:lnTo>
                    <a:pt x="1733536" y="28574"/>
                  </a:lnTo>
                  <a:close/>
                </a:path>
                <a:path w="7590155" h="1552575">
                  <a:moveTo>
                    <a:pt x="1790686" y="28574"/>
                  </a:moveTo>
                  <a:lnTo>
                    <a:pt x="1762111" y="28574"/>
                  </a:lnTo>
                  <a:lnTo>
                    <a:pt x="1762111" y="0"/>
                  </a:lnTo>
                  <a:lnTo>
                    <a:pt x="1790686" y="0"/>
                  </a:lnTo>
                  <a:lnTo>
                    <a:pt x="1790686" y="28574"/>
                  </a:lnTo>
                  <a:close/>
                </a:path>
                <a:path w="7590155" h="1552575">
                  <a:moveTo>
                    <a:pt x="1847836" y="28574"/>
                  </a:moveTo>
                  <a:lnTo>
                    <a:pt x="1819261" y="28574"/>
                  </a:lnTo>
                  <a:lnTo>
                    <a:pt x="1819261" y="0"/>
                  </a:lnTo>
                  <a:lnTo>
                    <a:pt x="1847836" y="0"/>
                  </a:lnTo>
                  <a:lnTo>
                    <a:pt x="1847836" y="28574"/>
                  </a:lnTo>
                  <a:close/>
                </a:path>
                <a:path w="7590155" h="1552575">
                  <a:moveTo>
                    <a:pt x="1904986" y="28574"/>
                  </a:moveTo>
                  <a:lnTo>
                    <a:pt x="1876411" y="28574"/>
                  </a:lnTo>
                  <a:lnTo>
                    <a:pt x="1876411" y="0"/>
                  </a:lnTo>
                  <a:lnTo>
                    <a:pt x="1904986" y="0"/>
                  </a:lnTo>
                  <a:lnTo>
                    <a:pt x="1904986" y="28574"/>
                  </a:lnTo>
                  <a:close/>
                </a:path>
                <a:path w="7590155" h="1552575">
                  <a:moveTo>
                    <a:pt x="1962136" y="28574"/>
                  </a:moveTo>
                  <a:lnTo>
                    <a:pt x="1933561" y="28574"/>
                  </a:lnTo>
                  <a:lnTo>
                    <a:pt x="1933561" y="0"/>
                  </a:lnTo>
                  <a:lnTo>
                    <a:pt x="1962136" y="0"/>
                  </a:lnTo>
                  <a:lnTo>
                    <a:pt x="1962136" y="28574"/>
                  </a:lnTo>
                  <a:close/>
                </a:path>
                <a:path w="7590155" h="1552575">
                  <a:moveTo>
                    <a:pt x="2019286" y="28574"/>
                  </a:moveTo>
                  <a:lnTo>
                    <a:pt x="1990711" y="28574"/>
                  </a:lnTo>
                  <a:lnTo>
                    <a:pt x="1990711" y="0"/>
                  </a:lnTo>
                  <a:lnTo>
                    <a:pt x="2019286" y="0"/>
                  </a:lnTo>
                  <a:lnTo>
                    <a:pt x="2019286" y="28574"/>
                  </a:lnTo>
                  <a:close/>
                </a:path>
                <a:path w="7590155" h="1552575">
                  <a:moveTo>
                    <a:pt x="2076436" y="28574"/>
                  </a:moveTo>
                  <a:lnTo>
                    <a:pt x="2047861" y="28574"/>
                  </a:lnTo>
                  <a:lnTo>
                    <a:pt x="2047861" y="0"/>
                  </a:lnTo>
                  <a:lnTo>
                    <a:pt x="2076436" y="0"/>
                  </a:lnTo>
                  <a:lnTo>
                    <a:pt x="2076436" y="28574"/>
                  </a:lnTo>
                  <a:close/>
                </a:path>
                <a:path w="7590155" h="1552575">
                  <a:moveTo>
                    <a:pt x="2133586" y="28574"/>
                  </a:moveTo>
                  <a:lnTo>
                    <a:pt x="2105011" y="28574"/>
                  </a:lnTo>
                  <a:lnTo>
                    <a:pt x="2105011" y="0"/>
                  </a:lnTo>
                  <a:lnTo>
                    <a:pt x="2133586" y="0"/>
                  </a:lnTo>
                  <a:lnTo>
                    <a:pt x="2133586" y="28574"/>
                  </a:lnTo>
                  <a:close/>
                </a:path>
                <a:path w="7590155" h="1552575">
                  <a:moveTo>
                    <a:pt x="2190736" y="28574"/>
                  </a:moveTo>
                  <a:lnTo>
                    <a:pt x="2162161" y="28574"/>
                  </a:lnTo>
                  <a:lnTo>
                    <a:pt x="2162161" y="0"/>
                  </a:lnTo>
                  <a:lnTo>
                    <a:pt x="2190736" y="0"/>
                  </a:lnTo>
                  <a:lnTo>
                    <a:pt x="2190736" y="28574"/>
                  </a:lnTo>
                  <a:close/>
                </a:path>
                <a:path w="7590155" h="1552575">
                  <a:moveTo>
                    <a:pt x="2247886" y="28574"/>
                  </a:moveTo>
                  <a:lnTo>
                    <a:pt x="2219311" y="28574"/>
                  </a:lnTo>
                  <a:lnTo>
                    <a:pt x="2219311" y="0"/>
                  </a:lnTo>
                  <a:lnTo>
                    <a:pt x="2247886" y="0"/>
                  </a:lnTo>
                  <a:lnTo>
                    <a:pt x="2247886" y="28574"/>
                  </a:lnTo>
                  <a:close/>
                </a:path>
                <a:path w="7590155" h="1552575">
                  <a:moveTo>
                    <a:pt x="2305036" y="28574"/>
                  </a:moveTo>
                  <a:lnTo>
                    <a:pt x="2276461" y="28574"/>
                  </a:lnTo>
                  <a:lnTo>
                    <a:pt x="2276461" y="0"/>
                  </a:lnTo>
                  <a:lnTo>
                    <a:pt x="2305036" y="0"/>
                  </a:lnTo>
                  <a:lnTo>
                    <a:pt x="2305036" y="28574"/>
                  </a:lnTo>
                  <a:close/>
                </a:path>
                <a:path w="7590155" h="1552575">
                  <a:moveTo>
                    <a:pt x="2362186" y="28574"/>
                  </a:moveTo>
                  <a:lnTo>
                    <a:pt x="2333611" y="28574"/>
                  </a:lnTo>
                  <a:lnTo>
                    <a:pt x="2333611" y="0"/>
                  </a:lnTo>
                  <a:lnTo>
                    <a:pt x="2362186" y="0"/>
                  </a:lnTo>
                  <a:lnTo>
                    <a:pt x="2362186" y="28574"/>
                  </a:lnTo>
                  <a:close/>
                </a:path>
                <a:path w="7590155" h="1552575">
                  <a:moveTo>
                    <a:pt x="2419336" y="28574"/>
                  </a:moveTo>
                  <a:lnTo>
                    <a:pt x="2390761" y="28574"/>
                  </a:lnTo>
                  <a:lnTo>
                    <a:pt x="2390761" y="0"/>
                  </a:lnTo>
                  <a:lnTo>
                    <a:pt x="2419336" y="0"/>
                  </a:lnTo>
                  <a:lnTo>
                    <a:pt x="2419336" y="28574"/>
                  </a:lnTo>
                  <a:close/>
                </a:path>
                <a:path w="7590155" h="1552575">
                  <a:moveTo>
                    <a:pt x="2476486" y="28574"/>
                  </a:moveTo>
                  <a:lnTo>
                    <a:pt x="2447911" y="28574"/>
                  </a:lnTo>
                  <a:lnTo>
                    <a:pt x="2447911" y="0"/>
                  </a:lnTo>
                  <a:lnTo>
                    <a:pt x="2476486" y="0"/>
                  </a:lnTo>
                  <a:lnTo>
                    <a:pt x="2476486" y="28574"/>
                  </a:lnTo>
                  <a:close/>
                </a:path>
                <a:path w="7590155" h="1552575">
                  <a:moveTo>
                    <a:pt x="2533636" y="28574"/>
                  </a:moveTo>
                  <a:lnTo>
                    <a:pt x="2505061" y="28574"/>
                  </a:lnTo>
                  <a:lnTo>
                    <a:pt x="2505061" y="0"/>
                  </a:lnTo>
                  <a:lnTo>
                    <a:pt x="2533636" y="0"/>
                  </a:lnTo>
                  <a:lnTo>
                    <a:pt x="2533636" y="28574"/>
                  </a:lnTo>
                  <a:close/>
                </a:path>
                <a:path w="7590155" h="1552575">
                  <a:moveTo>
                    <a:pt x="2590786" y="28574"/>
                  </a:moveTo>
                  <a:lnTo>
                    <a:pt x="2562211" y="28574"/>
                  </a:lnTo>
                  <a:lnTo>
                    <a:pt x="2562211" y="0"/>
                  </a:lnTo>
                  <a:lnTo>
                    <a:pt x="2590786" y="0"/>
                  </a:lnTo>
                  <a:lnTo>
                    <a:pt x="2590786" y="28574"/>
                  </a:lnTo>
                  <a:close/>
                </a:path>
                <a:path w="7590155" h="1552575">
                  <a:moveTo>
                    <a:pt x="2647936" y="28574"/>
                  </a:moveTo>
                  <a:lnTo>
                    <a:pt x="2619361" y="28574"/>
                  </a:lnTo>
                  <a:lnTo>
                    <a:pt x="2619361" y="0"/>
                  </a:lnTo>
                  <a:lnTo>
                    <a:pt x="2647936" y="0"/>
                  </a:lnTo>
                  <a:lnTo>
                    <a:pt x="2647936" y="28574"/>
                  </a:lnTo>
                  <a:close/>
                </a:path>
                <a:path w="7590155" h="1552575">
                  <a:moveTo>
                    <a:pt x="2705086" y="28574"/>
                  </a:moveTo>
                  <a:lnTo>
                    <a:pt x="2676511" y="28574"/>
                  </a:lnTo>
                  <a:lnTo>
                    <a:pt x="2676511" y="0"/>
                  </a:lnTo>
                  <a:lnTo>
                    <a:pt x="2705086" y="0"/>
                  </a:lnTo>
                  <a:lnTo>
                    <a:pt x="2705086" y="28574"/>
                  </a:lnTo>
                  <a:close/>
                </a:path>
                <a:path w="7590155" h="1552575">
                  <a:moveTo>
                    <a:pt x="2762236" y="28574"/>
                  </a:moveTo>
                  <a:lnTo>
                    <a:pt x="2733661" y="28574"/>
                  </a:lnTo>
                  <a:lnTo>
                    <a:pt x="2733661" y="0"/>
                  </a:lnTo>
                  <a:lnTo>
                    <a:pt x="2762236" y="0"/>
                  </a:lnTo>
                  <a:lnTo>
                    <a:pt x="2762236" y="28574"/>
                  </a:lnTo>
                  <a:close/>
                </a:path>
                <a:path w="7590155" h="1552575">
                  <a:moveTo>
                    <a:pt x="2819386" y="28574"/>
                  </a:moveTo>
                  <a:lnTo>
                    <a:pt x="2790811" y="28574"/>
                  </a:lnTo>
                  <a:lnTo>
                    <a:pt x="2790811" y="0"/>
                  </a:lnTo>
                  <a:lnTo>
                    <a:pt x="2819386" y="0"/>
                  </a:lnTo>
                  <a:lnTo>
                    <a:pt x="2819386" y="28574"/>
                  </a:lnTo>
                  <a:close/>
                </a:path>
                <a:path w="7590155" h="1552575">
                  <a:moveTo>
                    <a:pt x="2876536" y="28574"/>
                  </a:moveTo>
                  <a:lnTo>
                    <a:pt x="2847961" y="28574"/>
                  </a:lnTo>
                  <a:lnTo>
                    <a:pt x="2847961" y="0"/>
                  </a:lnTo>
                  <a:lnTo>
                    <a:pt x="2876536" y="0"/>
                  </a:lnTo>
                  <a:lnTo>
                    <a:pt x="2876536" y="28574"/>
                  </a:lnTo>
                  <a:close/>
                </a:path>
                <a:path w="7590155" h="1552575">
                  <a:moveTo>
                    <a:pt x="2933686" y="28574"/>
                  </a:moveTo>
                  <a:lnTo>
                    <a:pt x="2905111" y="28574"/>
                  </a:lnTo>
                  <a:lnTo>
                    <a:pt x="2905111" y="0"/>
                  </a:lnTo>
                  <a:lnTo>
                    <a:pt x="2933686" y="0"/>
                  </a:lnTo>
                  <a:lnTo>
                    <a:pt x="2933686" y="28574"/>
                  </a:lnTo>
                  <a:close/>
                </a:path>
                <a:path w="7590155" h="1552575">
                  <a:moveTo>
                    <a:pt x="2990836" y="28574"/>
                  </a:moveTo>
                  <a:lnTo>
                    <a:pt x="2962261" y="28574"/>
                  </a:lnTo>
                  <a:lnTo>
                    <a:pt x="2962261" y="0"/>
                  </a:lnTo>
                  <a:lnTo>
                    <a:pt x="2990836" y="0"/>
                  </a:lnTo>
                  <a:lnTo>
                    <a:pt x="2990836" y="28574"/>
                  </a:lnTo>
                  <a:close/>
                </a:path>
                <a:path w="7590155" h="1552575">
                  <a:moveTo>
                    <a:pt x="3047986" y="28574"/>
                  </a:moveTo>
                  <a:lnTo>
                    <a:pt x="3019411" y="28574"/>
                  </a:lnTo>
                  <a:lnTo>
                    <a:pt x="3019411" y="0"/>
                  </a:lnTo>
                  <a:lnTo>
                    <a:pt x="3047986" y="0"/>
                  </a:lnTo>
                  <a:lnTo>
                    <a:pt x="3047986" y="28574"/>
                  </a:lnTo>
                  <a:close/>
                </a:path>
                <a:path w="7590155" h="1552575">
                  <a:moveTo>
                    <a:pt x="3105136" y="28574"/>
                  </a:moveTo>
                  <a:lnTo>
                    <a:pt x="3076561" y="28574"/>
                  </a:lnTo>
                  <a:lnTo>
                    <a:pt x="3076561" y="0"/>
                  </a:lnTo>
                  <a:lnTo>
                    <a:pt x="3105136" y="0"/>
                  </a:lnTo>
                  <a:lnTo>
                    <a:pt x="3105136" y="28574"/>
                  </a:lnTo>
                  <a:close/>
                </a:path>
                <a:path w="7590155" h="1552575">
                  <a:moveTo>
                    <a:pt x="3162286" y="28574"/>
                  </a:moveTo>
                  <a:lnTo>
                    <a:pt x="3133711" y="28574"/>
                  </a:lnTo>
                  <a:lnTo>
                    <a:pt x="3133711" y="0"/>
                  </a:lnTo>
                  <a:lnTo>
                    <a:pt x="3162286" y="0"/>
                  </a:lnTo>
                  <a:lnTo>
                    <a:pt x="3162286" y="28574"/>
                  </a:lnTo>
                  <a:close/>
                </a:path>
                <a:path w="7590155" h="1552575">
                  <a:moveTo>
                    <a:pt x="3219436" y="28574"/>
                  </a:moveTo>
                  <a:lnTo>
                    <a:pt x="3190861" y="28574"/>
                  </a:lnTo>
                  <a:lnTo>
                    <a:pt x="3190861" y="0"/>
                  </a:lnTo>
                  <a:lnTo>
                    <a:pt x="3219436" y="0"/>
                  </a:lnTo>
                  <a:lnTo>
                    <a:pt x="3219436" y="28574"/>
                  </a:lnTo>
                  <a:close/>
                </a:path>
                <a:path w="7590155" h="1552575">
                  <a:moveTo>
                    <a:pt x="3276586" y="28574"/>
                  </a:moveTo>
                  <a:lnTo>
                    <a:pt x="3248011" y="28574"/>
                  </a:lnTo>
                  <a:lnTo>
                    <a:pt x="3248011" y="0"/>
                  </a:lnTo>
                  <a:lnTo>
                    <a:pt x="3276586" y="0"/>
                  </a:lnTo>
                  <a:lnTo>
                    <a:pt x="3276586" y="28574"/>
                  </a:lnTo>
                  <a:close/>
                </a:path>
                <a:path w="7590155" h="1552575">
                  <a:moveTo>
                    <a:pt x="3333736" y="28574"/>
                  </a:moveTo>
                  <a:lnTo>
                    <a:pt x="3305161" y="28574"/>
                  </a:lnTo>
                  <a:lnTo>
                    <a:pt x="3305161" y="0"/>
                  </a:lnTo>
                  <a:lnTo>
                    <a:pt x="3333736" y="0"/>
                  </a:lnTo>
                  <a:lnTo>
                    <a:pt x="3333736" y="28574"/>
                  </a:lnTo>
                  <a:close/>
                </a:path>
                <a:path w="7590155" h="1552575">
                  <a:moveTo>
                    <a:pt x="3390886" y="28574"/>
                  </a:moveTo>
                  <a:lnTo>
                    <a:pt x="3362311" y="28574"/>
                  </a:lnTo>
                  <a:lnTo>
                    <a:pt x="3362311" y="0"/>
                  </a:lnTo>
                  <a:lnTo>
                    <a:pt x="3390886" y="0"/>
                  </a:lnTo>
                  <a:lnTo>
                    <a:pt x="3390886" y="28574"/>
                  </a:lnTo>
                  <a:close/>
                </a:path>
                <a:path w="7590155" h="1552575">
                  <a:moveTo>
                    <a:pt x="3448036" y="28574"/>
                  </a:moveTo>
                  <a:lnTo>
                    <a:pt x="3419461" y="28574"/>
                  </a:lnTo>
                  <a:lnTo>
                    <a:pt x="3419461" y="0"/>
                  </a:lnTo>
                  <a:lnTo>
                    <a:pt x="3448036" y="0"/>
                  </a:lnTo>
                  <a:lnTo>
                    <a:pt x="3448036" y="28574"/>
                  </a:lnTo>
                  <a:close/>
                </a:path>
                <a:path w="7590155" h="1552575">
                  <a:moveTo>
                    <a:pt x="3505186" y="28574"/>
                  </a:moveTo>
                  <a:lnTo>
                    <a:pt x="3476611" y="28574"/>
                  </a:lnTo>
                  <a:lnTo>
                    <a:pt x="3476611" y="0"/>
                  </a:lnTo>
                  <a:lnTo>
                    <a:pt x="3505186" y="0"/>
                  </a:lnTo>
                  <a:lnTo>
                    <a:pt x="3505186" y="28574"/>
                  </a:lnTo>
                  <a:close/>
                </a:path>
                <a:path w="7590155" h="1552575">
                  <a:moveTo>
                    <a:pt x="3562336" y="28574"/>
                  </a:moveTo>
                  <a:lnTo>
                    <a:pt x="3533761" y="28574"/>
                  </a:lnTo>
                  <a:lnTo>
                    <a:pt x="3533761" y="0"/>
                  </a:lnTo>
                  <a:lnTo>
                    <a:pt x="3562336" y="0"/>
                  </a:lnTo>
                  <a:lnTo>
                    <a:pt x="3562336" y="28574"/>
                  </a:lnTo>
                  <a:close/>
                </a:path>
                <a:path w="7590155" h="1552575">
                  <a:moveTo>
                    <a:pt x="3619486" y="28574"/>
                  </a:moveTo>
                  <a:lnTo>
                    <a:pt x="3590911" y="28574"/>
                  </a:lnTo>
                  <a:lnTo>
                    <a:pt x="3590911" y="0"/>
                  </a:lnTo>
                  <a:lnTo>
                    <a:pt x="3619486" y="0"/>
                  </a:lnTo>
                  <a:lnTo>
                    <a:pt x="3619486" y="28574"/>
                  </a:lnTo>
                  <a:close/>
                </a:path>
                <a:path w="7590155" h="1552575">
                  <a:moveTo>
                    <a:pt x="3676636" y="28574"/>
                  </a:moveTo>
                  <a:lnTo>
                    <a:pt x="3648061" y="28574"/>
                  </a:lnTo>
                  <a:lnTo>
                    <a:pt x="3648061" y="0"/>
                  </a:lnTo>
                  <a:lnTo>
                    <a:pt x="3676636" y="0"/>
                  </a:lnTo>
                  <a:lnTo>
                    <a:pt x="3676636" y="28574"/>
                  </a:lnTo>
                  <a:close/>
                </a:path>
                <a:path w="7590155" h="1552575">
                  <a:moveTo>
                    <a:pt x="3733786" y="28574"/>
                  </a:moveTo>
                  <a:lnTo>
                    <a:pt x="3705211" y="28574"/>
                  </a:lnTo>
                  <a:lnTo>
                    <a:pt x="3705211" y="0"/>
                  </a:lnTo>
                  <a:lnTo>
                    <a:pt x="3733786" y="0"/>
                  </a:lnTo>
                  <a:lnTo>
                    <a:pt x="3733786" y="28574"/>
                  </a:lnTo>
                  <a:close/>
                </a:path>
                <a:path w="7590155" h="1552575">
                  <a:moveTo>
                    <a:pt x="3790936" y="28574"/>
                  </a:moveTo>
                  <a:lnTo>
                    <a:pt x="3762361" y="28574"/>
                  </a:lnTo>
                  <a:lnTo>
                    <a:pt x="3762361" y="0"/>
                  </a:lnTo>
                  <a:lnTo>
                    <a:pt x="3790936" y="0"/>
                  </a:lnTo>
                  <a:lnTo>
                    <a:pt x="3790936" y="28574"/>
                  </a:lnTo>
                  <a:close/>
                </a:path>
                <a:path w="7590155" h="1552575">
                  <a:moveTo>
                    <a:pt x="3848086" y="28574"/>
                  </a:moveTo>
                  <a:lnTo>
                    <a:pt x="3819511" y="28574"/>
                  </a:lnTo>
                  <a:lnTo>
                    <a:pt x="3819511" y="0"/>
                  </a:lnTo>
                  <a:lnTo>
                    <a:pt x="3848086" y="0"/>
                  </a:lnTo>
                  <a:lnTo>
                    <a:pt x="3848086" y="28574"/>
                  </a:lnTo>
                  <a:close/>
                </a:path>
                <a:path w="7590155" h="1552575">
                  <a:moveTo>
                    <a:pt x="3905236" y="28574"/>
                  </a:moveTo>
                  <a:lnTo>
                    <a:pt x="3876661" y="28574"/>
                  </a:lnTo>
                  <a:lnTo>
                    <a:pt x="3876661" y="0"/>
                  </a:lnTo>
                  <a:lnTo>
                    <a:pt x="3905236" y="0"/>
                  </a:lnTo>
                  <a:lnTo>
                    <a:pt x="3905236" y="28574"/>
                  </a:lnTo>
                  <a:close/>
                </a:path>
                <a:path w="7590155" h="1552575">
                  <a:moveTo>
                    <a:pt x="3962386" y="28574"/>
                  </a:moveTo>
                  <a:lnTo>
                    <a:pt x="3933811" y="28574"/>
                  </a:lnTo>
                  <a:lnTo>
                    <a:pt x="3933811" y="0"/>
                  </a:lnTo>
                  <a:lnTo>
                    <a:pt x="3962386" y="0"/>
                  </a:lnTo>
                  <a:lnTo>
                    <a:pt x="3962386" y="28574"/>
                  </a:lnTo>
                  <a:close/>
                </a:path>
                <a:path w="7590155" h="1552575">
                  <a:moveTo>
                    <a:pt x="4019536" y="28574"/>
                  </a:moveTo>
                  <a:lnTo>
                    <a:pt x="3990961" y="28574"/>
                  </a:lnTo>
                  <a:lnTo>
                    <a:pt x="3990961" y="0"/>
                  </a:lnTo>
                  <a:lnTo>
                    <a:pt x="4019536" y="0"/>
                  </a:lnTo>
                  <a:lnTo>
                    <a:pt x="4019536" y="28574"/>
                  </a:lnTo>
                  <a:close/>
                </a:path>
                <a:path w="7590155" h="1552575">
                  <a:moveTo>
                    <a:pt x="4076686" y="28574"/>
                  </a:moveTo>
                  <a:lnTo>
                    <a:pt x="4048111" y="28574"/>
                  </a:lnTo>
                  <a:lnTo>
                    <a:pt x="4048111" y="0"/>
                  </a:lnTo>
                  <a:lnTo>
                    <a:pt x="4076686" y="0"/>
                  </a:lnTo>
                  <a:lnTo>
                    <a:pt x="4076686" y="28574"/>
                  </a:lnTo>
                  <a:close/>
                </a:path>
                <a:path w="7590155" h="1552575">
                  <a:moveTo>
                    <a:pt x="4133836" y="28574"/>
                  </a:moveTo>
                  <a:lnTo>
                    <a:pt x="4105261" y="28574"/>
                  </a:lnTo>
                  <a:lnTo>
                    <a:pt x="4105261" y="0"/>
                  </a:lnTo>
                  <a:lnTo>
                    <a:pt x="4133836" y="0"/>
                  </a:lnTo>
                  <a:lnTo>
                    <a:pt x="4133836" y="28574"/>
                  </a:lnTo>
                  <a:close/>
                </a:path>
                <a:path w="7590155" h="1552575">
                  <a:moveTo>
                    <a:pt x="4190986" y="28574"/>
                  </a:moveTo>
                  <a:lnTo>
                    <a:pt x="4162411" y="28574"/>
                  </a:lnTo>
                  <a:lnTo>
                    <a:pt x="4162411" y="0"/>
                  </a:lnTo>
                  <a:lnTo>
                    <a:pt x="4190986" y="0"/>
                  </a:lnTo>
                  <a:lnTo>
                    <a:pt x="4190986" y="28574"/>
                  </a:lnTo>
                  <a:close/>
                </a:path>
                <a:path w="7590155" h="1552575">
                  <a:moveTo>
                    <a:pt x="4248136" y="28574"/>
                  </a:moveTo>
                  <a:lnTo>
                    <a:pt x="4219561" y="28574"/>
                  </a:lnTo>
                  <a:lnTo>
                    <a:pt x="4219561" y="0"/>
                  </a:lnTo>
                  <a:lnTo>
                    <a:pt x="4248136" y="0"/>
                  </a:lnTo>
                  <a:lnTo>
                    <a:pt x="4248136" y="28574"/>
                  </a:lnTo>
                  <a:close/>
                </a:path>
                <a:path w="7590155" h="1552575">
                  <a:moveTo>
                    <a:pt x="4305286" y="28574"/>
                  </a:moveTo>
                  <a:lnTo>
                    <a:pt x="4276711" y="28574"/>
                  </a:lnTo>
                  <a:lnTo>
                    <a:pt x="4276711" y="0"/>
                  </a:lnTo>
                  <a:lnTo>
                    <a:pt x="4305286" y="0"/>
                  </a:lnTo>
                  <a:lnTo>
                    <a:pt x="4305286" y="28574"/>
                  </a:lnTo>
                  <a:close/>
                </a:path>
                <a:path w="7590155" h="1552575">
                  <a:moveTo>
                    <a:pt x="4362436" y="28574"/>
                  </a:moveTo>
                  <a:lnTo>
                    <a:pt x="4333861" y="28574"/>
                  </a:lnTo>
                  <a:lnTo>
                    <a:pt x="4333861" y="0"/>
                  </a:lnTo>
                  <a:lnTo>
                    <a:pt x="4362436" y="0"/>
                  </a:lnTo>
                  <a:lnTo>
                    <a:pt x="4362436" y="28574"/>
                  </a:lnTo>
                  <a:close/>
                </a:path>
                <a:path w="7590155" h="1552575">
                  <a:moveTo>
                    <a:pt x="4419586" y="28574"/>
                  </a:moveTo>
                  <a:lnTo>
                    <a:pt x="4391011" y="28574"/>
                  </a:lnTo>
                  <a:lnTo>
                    <a:pt x="4391011" y="0"/>
                  </a:lnTo>
                  <a:lnTo>
                    <a:pt x="4419586" y="0"/>
                  </a:lnTo>
                  <a:lnTo>
                    <a:pt x="4419586" y="28574"/>
                  </a:lnTo>
                  <a:close/>
                </a:path>
                <a:path w="7590155" h="1552575">
                  <a:moveTo>
                    <a:pt x="4476736" y="28574"/>
                  </a:moveTo>
                  <a:lnTo>
                    <a:pt x="4448161" y="28574"/>
                  </a:lnTo>
                  <a:lnTo>
                    <a:pt x="4448161" y="0"/>
                  </a:lnTo>
                  <a:lnTo>
                    <a:pt x="4476736" y="0"/>
                  </a:lnTo>
                  <a:lnTo>
                    <a:pt x="4476736" y="28574"/>
                  </a:lnTo>
                  <a:close/>
                </a:path>
                <a:path w="7590155" h="1552575">
                  <a:moveTo>
                    <a:pt x="4533886" y="28574"/>
                  </a:moveTo>
                  <a:lnTo>
                    <a:pt x="4505311" y="28574"/>
                  </a:lnTo>
                  <a:lnTo>
                    <a:pt x="4505311" y="0"/>
                  </a:lnTo>
                  <a:lnTo>
                    <a:pt x="4533886" y="0"/>
                  </a:lnTo>
                  <a:lnTo>
                    <a:pt x="4533886" y="28574"/>
                  </a:lnTo>
                  <a:close/>
                </a:path>
                <a:path w="7590155" h="1552575">
                  <a:moveTo>
                    <a:pt x="4591036" y="28574"/>
                  </a:moveTo>
                  <a:lnTo>
                    <a:pt x="4562461" y="28574"/>
                  </a:lnTo>
                  <a:lnTo>
                    <a:pt x="4562461" y="0"/>
                  </a:lnTo>
                  <a:lnTo>
                    <a:pt x="4591036" y="0"/>
                  </a:lnTo>
                  <a:lnTo>
                    <a:pt x="4591036" y="28574"/>
                  </a:lnTo>
                  <a:close/>
                </a:path>
                <a:path w="7590155" h="1552575">
                  <a:moveTo>
                    <a:pt x="4648186" y="28574"/>
                  </a:moveTo>
                  <a:lnTo>
                    <a:pt x="4619611" y="28574"/>
                  </a:lnTo>
                  <a:lnTo>
                    <a:pt x="4619611" y="0"/>
                  </a:lnTo>
                  <a:lnTo>
                    <a:pt x="4648186" y="0"/>
                  </a:lnTo>
                  <a:lnTo>
                    <a:pt x="4648186" y="28574"/>
                  </a:lnTo>
                  <a:close/>
                </a:path>
                <a:path w="7590155" h="1552575">
                  <a:moveTo>
                    <a:pt x="4705336" y="28574"/>
                  </a:moveTo>
                  <a:lnTo>
                    <a:pt x="4676761" y="28574"/>
                  </a:lnTo>
                  <a:lnTo>
                    <a:pt x="4676761" y="0"/>
                  </a:lnTo>
                  <a:lnTo>
                    <a:pt x="4705336" y="0"/>
                  </a:lnTo>
                  <a:lnTo>
                    <a:pt x="4705336" y="28574"/>
                  </a:lnTo>
                  <a:close/>
                </a:path>
                <a:path w="7590155" h="1552575">
                  <a:moveTo>
                    <a:pt x="4762486" y="28574"/>
                  </a:moveTo>
                  <a:lnTo>
                    <a:pt x="4733911" y="28574"/>
                  </a:lnTo>
                  <a:lnTo>
                    <a:pt x="4733911" y="0"/>
                  </a:lnTo>
                  <a:lnTo>
                    <a:pt x="4762486" y="0"/>
                  </a:lnTo>
                  <a:lnTo>
                    <a:pt x="4762486" y="28574"/>
                  </a:lnTo>
                  <a:close/>
                </a:path>
                <a:path w="7590155" h="1552575">
                  <a:moveTo>
                    <a:pt x="4819636" y="28574"/>
                  </a:moveTo>
                  <a:lnTo>
                    <a:pt x="4791061" y="28574"/>
                  </a:lnTo>
                  <a:lnTo>
                    <a:pt x="4791061" y="0"/>
                  </a:lnTo>
                  <a:lnTo>
                    <a:pt x="4819636" y="0"/>
                  </a:lnTo>
                  <a:lnTo>
                    <a:pt x="4819636" y="28574"/>
                  </a:lnTo>
                  <a:close/>
                </a:path>
                <a:path w="7590155" h="1552575">
                  <a:moveTo>
                    <a:pt x="4876786" y="28574"/>
                  </a:moveTo>
                  <a:lnTo>
                    <a:pt x="4848211" y="28574"/>
                  </a:lnTo>
                  <a:lnTo>
                    <a:pt x="4848211" y="0"/>
                  </a:lnTo>
                  <a:lnTo>
                    <a:pt x="4876786" y="0"/>
                  </a:lnTo>
                  <a:lnTo>
                    <a:pt x="4876786" y="28574"/>
                  </a:lnTo>
                  <a:close/>
                </a:path>
                <a:path w="7590155" h="1552575">
                  <a:moveTo>
                    <a:pt x="4933936" y="28574"/>
                  </a:moveTo>
                  <a:lnTo>
                    <a:pt x="4905361" y="28574"/>
                  </a:lnTo>
                  <a:lnTo>
                    <a:pt x="4905361" y="0"/>
                  </a:lnTo>
                  <a:lnTo>
                    <a:pt x="4933936" y="0"/>
                  </a:lnTo>
                  <a:lnTo>
                    <a:pt x="4933936" y="28574"/>
                  </a:lnTo>
                  <a:close/>
                </a:path>
                <a:path w="7590155" h="1552575">
                  <a:moveTo>
                    <a:pt x="4991086" y="28574"/>
                  </a:moveTo>
                  <a:lnTo>
                    <a:pt x="4962511" y="28574"/>
                  </a:lnTo>
                  <a:lnTo>
                    <a:pt x="4962511" y="0"/>
                  </a:lnTo>
                  <a:lnTo>
                    <a:pt x="4991086" y="0"/>
                  </a:lnTo>
                  <a:lnTo>
                    <a:pt x="4991086" y="28574"/>
                  </a:lnTo>
                  <a:close/>
                </a:path>
                <a:path w="7590155" h="1552575">
                  <a:moveTo>
                    <a:pt x="5048236" y="28574"/>
                  </a:moveTo>
                  <a:lnTo>
                    <a:pt x="5019661" y="28574"/>
                  </a:lnTo>
                  <a:lnTo>
                    <a:pt x="5019661" y="0"/>
                  </a:lnTo>
                  <a:lnTo>
                    <a:pt x="5048236" y="0"/>
                  </a:lnTo>
                  <a:lnTo>
                    <a:pt x="5048236" y="28574"/>
                  </a:lnTo>
                  <a:close/>
                </a:path>
                <a:path w="7590155" h="1552575">
                  <a:moveTo>
                    <a:pt x="5105386" y="28574"/>
                  </a:moveTo>
                  <a:lnTo>
                    <a:pt x="5076811" y="28574"/>
                  </a:lnTo>
                  <a:lnTo>
                    <a:pt x="5076811" y="0"/>
                  </a:lnTo>
                  <a:lnTo>
                    <a:pt x="5105386" y="0"/>
                  </a:lnTo>
                  <a:lnTo>
                    <a:pt x="5105386" y="28574"/>
                  </a:lnTo>
                  <a:close/>
                </a:path>
                <a:path w="7590155" h="1552575">
                  <a:moveTo>
                    <a:pt x="5162536" y="28574"/>
                  </a:moveTo>
                  <a:lnTo>
                    <a:pt x="5133961" y="28574"/>
                  </a:lnTo>
                  <a:lnTo>
                    <a:pt x="5133961" y="0"/>
                  </a:lnTo>
                  <a:lnTo>
                    <a:pt x="5162536" y="0"/>
                  </a:lnTo>
                  <a:lnTo>
                    <a:pt x="5162536" y="28574"/>
                  </a:lnTo>
                  <a:close/>
                </a:path>
                <a:path w="7590155" h="1552575">
                  <a:moveTo>
                    <a:pt x="5219686" y="28574"/>
                  </a:moveTo>
                  <a:lnTo>
                    <a:pt x="5191111" y="28574"/>
                  </a:lnTo>
                  <a:lnTo>
                    <a:pt x="5191111" y="0"/>
                  </a:lnTo>
                  <a:lnTo>
                    <a:pt x="5219686" y="0"/>
                  </a:lnTo>
                  <a:lnTo>
                    <a:pt x="5219686" y="28574"/>
                  </a:lnTo>
                  <a:close/>
                </a:path>
                <a:path w="7590155" h="1552575">
                  <a:moveTo>
                    <a:pt x="5276836" y="28574"/>
                  </a:moveTo>
                  <a:lnTo>
                    <a:pt x="5248261" y="28574"/>
                  </a:lnTo>
                  <a:lnTo>
                    <a:pt x="5248261" y="0"/>
                  </a:lnTo>
                  <a:lnTo>
                    <a:pt x="5276836" y="0"/>
                  </a:lnTo>
                  <a:lnTo>
                    <a:pt x="5276836" y="28574"/>
                  </a:lnTo>
                  <a:close/>
                </a:path>
                <a:path w="7590155" h="1552575">
                  <a:moveTo>
                    <a:pt x="5333986" y="28574"/>
                  </a:moveTo>
                  <a:lnTo>
                    <a:pt x="5305411" y="28574"/>
                  </a:lnTo>
                  <a:lnTo>
                    <a:pt x="5305411" y="0"/>
                  </a:lnTo>
                  <a:lnTo>
                    <a:pt x="5333986" y="0"/>
                  </a:lnTo>
                  <a:lnTo>
                    <a:pt x="5333986" y="28574"/>
                  </a:lnTo>
                  <a:close/>
                </a:path>
                <a:path w="7590155" h="1552575">
                  <a:moveTo>
                    <a:pt x="5391136" y="28574"/>
                  </a:moveTo>
                  <a:lnTo>
                    <a:pt x="5362561" y="28574"/>
                  </a:lnTo>
                  <a:lnTo>
                    <a:pt x="5362561" y="0"/>
                  </a:lnTo>
                  <a:lnTo>
                    <a:pt x="5391136" y="0"/>
                  </a:lnTo>
                  <a:lnTo>
                    <a:pt x="5391136" y="28574"/>
                  </a:lnTo>
                  <a:close/>
                </a:path>
                <a:path w="7590155" h="1552575">
                  <a:moveTo>
                    <a:pt x="5448286" y="28574"/>
                  </a:moveTo>
                  <a:lnTo>
                    <a:pt x="5419711" y="28574"/>
                  </a:lnTo>
                  <a:lnTo>
                    <a:pt x="5419711" y="0"/>
                  </a:lnTo>
                  <a:lnTo>
                    <a:pt x="5448286" y="0"/>
                  </a:lnTo>
                  <a:lnTo>
                    <a:pt x="5448286" y="28574"/>
                  </a:lnTo>
                  <a:close/>
                </a:path>
                <a:path w="7590155" h="1552575">
                  <a:moveTo>
                    <a:pt x="5505436" y="28574"/>
                  </a:moveTo>
                  <a:lnTo>
                    <a:pt x="5476861" y="28574"/>
                  </a:lnTo>
                  <a:lnTo>
                    <a:pt x="5476861" y="0"/>
                  </a:lnTo>
                  <a:lnTo>
                    <a:pt x="5505436" y="0"/>
                  </a:lnTo>
                  <a:lnTo>
                    <a:pt x="5505436" y="28574"/>
                  </a:lnTo>
                  <a:close/>
                </a:path>
                <a:path w="7590155" h="1552575">
                  <a:moveTo>
                    <a:pt x="5562586" y="28574"/>
                  </a:moveTo>
                  <a:lnTo>
                    <a:pt x="5534011" y="28574"/>
                  </a:lnTo>
                  <a:lnTo>
                    <a:pt x="5534011" y="0"/>
                  </a:lnTo>
                  <a:lnTo>
                    <a:pt x="5562586" y="0"/>
                  </a:lnTo>
                  <a:lnTo>
                    <a:pt x="5562586" y="28574"/>
                  </a:lnTo>
                  <a:close/>
                </a:path>
                <a:path w="7590155" h="1552575">
                  <a:moveTo>
                    <a:pt x="5619736" y="28574"/>
                  </a:moveTo>
                  <a:lnTo>
                    <a:pt x="5591161" y="28574"/>
                  </a:lnTo>
                  <a:lnTo>
                    <a:pt x="5591161" y="0"/>
                  </a:lnTo>
                  <a:lnTo>
                    <a:pt x="5619736" y="0"/>
                  </a:lnTo>
                  <a:lnTo>
                    <a:pt x="5619736" y="28574"/>
                  </a:lnTo>
                  <a:close/>
                </a:path>
                <a:path w="7590155" h="1552575">
                  <a:moveTo>
                    <a:pt x="5676886" y="28574"/>
                  </a:moveTo>
                  <a:lnTo>
                    <a:pt x="5648311" y="28574"/>
                  </a:lnTo>
                  <a:lnTo>
                    <a:pt x="5648311" y="0"/>
                  </a:lnTo>
                  <a:lnTo>
                    <a:pt x="5676886" y="0"/>
                  </a:lnTo>
                  <a:lnTo>
                    <a:pt x="5676886" y="28574"/>
                  </a:lnTo>
                  <a:close/>
                </a:path>
                <a:path w="7590155" h="1552575">
                  <a:moveTo>
                    <a:pt x="5734036" y="28574"/>
                  </a:moveTo>
                  <a:lnTo>
                    <a:pt x="5705461" y="28574"/>
                  </a:lnTo>
                  <a:lnTo>
                    <a:pt x="5705461" y="0"/>
                  </a:lnTo>
                  <a:lnTo>
                    <a:pt x="5734036" y="0"/>
                  </a:lnTo>
                  <a:lnTo>
                    <a:pt x="5734036" y="28574"/>
                  </a:lnTo>
                  <a:close/>
                </a:path>
                <a:path w="7590155" h="1552575">
                  <a:moveTo>
                    <a:pt x="5791186" y="28574"/>
                  </a:moveTo>
                  <a:lnTo>
                    <a:pt x="5762611" y="28574"/>
                  </a:lnTo>
                  <a:lnTo>
                    <a:pt x="5762611" y="0"/>
                  </a:lnTo>
                  <a:lnTo>
                    <a:pt x="5791186" y="0"/>
                  </a:lnTo>
                  <a:lnTo>
                    <a:pt x="5791186" y="28574"/>
                  </a:lnTo>
                  <a:close/>
                </a:path>
                <a:path w="7590155" h="1552575">
                  <a:moveTo>
                    <a:pt x="5848336" y="28574"/>
                  </a:moveTo>
                  <a:lnTo>
                    <a:pt x="5819761" y="28574"/>
                  </a:lnTo>
                  <a:lnTo>
                    <a:pt x="5819761" y="0"/>
                  </a:lnTo>
                  <a:lnTo>
                    <a:pt x="5848336" y="0"/>
                  </a:lnTo>
                  <a:lnTo>
                    <a:pt x="5848336" y="28574"/>
                  </a:lnTo>
                  <a:close/>
                </a:path>
                <a:path w="7590155" h="1552575">
                  <a:moveTo>
                    <a:pt x="5905486" y="28574"/>
                  </a:moveTo>
                  <a:lnTo>
                    <a:pt x="5876911" y="28574"/>
                  </a:lnTo>
                  <a:lnTo>
                    <a:pt x="5876911" y="0"/>
                  </a:lnTo>
                  <a:lnTo>
                    <a:pt x="5905486" y="0"/>
                  </a:lnTo>
                  <a:lnTo>
                    <a:pt x="5905486" y="28574"/>
                  </a:lnTo>
                  <a:close/>
                </a:path>
                <a:path w="7590155" h="1552575">
                  <a:moveTo>
                    <a:pt x="5962636" y="28574"/>
                  </a:moveTo>
                  <a:lnTo>
                    <a:pt x="5934061" y="28574"/>
                  </a:lnTo>
                  <a:lnTo>
                    <a:pt x="5934061" y="0"/>
                  </a:lnTo>
                  <a:lnTo>
                    <a:pt x="5962636" y="0"/>
                  </a:lnTo>
                  <a:lnTo>
                    <a:pt x="5962636" y="28574"/>
                  </a:lnTo>
                  <a:close/>
                </a:path>
                <a:path w="7590155" h="1552575">
                  <a:moveTo>
                    <a:pt x="6019786" y="28574"/>
                  </a:moveTo>
                  <a:lnTo>
                    <a:pt x="5991211" y="28574"/>
                  </a:lnTo>
                  <a:lnTo>
                    <a:pt x="5991211" y="0"/>
                  </a:lnTo>
                  <a:lnTo>
                    <a:pt x="6019786" y="0"/>
                  </a:lnTo>
                  <a:lnTo>
                    <a:pt x="6019786" y="28574"/>
                  </a:lnTo>
                  <a:close/>
                </a:path>
                <a:path w="7590155" h="1552575">
                  <a:moveTo>
                    <a:pt x="6076936" y="28574"/>
                  </a:moveTo>
                  <a:lnTo>
                    <a:pt x="6048361" y="28574"/>
                  </a:lnTo>
                  <a:lnTo>
                    <a:pt x="6048361" y="0"/>
                  </a:lnTo>
                  <a:lnTo>
                    <a:pt x="6076936" y="0"/>
                  </a:lnTo>
                  <a:lnTo>
                    <a:pt x="6076936" y="28574"/>
                  </a:lnTo>
                  <a:close/>
                </a:path>
                <a:path w="7590155" h="1552575">
                  <a:moveTo>
                    <a:pt x="6134086" y="28574"/>
                  </a:moveTo>
                  <a:lnTo>
                    <a:pt x="6105511" y="28574"/>
                  </a:lnTo>
                  <a:lnTo>
                    <a:pt x="6105511" y="0"/>
                  </a:lnTo>
                  <a:lnTo>
                    <a:pt x="6134086" y="0"/>
                  </a:lnTo>
                  <a:lnTo>
                    <a:pt x="6134086" y="28574"/>
                  </a:lnTo>
                  <a:close/>
                </a:path>
                <a:path w="7590155" h="1552575">
                  <a:moveTo>
                    <a:pt x="6191236" y="28574"/>
                  </a:moveTo>
                  <a:lnTo>
                    <a:pt x="6162661" y="28574"/>
                  </a:lnTo>
                  <a:lnTo>
                    <a:pt x="6162661" y="0"/>
                  </a:lnTo>
                  <a:lnTo>
                    <a:pt x="6191236" y="0"/>
                  </a:lnTo>
                  <a:lnTo>
                    <a:pt x="6191236" y="28574"/>
                  </a:lnTo>
                  <a:close/>
                </a:path>
                <a:path w="7590155" h="1552575">
                  <a:moveTo>
                    <a:pt x="6248386" y="28574"/>
                  </a:moveTo>
                  <a:lnTo>
                    <a:pt x="6219811" y="28574"/>
                  </a:lnTo>
                  <a:lnTo>
                    <a:pt x="6219811" y="0"/>
                  </a:lnTo>
                  <a:lnTo>
                    <a:pt x="6248386" y="0"/>
                  </a:lnTo>
                  <a:lnTo>
                    <a:pt x="6248386" y="28574"/>
                  </a:lnTo>
                  <a:close/>
                </a:path>
                <a:path w="7590155" h="1552575">
                  <a:moveTo>
                    <a:pt x="6305536" y="28574"/>
                  </a:moveTo>
                  <a:lnTo>
                    <a:pt x="6276961" y="28574"/>
                  </a:lnTo>
                  <a:lnTo>
                    <a:pt x="6276961" y="0"/>
                  </a:lnTo>
                  <a:lnTo>
                    <a:pt x="6305536" y="0"/>
                  </a:lnTo>
                  <a:lnTo>
                    <a:pt x="6305536" y="28574"/>
                  </a:lnTo>
                  <a:close/>
                </a:path>
                <a:path w="7590155" h="1552575">
                  <a:moveTo>
                    <a:pt x="6362686" y="28574"/>
                  </a:moveTo>
                  <a:lnTo>
                    <a:pt x="6334111" y="28574"/>
                  </a:lnTo>
                  <a:lnTo>
                    <a:pt x="6334111" y="0"/>
                  </a:lnTo>
                  <a:lnTo>
                    <a:pt x="6362686" y="0"/>
                  </a:lnTo>
                  <a:lnTo>
                    <a:pt x="6362686" y="28574"/>
                  </a:lnTo>
                  <a:close/>
                </a:path>
                <a:path w="7590155" h="1552575">
                  <a:moveTo>
                    <a:pt x="6419836" y="28574"/>
                  </a:moveTo>
                  <a:lnTo>
                    <a:pt x="6391261" y="28574"/>
                  </a:lnTo>
                  <a:lnTo>
                    <a:pt x="6391261" y="0"/>
                  </a:lnTo>
                  <a:lnTo>
                    <a:pt x="6419836" y="0"/>
                  </a:lnTo>
                  <a:lnTo>
                    <a:pt x="6419836" y="28574"/>
                  </a:lnTo>
                  <a:close/>
                </a:path>
                <a:path w="7590155" h="1552575">
                  <a:moveTo>
                    <a:pt x="6476986" y="28574"/>
                  </a:moveTo>
                  <a:lnTo>
                    <a:pt x="6448411" y="28574"/>
                  </a:lnTo>
                  <a:lnTo>
                    <a:pt x="6448411" y="0"/>
                  </a:lnTo>
                  <a:lnTo>
                    <a:pt x="6476986" y="0"/>
                  </a:lnTo>
                  <a:lnTo>
                    <a:pt x="6476986" y="28574"/>
                  </a:lnTo>
                  <a:close/>
                </a:path>
                <a:path w="7590155" h="1552575">
                  <a:moveTo>
                    <a:pt x="6534136" y="28574"/>
                  </a:moveTo>
                  <a:lnTo>
                    <a:pt x="6505561" y="28574"/>
                  </a:lnTo>
                  <a:lnTo>
                    <a:pt x="6505561" y="0"/>
                  </a:lnTo>
                  <a:lnTo>
                    <a:pt x="6534136" y="0"/>
                  </a:lnTo>
                  <a:lnTo>
                    <a:pt x="6534136" y="28574"/>
                  </a:lnTo>
                  <a:close/>
                </a:path>
                <a:path w="7590155" h="1552575">
                  <a:moveTo>
                    <a:pt x="6591286" y="28574"/>
                  </a:moveTo>
                  <a:lnTo>
                    <a:pt x="6562711" y="28574"/>
                  </a:lnTo>
                  <a:lnTo>
                    <a:pt x="6562711" y="0"/>
                  </a:lnTo>
                  <a:lnTo>
                    <a:pt x="6591286" y="0"/>
                  </a:lnTo>
                  <a:lnTo>
                    <a:pt x="6591286" y="28574"/>
                  </a:lnTo>
                  <a:close/>
                </a:path>
                <a:path w="7590155" h="1552575">
                  <a:moveTo>
                    <a:pt x="6648436" y="28574"/>
                  </a:moveTo>
                  <a:lnTo>
                    <a:pt x="6619861" y="28574"/>
                  </a:lnTo>
                  <a:lnTo>
                    <a:pt x="6619861" y="0"/>
                  </a:lnTo>
                  <a:lnTo>
                    <a:pt x="6648436" y="0"/>
                  </a:lnTo>
                  <a:lnTo>
                    <a:pt x="6648436" y="28574"/>
                  </a:lnTo>
                  <a:close/>
                </a:path>
                <a:path w="7590155" h="1552575">
                  <a:moveTo>
                    <a:pt x="6705586" y="28574"/>
                  </a:moveTo>
                  <a:lnTo>
                    <a:pt x="6677011" y="28574"/>
                  </a:lnTo>
                  <a:lnTo>
                    <a:pt x="6677011" y="0"/>
                  </a:lnTo>
                  <a:lnTo>
                    <a:pt x="6705586" y="0"/>
                  </a:lnTo>
                  <a:lnTo>
                    <a:pt x="6705586" y="28574"/>
                  </a:lnTo>
                  <a:close/>
                </a:path>
                <a:path w="7590155" h="1552575">
                  <a:moveTo>
                    <a:pt x="6762736" y="28574"/>
                  </a:moveTo>
                  <a:lnTo>
                    <a:pt x="6734161" y="28574"/>
                  </a:lnTo>
                  <a:lnTo>
                    <a:pt x="6734161" y="0"/>
                  </a:lnTo>
                  <a:lnTo>
                    <a:pt x="6762736" y="0"/>
                  </a:lnTo>
                  <a:lnTo>
                    <a:pt x="6762736" y="28574"/>
                  </a:lnTo>
                  <a:close/>
                </a:path>
                <a:path w="7590155" h="1552575">
                  <a:moveTo>
                    <a:pt x="6819886" y="28574"/>
                  </a:moveTo>
                  <a:lnTo>
                    <a:pt x="6791311" y="28574"/>
                  </a:lnTo>
                  <a:lnTo>
                    <a:pt x="6791311" y="0"/>
                  </a:lnTo>
                  <a:lnTo>
                    <a:pt x="6819886" y="0"/>
                  </a:lnTo>
                  <a:lnTo>
                    <a:pt x="6819886" y="28574"/>
                  </a:lnTo>
                  <a:close/>
                </a:path>
                <a:path w="7590155" h="1552575">
                  <a:moveTo>
                    <a:pt x="6877036" y="28574"/>
                  </a:moveTo>
                  <a:lnTo>
                    <a:pt x="6848461" y="28574"/>
                  </a:lnTo>
                  <a:lnTo>
                    <a:pt x="6848461" y="0"/>
                  </a:lnTo>
                  <a:lnTo>
                    <a:pt x="6877036" y="0"/>
                  </a:lnTo>
                  <a:lnTo>
                    <a:pt x="6877036" y="28574"/>
                  </a:lnTo>
                  <a:close/>
                </a:path>
                <a:path w="7590155" h="1552575">
                  <a:moveTo>
                    <a:pt x="6934186" y="28574"/>
                  </a:moveTo>
                  <a:lnTo>
                    <a:pt x="6905611" y="28574"/>
                  </a:lnTo>
                  <a:lnTo>
                    <a:pt x="6905611" y="0"/>
                  </a:lnTo>
                  <a:lnTo>
                    <a:pt x="6934186" y="0"/>
                  </a:lnTo>
                  <a:lnTo>
                    <a:pt x="6934186" y="28574"/>
                  </a:lnTo>
                  <a:close/>
                </a:path>
                <a:path w="7590155" h="1552575">
                  <a:moveTo>
                    <a:pt x="6991336" y="28574"/>
                  </a:moveTo>
                  <a:lnTo>
                    <a:pt x="6962761" y="28574"/>
                  </a:lnTo>
                  <a:lnTo>
                    <a:pt x="6962761" y="0"/>
                  </a:lnTo>
                  <a:lnTo>
                    <a:pt x="6991336" y="0"/>
                  </a:lnTo>
                  <a:lnTo>
                    <a:pt x="6991336" y="28574"/>
                  </a:lnTo>
                  <a:close/>
                </a:path>
                <a:path w="7590155" h="1552575">
                  <a:moveTo>
                    <a:pt x="7048486" y="28574"/>
                  </a:moveTo>
                  <a:lnTo>
                    <a:pt x="7019911" y="28574"/>
                  </a:lnTo>
                  <a:lnTo>
                    <a:pt x="7019911" y="0"/>
                  </a:lnTo>
                  <a:lnTo>
                    <a:pt x="7048486" y="0"/>
                  </a:lnTo>
                  <a:lnTo>
                    <a:pt x="7048486" y="28574"/>
                  </a:lnTo>
                  <a:close/>
                </a:path>
                <a:path w="7590155" h="1552575">
                  <a:moveTo>
                    <a:pt x="7105636" y="28574"/>
                  </a:moveTo>
                  <a:lnTo>
                    <a:pt x="7077061" y="28574"/>
                  </a:lnTo>
                  <a:lnTo>
                    <a:pt x="7077061" y="0"/>
                  </a:lnTo>
                  <a:lnTo>
                    <a:pt x="7105636" y="0"/>
                  </a:lnTo>
                  <a:lnTo>
                    <a:pt x="7105636" y="28574"/>
                  </a:lnTo>
                  <a:close/>
                </a:path>
                <a:path w="7590155" h="1552575">
                  <a:moveTo>
                    <a:pt x="7162786" y="28574"/>
                  </a:moveTo>
                  <a:lnTo>
                    <a:pt x="7134211" y="28574"/>
                  </a:lnTo>
                  <a:lnTo>
                    <a:pt x="7134211" y="0"/>
                  </a:lnTo>
                  <a:lnTo>
                    <a:pt x="7162786" y="0"/>
                  </a:lnTo>
                  <a:lnTo>
                    <a:pt x="7162786" y="28574"/>
                  </a:lnTo>
                  <a:close/>
                </a:path>
                <a:path w="7590155" h="1552575">
                  <a:moveTo>
                    <a:pt x="7219936" y="28574"/>
                  </a:moveTo>
                  <a:lnTo>
                    <a:pt x="7191361" y="28574"/>
                  </a:lnTo>
                  <a:lnTo>
                    <a:pt x="7191361" y="0"/>
                  </a:lnTo>
                  <a:lnTo>
                    <a:pt x="7219936" y="0"/>
                  </a:lnTo>
                  <a:lnTo>
                    <a:pt x="7219936" y="28574"/>
                  </a:lnTo>
                  <a:close/>
                </a:path>
                <a:path w="7590155" h="1552575">
                  <a:moveTo>
                    <a:pt x="7277086" y="28574"/>
                  </a:moveTo>
                  <a:lnTo>
                    <a:pt x="7248511" y="28574"/>
                  </a:lnTo>
                  <a:lnTo>
                    <a:pt x="7248511" y="0"/>
                  </a:lnTo>
                  <a:lnTo>
                    <a:pt x="7277086" y="0"/>
                  </a:lnTo>
                  <a:lnTo>
                    <a:pt x="7277086" y="28574"/>
                  </a:lnTo>
                  <a:close/>
                </a:path>
                <a:path w="7590155" h="1552575">
                  <a:moveTo>
                    <a:pt x="7334235" y="28574"/>
                  </a:moveTo>
                  <a:lnTo>
                    <a:pt x="7305661" y="28574"/>
                  </a:lnTo>
                  <a:lnTo>
                    <a:pt x="7305661" y="0"/>
                  </a:lnTo>
                  <a:lnTo>
                    <a:pt x="7334235" y="0"/>
                  </a:lnTo>
                  <a:lnTo>
                    <a:pt x="7334235" y="28574"/>
                  </a:lnTo>
                  <a:close/>
                </a:path>
                <a:path w="7590155" h="1552575">
                  <a:moveTo>
                    <a:pt x="7391385" y="28574"/>
                  </a:moveTo>
                  <a:lnTo>
                    <a:pt x="7362810" y="28574"/>
                  </a:lnTo>
                  <a:lnTo>
                    <a:pt x="7362810" y="0"/>
                  </a:lnTo>
                  <a:lnTo>
                    <a:pt x="7391385" y="0"/>
                  </a:lnTo>
                  <a:lnTo>
                    <a:pt x="7391385" y="28574"/>
                  </a:lnTo>
                  <a:close/>
                </a:path>
                <a:path w="7590155" h="1552575">
                  <a:moveTo>
                    <a:pt x="7445057" y="29698"/>
                  </a:moveTo>
                  <a:lnTo>
                    <a:pt x="7439323" y="28949"/>
                  </a:lnTo>
                  <a:lnTo>
                    <a:pt x="7433563" y="28574"/>
                  </a:lnTo>
                  <a:lnTo>
                    <a:pt x="7419960" y="28574"/>
                  </a:lnTo>
                  <a:lnTo>
                    <a:pt x="7419960" y="0"/>
                  </a:lnTo>
                  <a:lnTo>
                    <a:pt x="7427776" y="0"/>
                  </a:lnTo>
                  <a:lnTo>
                    <a:pt x="7448668" y="2067"/>
                  </a:lnTo>
                  <a:lnTo>
                    <a:pt x="7445204" y="28574"/>
                  </a:lnTo>
                  <a:lnTo>
                    <a:pt x="7445155" y="28949"/>
                  </a:lnTo>
                  <a:lnTo>
                    <a:pt x="7445057" y="29698"/>
                  </a:lnTo>
                  <a:close/>
                </a:path>
                <a:path w="7590155" h="1552575">
                  <a:moveTo>
                    <a:pt x="7489791" y="43874"/>
                  </a:moveTo>
                  <a:lnTo>
                    <a:pt x="7482825" y="40214"/>
                  </a:lnTo>
                  <a:lnTo>
                    <a:pt x="7475592" y="37195"/>
                  </a:lnTo>
                  <a:lnTo>
                    <a:pt x="7468092" y="34815"/>
                  </a:lnTo>
                  <a:lnTo>
                    <a:pt x="7476503" y="8303"/>
                  </a:lnTo>
                  <a:lnTo>
                    <a:pt x="7489737" y="12324"/>
                  </a:lnTo>
                  <a:lnTo>
                    <a:pt x="7502724" y="19258"/>
                  </a:lnTo>
                  <a:lnTo>
                    <a:pt x="7489791" y="43874"/>
                  </a:lnTo>
                  <a:close/>
                </a:path>
                <a:path w="7590155" h="1552575">
                  <a:moveTo>
                    <a:pt x="7527075" y="72925"/>
                  </a:moveTo>
                  <a:lnTo>
                    <a:pt x="7509632" y="56656"/>
                  </a:lnTo>
                  <a:lnTo>
                    <a:pt x="7526725" y="34681"/>
                  </a:lnTo>
                  <a:lnTo>
                    <a:pt x="7542265" y="47422"/>
                  </a:lnTo>
                  <a:lnTo>
                    <a:pt x="7547883" y="54275"/>
                  </a:lnTo>
                  <a:lnTo>
                    <a:pt x="7527075" y="72925"/>
                  </a:lnTo>
                  <a:close/>
                </a:path>
                <a:path w="7590155" h="1552575">
                  <a:moveTo>
                    <a:pt x="7551792" y="112935"/>
                  </a:moveTo>
                  <a:lnTo>
                    <a:pt x="7548900" y="105610"/>
                  </a:lnTo>
                  <a:lnTo>
                    <a:pt x="7545387" y="98599"/>
                  </a:lnTo>
                  <a:lnTo>
                    <a:pt x="7541254" y="91901"/>
                  </a:lnTo>
                  <a:lnTo>
                    <a:pt x="7565183" y="77137"/>
                  </a:lnTo>
                  <a:lnTo>
                    <a:pt x="7577363" y="99950"/>
                  </a:lnTo>
                  <a:lnTo>
                    <a:pt x="7578147" y="102528"/>
                  </a:lnTo>
                  <a:lnTo>
                    <a:pt x="7551792" y="112935"/>
                  </a:lnTo>
                  <a:close/>
                </a:path>
                <a:path w="7590155" h="1552575">
                  <a:moveTo>
                    <a:pt x="7561083" y="159108"/>
                  </a:moveTo>
                  <a:lnTo>
                    <a:pt x="7560917" y="151165"/>
                  </a:lnTo>
                  <a:lnTo>
                    <a:pt x="7560047" y="143299"/>
                  </a:lnTo>
                  <a:lnTo>
                    <a:pt x="7558474" y="135511"/>
                  </a:lnTo>
                  <a:lnTo>
                    <a:pt x="7586452" y="129860"/>
                  </a:lnTo>
                  <a:lnTo>
                    <a:pt x="7586549" y="130176"/>
                  </a:lnTo>
                  <a:lnTo>
                    <a:pt x="7589352" y="158516"/>
                  </a:lnTo>
                  <a:lnTo>
                    <a:pt x="7561083" y="159108"/>
                  </a:lnTo>
                  <a:close/>
                </a:path>
                <a:path w="7590155" h="1552575">
                  <a:moveTo>
                    <a:pt x="7589688" y="215721"/>
                  </a:moveTo>
                  <a:lnTo>
                    <a:pt x="7561113" y="215721"/>
                  </a:lnTo>
                  <a:lnTo>
                    <a:pt x="7561113" y="187146"/>
                  </a:lnTo>
                  <a:lnTo>
                    <a:pt x="7589688" y="187146"/>
                  </a:lnTo>
                  <a:lnTo>
                    <a:pt x="7589688" y="215721"/>
                  </a:lnTo>
                  <a:close/>
                </a:path>
                <a:path w="7590155" h="1552575">
                  <a:moveTo>
                    <a:pt x="7589688" y="272871"/>
                  </a:moveTo>
                  <a:lnTo>
                    <a:pt x="7561113" y="272871"/>
                  </a:lnTo>
                  <a:lnTo>
                    <a:pt x="7561113" y="244296"/>
                  </a:lnTo>
                  <a:lnTo>
                    <a:pt x="7589688" y="244296"/>
                  </a:lnTo>
                  <a:lnTo>
                    <a:pt x="7589688" y="272871"/>
                  </a:lnTo>
                  <a:close/>
                </a:path>
                <a:path w="7590155" h="1552575">
                  <a:moveTo>
                    <a:pt x="7589688" y="330021"/>
                  </a:moveTo>
                  <a:lnTo>
                    <a:pt x="7561113" y="330021"/>
                  </a:lnTo>
                  <a:lnTo>
                    <a:pt x="7561113" y="301446"/>
                  </a:lnTo>
                  <a:lnTo>
                    <a:pt x="7589688" y="301446"/>
                  </a:lnTo>
                  <a:lnTo>
                    <a:pt x="7589688" y="330021"/>
                  </a:lnTo>
                  <a:close/>
                </a:path>
                <a:path w="7590155" h="1552575">
                  <a:moveTo>
                    <a:pt x="7589688" y="387171"/>
                  </a:moveTo>
                  <a:lnTo>
                    <a:pt x="7561113" y="387171"/>
                  </a:lnTo>
                  <a:lnTo>
                    <a:pt x="7561113" y="358596"/>
                  </a:lnTo>
                  <a:lnTo>
                    <a:pt x="7589688" y="358596"/>
                  </a:lnTo>
                  <a:lnTo>
                    <a:pt x="7589688" y="387171"/>
                  </a:lnTo>
                  <a:close/>
                </a:path>
                <a:path w="7590155" h="1552575">
                  <a:moveTo>
                    <a:pt x="7589688" y="444321"/>
                  </a:moveTo>
                  <a:lnTo>
                    <a:pt x="7561113" y="444321"/>
                  </a:lnTo>
                  <a:lnTo>
                    <a:pt x="7561113" y="415746"/>
                  </a:lnTo>
                  <a:lnTo>
                    <a:pt x="7589688" y="415746"/>
                  </a:lnTo>
                  <a:lnTo>
                    <a:pt x="7589688" y="444321"/>
                  </a:lnTo>
                  <a:close/>
                </a:path>
                <a:path w="7590155" h="1552575">
                  <a:moveTo>
                    <a:pt x="7589688" y="501471"/>
                  </a:moveTo>
                  <a:lnTo>
                    <a:pt x="7561113" y="501471"/>
                  </a:lnTo>
                  <a:lnTo>
                    <a:pt x="7561113" y="472896"/>
                  </a:lnTo>
                  <a:lnTo>
                    <a:pt x="7589688" y="472896"/>
                  </a:lnTo>
                  <a:lnTo>
                    <a:pt x="7589688" y="501471"/>
                  </a:lnTo>
                  <a:close/>
                </a:path>
                <a:path w="7590155" h="1552575">
                  <a:moveTo>
                    <a:pt x="7589688" y="558621"/>
                  </a:moveTo>
                  <a:lnTo>
                    <a:pt x="7561113" y="558621"/>
                  </a:lnTo>
                  <a:lnTo>
                    <a:pt x="7561113" y="530046"/>
                  </a:lnTo>
                  <a:lnTo>
                    <a:pt x="7589688" y="530046"/>
                  </a:lnTo>
                  <a:lnTo>
                    <a:pt x="7589688" y="558621"/>
                  </a:lnTo>
                  <a:close/>
                </a:path>
                <a:path w="7590155" h="1552575">
                  <a:moveTo>
                    <a:pt x="7589688" y="615771"/>
                  </a:moveTo>
                  <a:lnTo>
                    <a:pt x="7561113" y="615771"/>
                  </a:lnTo>
                  <a:lnTo>
                    <a:pt x="7561113" y="587196"/>
                  </a:lnTo>
                  <a:lnTo>
                    <a:pt x="7589688" y="587196"/>
                  </a:lnTo>
                  <a:lnTo>
                    <a:pt x="7589688" y="615771"/>
                  </a:lnTo>
                  <a:close/>
                </a:path>
                <a:path w="7590155" h="1552575">
                  <a:moveTo>
                    <a:pt x="7589688" y="672921"/>
                  </a:moveTo>
                  <a:lnTo>
                    <a:pt x="7561113" y="672921"/>
                  </a:lnTo>
                  <a:lnTo>
                    <a:pt x="7561113" y="644346"/>
                  </a:lnTo>
                  <a:lnTo>
                    <a:pt x="7589688" y="644346"/>
                  </a:lnTo>
                  <a:lnTo>
                    <a:pt x="7589688" y="672921"/>
                  </a:lnTo>
                  <a:close/>
                </a:path>
                <a:path w="7590155" h="1552575">
                  <a:moveTo>
                    <a:pt x="7589688" y="730071"/>
                  </a:moveTo>
                  <a:lnTo>
                    <a:pt x="7561113" y="730071"/>
                  </a:lnTo>
                  <a:lnTo>
                    <a:pt x="7561113" y="701496"/>
                  </a:lnTo>
                  <a:lnTo>
                    <a:pt x="7589688" y="701496"/>
                  </a:lnTo>
                  <a:lnTo>
                    <a:pt x="7589688" y="730071"/>
                  </a:lnTo>
                  <a:close/>
                </a:path>
                <a:path w="7590155" h="1552575">
                  <a:moveTo>
                    <a:pt x="7589688" y="787221"/>
                  </a:moveTo>
                  <a:lnTo>
                    <a:pt x="7561113" y="787221"/>
                  </a:lnTo>
                  <a:lnTo>
                    <a:pt x="7561113" y="758646"/>
                  </a:lnTo>
                  <a:lnTo>
                    <a:pt x="7589688" y="758646"/>
                  </a:lnTo>
                  <a:lnTo>
                    <a:pt x="7589688" y="787221"/>
                  </a:lnTo>
                  <a:close/>
                </a:path>
                <a:path w="7590155" h="1552575">
                  <a:moveTo>
                    <a:pt x="7589688" y="844371"/>
                  </a:moveTo>
                  <a:lnTo>
                    <a:pt x="7561113" y="844371"/>
                  </a:lnTo>
                  <a:lnTo>
                    <a:pt x="7561113" y="815796"/>
                  </a:lnTo>
                  <a:lnTo>
                    <a:pt x="7589688" y="815796"/>
                  </a:lnTo>
                  <a:lnTo>
                    <a:pt x="7589688" y="844371"/>
                  </a:lnTo>
                  <a:close/>
                </a:path>
                <a:path w="7590155" h="1552575">
                  <a:moveTo>
                    <a:pt x="7589688" y="901521"/>
                  </a:moveTo>
                  <a:lnTo>
                    <a:pt x="7561113" y="901521"/>
                  </a:lnTo>
                  <a:lnTo>
                    <a:pt x="7561113" y="872946"/>
                  </a:lnTo>
                  <a:lnTo>
                    <a:pt x="7589688" y="872946"/>
                  </a:lnTo>
                  <a:lnTo>
                    <a:pt x="7589688" y="901521"/>
                  </a:lnTo>
                  <a:close/>
                </a:path>
                <a:path w="7590155" h="1552575">
                  <a:moveTo>
                    <a:pt x="7589688" y="958671"/>
                  </a:moveTo>
                  <a:lnTo>
                    <a:pt x="7561113" y="958671"/>
                  </a:lnTo>
                  <a:lnTo>
                    <a:pt x="7561113" y="930096"/>
                  </a:lnTo>
                  <a:lnTo>
                    <a:pt x="7589688" y="930096"/>
                  </a:lnTo>
                  <a:lnTo>
                    <a:pt x="7589688" y="958671"/>
                  </a:lnTo>
                  <a:close/>
                </a:path>
                <a:path w="7590155" h="1552575">
                  <a:moveTo>
                    <a:pt x="7589688" y="1015821"/>
                  </a:moveTo>
                  <a:lnTo>
                    <a:pt x="7561113" y="1015821"/>
                  </a:lnTo>
                  <a:lnTo>
                    <a:pt x="7561113" y="987246"/>
                  </a:lnTo>
                  <a:lnTo>
                    <a:pt x="7589688" y="987246"/>
                  </a:lnTo>
                  <a:lnTo>
                    <a:pt x="7589688" y="1015821"/>
                  </a:lnTo>
                  <a:close/>
                </a:path>
                <a:path w="7590155" h="1552575">
                  <a:moveTo>
                    <a:pt x="7589688" y="1072971"/>
                  </a:moveTo>
                  <a:lnTo>
                    <a:pt x="7561113" y="1072971"/>
                  </a:lnTo>
                  <a:lnTo>
                    <a:pt x="7561113" y="1044396"/>
                  </a:lnTo>
                  <a:lnTo>
                    <a:pt x="7589688" y="1044396"/>
                  </a:lnTo>
                  <a:lnTo>
                    <a:pt x="7589688" y="1072971"/>
                  </a:lnTo>
                  <a:close/>
                </a:path>
                <a:path w="7590155" h="1552575">
                  <a:moveTo>
                    <a:pt x="7589688" y="1130121"/>
                  </a:moveTo>
                  <a:lnTo>
                    <a:pt x="7561113" y="1130121"/>
                  </a:lnTo>
                  <a:lnTo>
                    <a:pt x="7561113" y="1101546"/>
                  </a:lnTo>
                  <a:lnTo>
                    <a:pt x="7589688" y="1101546"/>
                  </a:lnTo>
                  <a:lnTo>
                    <a:pt x="7589688" y="1130121"/>
                  </a:lnTo>
                  <a:close/>
                </a:path>
                <a:path w="7590155" h="1552575">
                  <a:moveTo>
                    <a:pt x="7589688" y="1187271"/>
                  </a:moveTo>
                  <a:lnTo>
                    <a:pt x="7561113" y="1187271"/>
                  </a:lnTo>
                  <a:lnTo>
                    <a:pt x="7561113" y="1158696"/>
                  </a:lnTo>
                  <a:lnTo>
                    <a:pt x="7589688" y="1158696"/>
                  </a:lnTo>
                  <a:lnTo>
                    <a:pt x="7589688" y="1187271"/>
                  </a:lnTo>
                  <a:close/>
                </a:path>
                <a:path w="7590155" h="1552575">
                  <a:moveTo>
                    <a:pt x="7589688" y="1244421"/>
                  </a:moveTo>
                  <a:lnTo>
                    <a:pt x="7561113" y="1244421"/>
                  </a:lnTo>
                  <a:lnTo>
                    <a:pt x="7561113" y="1215846"/>
                  </a:lnTo>
                  <a:lnTo>
                    <a:pt x="7589688" y="1215846"/>
                  </a:lnTo>
                  <a:lnTo>
                    <a:pt x="7589688" y="1244421"/>
                  </a:lnTo>
                  <a:close/>
                </a:path>
                <a:path w="7590155" h="1552575">
                  <a:moveTo>
                    <a:pt x="7589688" y="1301571"/>
                  </a:moveTo>
                  <a:lnTo>
                    <a:pt x="7561113" y="1301571"/>
                  </a:lnTo>
                  <a:lnTo>
                    <a:pt x="7561113" y="1272996"/>
                  </a:lnTo>
                  <a:lnTo>
                    <a:pt x="7589688" y="1272996"/>
                  </a:lnTo>
                  <a:lnTo>
                    <a:pt x="7589688" y="1301571"/>
                  </a:lnTo>
                  <a:close/>
                </a:path>
                <a:path w="7590155" h="1552575">
                  <a:moveTo>
                    <a:pt x="7589688" y="1358721"/>
                  </a:moveTo>
                  <a:lnTo>
                    <a:pt x="7561113" y="1358721"/>
                  </a:lnTo>
                  <a:lnTo>
                    <a:pt x="7561113" y="1330146"/>
                  </a:lnTo>
                  <a:lnTo>
                    <a:pt x="7589688" y="1330146"/>
                  </a:lnTo>
                  <a:lnTo>
                    <a:pt x="7589688" y="1358721"/>
                  </a:lnTo>
                  <a:close/>
                </a:path>
                <a:path w="7590155" h="1552575">
                  <a:moveTo>
                    <a:pt x="7587122" y="1416004"/>
                  </a:moveTo>
                  <a:lnTo>
                    <a:pt x="7559382" y="1411490"/>
                  </a:lnTo>
                  <a:lnTo>
                    <a:pt x="7560536" y="1404397"/>
                  </a:lnTo>
                  <a:lnTo>
                    <a:pt x="7561113" y="1397256"/>
                  </a:lnTo>
                  <a:lnTo>
                    <a:pt x="7561113" y="1387296"/>
                  </a:lnTo>
                  <a:lnTo>
                    <a:pt x="7589688" y="1387296"/>
                  </a:lnTo>
                  <a:lnTo>
                    <a:pt x="7589688" y="1390067"/>
                  </a:lnTo>
                  <a:lnTo>
                    <a:pt x="7587122" y="1416004"/>
                  </a:lnTo>
                  <a:close/>
                </a:path>
                <a:path w="7590155" h="1552575">
                  <a:moveTo>
                    <a:pt x="7568061" y="1469452"/>
                  </a:moveTo>
                  <a:lnTo>
                    <a:pt x="7543821" y="1455735"/>
                  </a:lnTo>
                  <a:lnTo>
                    <a:pt x="7547697" y="1448886"/>
                  </a:lnTo>
                  <a:lnTo>
                    <a:pt x="7550941" y="1441750"/>
                  </a:lnTo>
                  <a:lnTo>
                    <a:pt x="7553553" y="1434327"/>
                  </a:lnTo>
                  <a:lnTo>
                    <a:pt x="7579923" y="1443606"/>
                  </a:lnTo>
                  <a:lnTo>
                    <a:pt x="7577363" y="1452028"/>
                  </a:lnTo>
                  <a:lnTo>
                    <a:pt x="7568061" y="1469452"/>
                  </a:lnTo>
                  <a:close/>
                </a:path>
                <a:path w="7590155" h="1552575">
                  <a:moveTo>
                    <a:pt x="7531478" y="1513401"/>
                  </a:moveTo>
                  <a:lnTo>
                    <a:pt x="7513585" y="1492124"/>
                  </a:lnTo>
                  <a:lnTo>
                    <a:pt x="7516522" y="1489655"/>
                  </a:lnTo>
                  <a:lnTo>
                    <a:pt x="7519347" y="1487063"/>
                  </a:lnTo>
                  <a:lnTo>
                    <a:pt x="7524983" y="1481427"/>
                  </a:lnTo>
                  <a:lnTo>
                    <a:pt x="7527764" y="1478375"/>
                  </a:lnTo>
                  <a:lnTo>
                    <a:pt x="7530401" y="1475195"/>
                  </a:lnTo>
                  <a:lnTo>
                    <a:pt x="7551791" y="1492938"/>
                  </a:lnTo>
                  <a:lnTo>
                    <a:pt x="7542265" y="1504557"/>
                  </a:lnTo>
                  <a:lnTo>
                    <a:pt x="7531478" y="1513401"/>
                  </a:lnTo>
                  <a:close/>
                </a:path>
                <a:path w="7590155" h="1552575">
                  <a:moveTo>
                    <a:pt x="7482333" y="1541904"/>
                  </a:moveTo>
                  <a:lnTo>
                    <a:pt x="7472864" y="1515550"/>
                  </a:lnTo>
                  <a:lnTo>
                    <a:pt x="7480271" y="1512888"/>
                  </a:lnTo>
                  <a:lnTo>
                    <a:pt x="7487386" y="1509597"/>
                  </a:lnTo>
                  <a:lnTo>
                    <a:pt x="7494210" y="1505676"/>
                  </a:lnTo>
                  <a:lnTo>
                    <a:pt x="7508100" y="1529851"/>
                  </a:lnTo>
                  <a:lnTo>
                    <a:pt x="7489737" y="1539654"/>
                  </a:lnTo>
                  <a:lnTo>
                    <a:pt x="7482333" y="1541904"/>
                  </a:lnTo>
                  <a:close/>
                </a:path>
                <a:path w="7590155" h="1552575">
                  <a:moveTo>
                    <a:pt x="7427776" y="1551979"/>
                  </a:moveTo>
                  <a:lnTo>
                    <a:pt x="7426072" y="1551979"/>
                  </a:lnTo>
                  <a:lnTo>
                    <a:pt x="7426072" y="1523404"/>
                  </a:lnTo>
                  <a:lnTo>
                    <a:pt x="7435263" y="1523404"/>
                  </a:lnTo>
                  <a:lnTo>
                    <a:pt x="7442694" y="1522779"/>
                  </a:lnTo>
                  <a:lnTo>
                    <a:pt x="7450069" y="1521528"/>
                  </a:lnTo>
                  <a:lnTo>
                    <a:pt x="7454781" y="1549307"/>
                  </a:lnTo>
                  <a:lnTo>
                    <a:pt x="7427776" y="1551979"/>
                  </a:lnTo>
                  <a:close/>
                </a:path>
                <a:path w="7590155" h="1552575">
                  <a:moveTo>
                    <a:pt x="7397497" y="1551979"/>
                  </a:moveTo>
                  <a:lnTo>
                    <a:pt x="7368922" y="1551979"/>
                  </a:lnTo>
                  <a:lnTo>
                    <a:pt x="7368922" y="1523404"/>
                  </a:lnTo>
                  <a:lnTo>
                    <a:pt x="7397497" y="1523404"/>
                  </a:lnTo>
                  <a:lnTo>
                    <a:pt x="7397497" y="1551979"/>
                  </a:lnTo>
                  <a:close/>
                </a:path>
                <a:path w="7590155" h="1552575">
                  <a:moveTo>
                    <a:pt x="7340347" y="1551979"/>
                  </a:moveTo>
                  <a:lnTo>
                    <a:pt x="7311772" y="1551979"/>
                  </a:lnTo>
                  <a:lnTo>
                    <a:pt x="7311772" y="1523404"/>
                  </a:lnTo>
                  <a:lnTo>
                    <a:pt x="7340347" y="1523404"/>
                  </a:lnTo>
                  <a:lnTo>
                    <a:pt x="7340347" y="1551979"/>
                  </a:lnTo>
                  <a:close/>
                </a:path>
                <a:path w="7590155" h="1552575">
                  <a:moveTo>
                    <a:pt x="7283197" y="1551979"/>
                  </a:moveTo>
                  <a:lnTo>
                    <a:pt x="7254622" y="1551979"/>
                  </a:lnTo>
                  <a:lnTo>
                    <a:pt x="7254622" y="1523404"/>
                  </a:lnTo>
                  <a:lnTo>
                    <a:pt x="7283197" y="1523404"/>
                  </a:lnTo>
                  <a:lnTo>
                    <a:pt x="7283197" y="1551979"/>
                  </a:lnTo>
                  <a:close/>
                </a:path>
                <a:path w="7590155" h="1552575">
                  <a:moveTo>
                    <a:pt x="7226047" y="1551979"/>
                  </a:moveTo>
                  <a:lnTo>
                    <a:pt x="7197472" y="1551979"/>
                  </a:lnTo>
                  <a:lnTo>
                    <a:pt x="7197472" y="1523404"/>
                  </a:lnTo>
                  <a:lnTo>
                    <a:pt x="7226047" y="1523404"/>
                  </a:lnTo>
                  <a:lnTo>
                    <a:pt x="7226047" y="1551979"/>
                  </a:lnTo>
                  <a:close/>
                </a:path>
                <a:path w="7590155" h="1552575">
                  <a:moveTo>
                    <a:pt x="7168897" y="1551979"/>
                  </a:moveTo>
                  <a:lnTo>
                    <a:pt x="7140322" y="1551979"/>
                  </a:lnTo>
                  <a:lnTo>
                    <a:pt x="7140322" y="1523404"/>
                  </a:lnTo>
                  <a:lnTo>
                    <a:pt x="7168897" y="1523404"/>
                  </a:lnTo>
                  <a:lnTo>
                    <a:pt x="7168897" y="1551979"/>
                  </a:lnTo>
                  <a:close/>
                </a:path>
                <a:path w="7590155" h="1552575">
                  <a:moveTo>
                    <a:pt x="7111747" y="1551979"/>
                  </a:moveTo>
                  <a:lnTo>
                    <a:pt x="7083172" y="1551979"/>
                  </a:lnTo>
                  <a:lnTo>
                    <a:pt x="7083172" y="1523404"/>
                  </a:lnTo>
                  <a:lnTo>
                    <a:pt x="7111747" y="1523404"/>
                  </a:lnTo>
                  <a:lnTo>
                    <a:pt x="7111747" y="1551979"/>
                  </a:lnTo>
                  <a:close/>
                </a:path>
                <a:path w="7590155" h="1552575">
                  <a:moveTo>
                    <a:pt x="7054597" y="1551979"/>
                  </a:moveTo>
                  <a:lnTo>
                    <a:pt x="7026022" y="1551979"/>
                  </a:lnTo>
                  <a:lnTo>
                    <a:pt x="7026022" y="1523404"/>
                  </a:lnTo>
                  <a:lnTo>
                    <a:pt x="7054597" y="1523404"/>
                  </a:lnTo>
                  <a:lnTo>
                    <a:pt x="7054597" y="1551979"/>
                  </a:lnTo>
                  <a:close/>
                </a:path>
                <a:path w="7590155" h="1552575">
                  <a:moveTo>
                    <a:pt x="6997447" y="1551979"/>
                  </a:moveTo>
                  <a:lnTo>
                    <a:pt x="6968872" y="1551979"/>
                  </a:lnTo>
                  <a:lnTo>
                    <a:pt x="6968872" y="1523404"/>
                  </a:lnTo>
                  <a:lnTo>
                    <a:pt x="6997447" y="1523404"/>
                  </a:lnTo>
                  <a:lnTo>
                    <a:pt x="6997447" y="1551979"/>
                  </a:lnTo>
                  <a:close/>
                </a:path>
                <a:path w="7590155" h="1552575">
                  <a:moveTo>
                    <a:pt x="6940297" y="1551979"/>
                  </a:moveTo>
                  <a:lnTo>
                    <a:pt x="6911722" y="1551979"/>
                  </a:lnTo>
                  <a:lnTo>
                    <a:pt x="6911722" y="1523404"/>
                  </a:lnTo>
                  <a:lnTo>
                    <a:pt x="6940297" y="1523404"/>
                  </a:lnTo>
                  <a:lnTo>
                    <a:pt x="6940297" y="1551979"/>
                  </a:lnTo>
                  <a:close/>
                </a:path>
                <a:path w="7590155" h="1552575">
                  <a:moveTo>
                    <a:pt x="6883147" y="1551979"/>
                  </a:moveTo>
                  <a:lnTo>
                    <a:pt x="6854572" y="1551979"/>
                  </a:lnTo>
                  <a:lnTo>
                    <a:pt x="6854572" y="1523404"/>
                  </a:lnTo>
                  <a:lnTo>
                    <a:pt x="6883147" y="1523404"/>
                  </a:lnTo>
                  <a:lnTo>
                    <a:pt x="6883147" y="1551979"/>
                  </a:lnTo>
                  <a:close/>
                </a:path>
                <a:path w="7590155" h="1552575">
                  <a:moveTo>
                    <a:pt x="6825997" y="1551979"/>
                  </a:moveTo>
                  <a:lnTo>
                    <a:pt x="6797422" y="1551979"/>
                  </a:lnTo>
                  <a:lnTo>
                    <a:pt x="6797422" y="1523404"/>
                  </a:lnTo>
                  <a:lnTo>
                    <a:pt x="6825997" y="1523404"/>
                  </a:lnTo>
                  <a:lnTo>
                    <a:pt x="6825997" y="1551979"/>
                  </a:lnTo>
                  <a:close/>
                </a:path>
                <a:path w="7590155" h="1552575">
                  <a:moveTo>
                    <a:pt x="6768847" y="1551979"/>
                  </a:moveTo>
                  <a:lnTo>
                    <a:pt x="6740272" y="1551979"/>
                  </a:lnTo>
                  <a:lnTo>
                    <a:pt x="6740272" y="1523404"/>
                  </a:lnTo>
                  <a:lnTo>
                    <a:pt x="6768847" y="1523404"/>
                  </a:lnTo>
                  <a:lnTo>
                    <a:pt x="6768847" y="1551979"/>
                  </a:lnTo>
                  <a:close/>
                </a:path>
                <a:path w="7590155" h="1552575">
                  <a:moveTo>
                    <a:pt x="6711697" y="1551979"/>
                  </a:moveTo>
                  <a:lnTo>
                    <a:pt x="6683122" y="1551979"/>
                  </a:lnTo>
                  <a:lnTo>
                    <a:pt x="6683122" y="1523404"/>
                  </a:lnTo>
                  <a:lnTo>
                    <a:pt x="6711697" y="1523404"/>
                  </a:lnTo>
                  <a:lnTo>
                    <a:pt x="6711697" y="1551979"/>
                  </a:lnTo>
                  <a:close/>
                </a:path>
                <a:path w="7590155" h="1552575">
                  <a:moveTo>
                    <a:pt x="6654547" y="1551979"/>
                  </a:moveTo>
                  <a:lnTo>
                    <a:pt x="6625972" y="1551979"/>
                  </a:lnTo>
                  <a:lnTo>
                    <a:pt x="6625972" y="1523404"/>
                  </a:lnTo>
                  <a:lnTo>
                    <a:pt x="6654547" y="1523404"/>
                  </a:lnTo>
                  <a:lnTo>
                    <a:pt x="6654547" y="1551979"/>
                  </a:lnTo>
                  <a:close/>
                </a:path>
                <a:path w="7590155" h="1552575">
                  <a:moveTo>
                    <a:pt x="6597397" y="1551979"/>
                  </a:moveTo>
                  <a:lnTo>
                    <a:pt x="6568822" y="1551979"/>
                  </a:lnTo>
                  <a:lnTo>
                    <a:pt x="6568822" y="1523404"/>
                  </a:lnTo>
                  <a:lnTo>
                    <a:pt x="6597397" y="1523404"/>
                  </a:lnTo>
                  <a:lnTo>
                    <a:pt x="6597397" y="1551979"/>
                  </a:lnTo>
                  <a:close/>
                </a:path>
                <a:path w="7590155" h="1552575">
                  <a:moveTo>
                    <a:pt x="6540247" y="1551979"/>
                  </a:moveTo>
                  <a:lnTo>
                    <a:pt x="6511672" y="1551979"/>
                  </a:lnTo>
                  <a:lnTo>
                    <a:pt x="6511672" y="1523404"/>
                  </a:lnTo>
                  <a:lnTo>
                    <a:pt x="6540247" y="1523404"/>
                  </a:lnTo>
                  <a:lnTo>
                    <a:pt x="6540247" y="1551979"/>
                  </a:lnTo>
                  <a:close/>
                </a:path>
                <a:path w="7590155" h="1552575">
                  <a:moveTo>
                    <a:pt x="6483097" y="1551979"/>
                  </a:moveTo>
                  <a:lnTo>
                    <a:pt x="6454522" y="1551979"/>
                  </a:lnTo>
                  <a:lnTo>
                    <a:pt x="6454522" y="1523404"/>
                  </a:lnTo>
                  <a:lnTo>
                    <a:pt x="6483097" y="1523404"/>
                  </a:lnTo>
                  <a:lnTo>
                    <a:pt x="6483097" y="1551979"/>
                  </a:lnTo>
                  <a:close/>
                </a:path>
                <a:path w="7590155" h="1552575">
                  <a:moveTo>
                    <a:pt x="6425947" y="1551979"/>
                  </a:moveTo>
                  <a:lnTo>
                    <a:pt x="6397372" y="1551979"/>
                  </a:lnTo>
                  <a:lnTo>
                    <a:pt x="6397372" y="1523404"/>
                  </a:lnTo>
                  <a:lnTo>
                    <a:pt x="6425947" y="1523404"/>
                  </a:lnTo>
                  <a:lnTo>
                    <a:pt x="6425947" y="1551979"/>
                  </a:lnTo>
                  <a:close/>
                </a:path>
                <a:path w="7590155" h="1552575">
                  <a:moveTo>
                    <a:pt x="6368797" y="1551979"/>
                  </a:moveTo>
                  <a:lnTo>
                    <a:pt x="6340222" y="1551979"/>
                  </a:lnTo>
                  <a:lnTo>
                    <a:pt x="6340222" y="1523404"/>
                  </a:lnTo>
                  <a:lnTo>
                    <a:pt x="6368797" y="1523404"/>
                  </a:lnTo>
                  <a:lnTo>
                    <a:pt x="6368797" y="1551979"/>
                  </a:lnTo>
                  <a:close/>
                </a:path>
                <a:path w="7590155" h="1552575">
                  <a:moveTo>
                    <a:pt x="6311647" y="1551979"/>
                  </a:moveTo>
                  <a:lnTo>
                    <a:pt x="6283072" y="1551979"/>
                  </a:lnTo>
                  <a:lnTo>
                    <a:pt x="6283072" y="1523404"/>
                  </a:lnTo>
                  <a:lnTo>
                    <a:pt x="6311647" y="1523404"/>
                  </a:lnTo>
                  <a:lnTo>
                    <a:pt x="6311647" y="1551979"/>
                  </a:lnTo>
                  <a:close/>
                </a:path>
                <a:path w="7590155" h="1552575">
                  <a:moveTo>
                    <a:pt x="6254497" y="1551979"/>
                  </a:moveTo>
                  <a:lnTo>
                    <a:pt x="6225922" y="1551979"/>
                  </a:lnTo>
                  <a:lnTo>
                    <a:pt x="6225922" y="1523404"/>
                  </a:lnTo>
                  <a:lnTo>
                    <a:pt x="6254497" y="1523404"/>
                  </a:lnTo>
                  <a:lnTo>
                    <a:pt x="6254497" y="1551979"/>
                  </a:lnTo>
                  <a:close/>
                </a:path>
                <a:path w="7590155" h="1552575">
                  <a:moveTo>
                    <a:pt x="6197347" y="1551979"/>
                  </a:moveTo>
                  <a:lnTo>
                    <a:pt x="6168772" y="1551979"/>
                  </a:lnTo>
                  <a:lnTo>
                    <a:pt x="6168772" y="1523404"/>
                  </a:lnTo>
                  <a:lnTo>
                    <a:pt x="6197347" y="1523404"/>
                  </a:lnTo>
                  <a:lnTo>
                    <a:pt x="6197347" y="1551979"/>
                  </a:lnTo>
                  <a:close/>
                </a:path>
                <a:path w="7590155" h="1552575">
                  <a:moveTo>
                    <a:pt x="6140197" y="1551979"/>
                  </a:moveTo>
                  <a:lnTo>
                    <a:pt x="6111622" y="1551979"/>
                  </a:lnTo>
                  <a:lnTo>
                    <a:pt x="6111622" y="1523404"/>
                  </a:lnTo>
                  <a:lnTo>
                    <a:pt x="6140197" y="1523404"/>
                  </a:lnTo>
                  <a:lnTo>
                    <a:pt x="6140197" y="1551979"/>
                  </a:lnTo>
                  <a:close/>
                </a:path>
                <a:path w="7590155" h="1552575">
                  <a:moveTo>
                    <a:pt x="6083047" y="1551979"/>
                  </a:moveTo>
                  <a:lnTo>
                    <a:pt x="6054472" y="1551979"/>
                  </a:lnTo>
                  <a:lnTo>
                    <a:pt x="6054472" y="1523404"/>
                  </a:lnTo>
                  <a:lnTo>
                    <a:pt x="6083047" y="1523404"/>
                  </a:lnTo>
                  <a:lnTo>
                    <a:pt x="6083047" y="1551979"/>
                  </a:lnTo>
                  <a:close/>
                </a:path>
                <a:path w="7590155" h="1552575">
                  <a:moveTo>
                    <a:pt x="6025897" y="1551979"/>
                  </a:moveTo>
                  <a:lnTo>
                    <a:pt x="5997322" y="1551979"/>
                  </a:lnTo>
                  <a:lnTo>
                    <a:pt x="5997322" y="1523404"/>
                  </a:lnTo>
                  <a:lnTo>
                    <a:pt x="6025897" y="1523404"/>
                  </a:lnTo>
                  <a:lnTo>
                    <a:pt x="6025897" y="1551979"/>
                  </a:lnTo>
                  <a:close/>
                </a:path>
                <a:path w="7590155" h="1552575">
                  <a:moveTo>
                    <a:pt x="5968747" y="1551979"/>
                  </a:moveTo>
                  <a:lnTo>
                    <a:pt x="5940172" y="1551979"/>
                  </a:lnTo>
                  <a:lnTo>
                    <a:pt x="5940172" y="1523404"/>
                  </a:lnTo>
                  <a:lnTo>
                    <a:pt x="5968747" y="1523404"/>
                  </a:lnTo>
                  <a:lnTo>
                    <a:pt x="5968747" y="1551979"/>
                  </a:lnTo>
                  <a:close/>
                </a:path>
                <a:path w="7590155" h="1552575">
                  <a:moveTo>
                    <a:pt x="5911597" y="1551979"/>
                  </a:moveTo>
                  <a:lnTo>
                    <a:pt x="5883022" y="1551979"/>
                  </a:lnTo>
                  <a:lnTo>
                    <a:pt x="5883022" y="1523404"/>
                  </a:lnTo>
                  <a:lnTo>
                    <a:pt x="5911597" y="1523404"/>
                  </a:lnTo>
                  <a:lnTo>
                    <a:pt x="5911597" y="1551979"/>
                  </a:lnTo>
                  <a:close/>
                </a:path>
                <a:path w="7590155" h="1552575">
                  <a:moveTo>
                    <a:pt x="5854447" y="1551979"/>
                  </a:moveTo>
                  <a:lnTo>
                    <a:pt x="5825872" y="1551979"/>
                  </a:lnTo>
                  <a:lnTo>
                    <a:pt x="5825872" y="1523404"/>
                  </a:lnTo>
                  <a:lnTo>
                    <a:pt x="5854447" y="1523404"/>
                  </a:lnTo>
                  <a:lnTo>
                    <a:pt x="5854447" y="1551979"/>
                  </a:lnTo>
                  <a:close/>
                </a:path>
                <a:path w="7590155" h="1552575">
                  <a:moveTo>
                    <a:pt x="5797297" y="1551979"/>
                  </a:moveTo>
                  <a:lnTo>
                    <a:pt x="5768722" y="1551979"/>
                  </a:lnTo>
                  <a:lnTo>
                    <a:pt x="5768722" y="1523404"/>
                  </a:lnTo>
                  <a:lnTo>
                    <a:pt x="5797297" y="1523404"/>
                  </a:lnTo>
                  <a:lnTo>
                    <a:pt x="5797297" y="1551979"/>
                  </a:lnTo>
                  <a:close/>
                </a:path>
                <a:path w="7590155" h="1552575">
                  <a:moveTo>
                    <a:pt x="5740147" y="1551979"/>
                  </a:moveTo>
                  <a:lnTo>
                    <a:pt x="5711572" y="1551979"/>
                  </a:lnTo>
                  <a:lnTo>
                    <a:pt x="5711572" y="1523404"/>
                  </a:lnTo>
                  <a:lnTo>
                    <a:pt x="5740147" y="1523404"/>
                  </a:lnTo>
                  <a:lnTo>
                    <a:pt x="5740147" y="1551979"/>
                  </a:lnTo>
                  <a:close/>
                </a:path>
                <a:path w="7590155" h="1552575">
                  <a:moveTo>
                    <a:pt x="5682997" y="1551979"/>
                  </a:moveTo>
                  <a:lnTo>
                    <a:pt x="5654422" y="1551979"/>
                  </a:lnTo>
                  <a:lnTo>
                    <a:pt x="5654422" y="1523404"/>
                  </a:lnTo>
                  <a:lnTo>
                    <a:pt x="5682997" y="1523404"/>
                  </a:lnTo>
                  <a:lnTo>
                    <a:pt x="5682997" y="1551979"/>
                  </a:lnTo>
                  <a:close/>
                </a:path>
                <a:path w="7590155" h="1552575">
                  <a:moveTo>
                    <a:pt x="5625847" y="1551979"/>
                  </a:moveTo>
                  <a:lnTo>
                    <a:pt x="5597272" y="1551979"/>
                  </a:lnTo>
                  <a:lnTo>
                    <a:pt x="5597272" y="1523404"/>
                  </a:lnTo>
                  <a:lnTo>
                    <a:pt x="5625847" y="1523404"/>
                  </a:lnTo>
                  <a:lnTo>
                    <a:pt x="5625847" y="1551979"/>
                  </a:lnTo>
                  <a:close/>
                </a:path>
                <a:path w="7590155" h="1552575">
                  <a:moveTo>
                    <a:pt x="5568697" y="1551979"/>
                  </a:moveTo>
                  <a:lnTo>
                    <a:pt x="5540122" y="1551979"/>
                  </a:lnTo>
                  <a:lnTo>
                    <a:pt x="5540122" y="1523404"/>
                  </a:lnTo>
                  <a:lnTo>
                    <a:pt x="5568697" y="1523404"/>
                  </a:lnTo>
                  <a:lnTo>
                    <a:pt x="5568697" y="1551979"/>
                  </a:lnTo>
                  <a:close/>
                </a:path>
                <a:path w="7590155" h="1552575">
                  <a:moveTo>
                    <a:pt x="5511547" y="1551979"/>
                  </a:moveTo>
                  <a:lnTo>
                    <a:pt x="5482972" y="1551979"/>
                  </a:lnTo>
                  <a:lnTo>
                    <a:pt x="5482972" y="1523404"/>
                  </a:lnTo>
                  <a:lnTo>
                    <a:pt x="5511547" y="1523404"/>
                  </a:lnTo>
                  <a:lnTo>
                    <a:pt x="5511547" y="1551979"/>
                  </a:lnTo>
                  <a:close/>
                </a:path>
                <a:path w="7590155" h="1552575">
                  <a:moveTo>
                    <a:pt x="5454397" y="1551979"/>
                  </a:moveTo>
                  <a:lnTo>
                    <a:pt x="5425822" y="1551979"/>
                  </a:lnTo>
                  <a:lnTo>
                    <a:pt x="5425822" y="1523404"/>
                  </a:lnTo>
                  <a:lnTo>
                    <a:pt x="5454397" y="1523404"/>
                  </a:lnTo>
                  <a:lnTo>
                    <a:pt x="5454397" y="1551979"/>
                  </a:lnTo>
                  <a:close/>
                </a:path>
                <a:path w="7590155" h="1552575">
                  <a:moveTo>
                    <a:pt x="5397247" y="1551979"/>
                  </a:moveTo>
                  <a:lnTo>
                    <a:pt x="5368672" y="1551979"/>
                  </a:lnTo>
                  <a:lnTo>
                    <a:pt x="5368672" y="1523404"/>
                  </a:lnTo>
                  <a:lnTo>
                    <a:pt x="5397247" y="1523404"/>
                  </a:lnTo>
                  <a:lnTo>
                    <a:pt x="5397247" y="1551979"/>
                  </a:lnTo>
                  <a:close/>
                </a:path>
                <a:path w="7590155" h="1552575">
                  <a:moveTo>
                    <a:pt x="5340097" y="1551979"/>
                  </a:moveTo>
                  <a:lnTo>
                    <a:pt x="5311522" y="1551979"/>
                  </a:lnTo>
                  <a:lnTo>
                    <a:pt x="5311522" y="1523404"/>
                  </a:lnTo>
                  <a:lnTo>
                    <a:pt x="5340097" y="1523404"/>
                  </a:lnTo>
                  <a:lnTo>
                    <a:pt x="5340097" y="1551979"/>
                  </a:lnTo>
                  <a:close/>
                </a:path>
                <a:path w="7590155" h="1552575">
                  <a:moveTo>
                    <a:pt x="5282947" y="1551979"/>
                  </a:moveTo>
                  <a:lnTo>
                    <a:pt x="5254372" y="1551979"/>
                  </a:lnTo>
                  <a:lnTo>
                    <a:pt x="5254372" y="1523404"/>
                  </a:lnTo>
                  <a:lnTo>
                    <a:pt x="5282947" y="1523404"/>
                  </a:lnTo>
                  <a:lnTo>
                    <a:pt x="5282947" y="1551979"/>
                  </a:lnTo>
                  <a:close/>
                </a:path>
                <a:path w="7590155" h="1552575">
                  <a:moveTo>
                    <a:pt x="5225797" y="1551979"/>
                  </a:moveTo>
                  <a:lnTo>
                    <a:pt x="5197222" y="1551979"/>
                  </a:lnTo>
                  <a:lnTo>
                    <a:pt x="5197222" y="1523404"/>
                  </a:lnTo>
                  <a:lnTo>
                    <a:pt x="5225797" y="1523404"/>
                  </a:lnTo>
                  <a:lnTo>
                    <a:pt x="5225797" y="1551979"/>
                  </a:lnTo>
                  <a:close/>
                </a:path>
                <a:path w="7590155" h="1552575">
                  <a:moveTo>
                    <a:pt x="5168647" y="1551979"/>
                  </a:moveTo>
                  <a:lnTo>
                    <a:pt x="5140072" y="1551979"/>
                  </a:lnTo>
                  <a:lnTo>
                    <a:pt x="5140072" y="1523404"/>
                  </a:lnTo>
                  <a:lnTo>
                    <a:pt x="5168647" y="1523404"/>
                  </a:lnTo>
                  <a:lnTo>
                    <a:pt x="5168647" y="1551979"/>
                  </a:lnTo>
                  <a:close/>
                </a:path>
                <a:path w="7590155" h="1552575">
                  <a:moveTo>
                    <a:pt x="5111497" y="1551979"/>
                  </a:moveTo>
                  <a:lnTo>
                    <a:pt x="5082922" y="1551979"/>
                  </a:lnTo>
                  <a:lnTo>
                    <a:pt x="5082922" y="1523404"/>
                  </a:lnTo>
                  <a:lnTo>
                    <a:pt x="5111497" y="1523404"/>
                  </a:lnTo>
                  <a:lnTo>
                    <a:pt x="5111497" y="1551979"/>
                  </a:lnTo>
                  <a:close/>
                </a:path>
                <a:path w="7590155" h="1552575">
                  <a:moveTo>
                    <a:pt x="5054347" y="1551979"/>
                  </a:moveTo>
                  <a:lnTo>
                    <a:pt x="5025772" y="1551979"/>
                  </a:lnTo>
                  <a:lnTo>
                    <a:pt x="5025772" y="1523404"/>
                  </a:lnTo>
                  <a:lnTo>
                    <a:pt x="5054347" y="1523404"/>
                  </a:lnTo>
                  <a:lnTo>
                    <a:pt x="5054347" y="1551979"/>
                  </a:lnTo>
                  <a:close/>
                </a:path>
                <a:path w="7590155" h="1552575">
                  <a:moveTo>
                    <a:pt x="4997197" y="1551979"/>
                  </a:moveTo>
                  <a:lnTo>
                    <a:pt x="4968622" y="1551979"/>
                  </a:lnTo>
                  <a:lnTo>
                    <a:pt x="4968622" y="1523404"/>
                  </a:lnTo>
                  <a:lnTo>
                    <a:pt x="4997197" y="1523404"/>
                  </a:lnTo>
                  <a:lnTo>
                    <a:pt x="4997197" y="1551979"/>
                  </a:lnTo>
                  <a:close/>
                </a:path>
                <a:path w="7590155" h="1552575">
                  <a:moveTo>
                    <a:pt x="4940047" y="1551979"/>
                  </a:moveTo>
                  <a:lnTo>
                    <a:pt x="4911472" y="1551979"/>
                  </a:lnTo>
                  <a:lnTo>
                    <a:pt x="4911472" y="1523404"/>
                  </a:lnTo>
                  <a:lnTo>
                    <a:pt x="4940047" y="1523404"/>
                  </a:lnTo>
                  <a:lnTo>
                    <a:pt x="4940047" y="1551979"/>
                  </a:lnTo>
                  <a:close/>
                </a:path>
                <a:path w="7590155" h="1552575">
                  <a:moveTo>
                    <a:pt x="4882897" y="1551979"/>
                  </a:moveTo>
                  <a:lnTo>
                    <a:pt x="4854322" y="1551979"/>
                  </a:lnTo>
                  <a:lnTo>
                    <a:pt x="4854322" y="1523404"/>
                  </a:lnTo>
                  <a:lnTo>
                    <a:pt x="4882897" y="1523404"/>
                  </a:lnTo>
                  <a:lnTo>
                    <a:pt x="4882897" y="1551979"/>
                  </a:lnTo>
                  <a:close/>
                </a:path>
                <a:path w="7590155" h="1552575">
                  <a:moveTo>
                    <a:pt x="4825747" y="1551979"/>
                  </a:moveTo>
                  <a:lnTo>
                    <a:pt x="4797172" y="1551979"/>
                  </a:lnTo>
                  <a:lnTo>
                    <a:pt x="4797172" y="1523404"/>
                  </a:lnTo>
                  <a:lnTo>
                    <a:pt x="4825747" y="1523404"/>
                  </a:lnTo>
                  <a:lnTo>
                    <a:pt x="4825747" y="1551979"/>
                  </a:lnTo>
                  <a:close/>
                </a:path>
                <a:path w="7590155" h="1552575">
                  <a:moveTo>
                    <a:pt x="4768597" y="1551979"/>
                  </a:moveTo>
                  <a:lnTo>
                    <a:pt x="4740022" y="1551979"/>
                  </a:lnTo>
                  <a:lnTo>
                    <a:pt x="4740022" y="1523404"/>
                  </a:lnTo>
                  <a:lnTo>
                    <a:pt x="4768597" y="1523404"/>
                  </a:lnTo>
                  <a:lnTo>
                    <a:pt x="4768597" y="1551979"/>
                  </a:lnTo>
                  <a:close/>
                </a:path>
                <a:path w="7590155" h="1552575">
                  <a:moveTo>
                    <a:pt x="4711447" y="1551979"/>
                  </a:moveTo>
                  <a:lnTo>
                    <a:pt x="4682872" y="1551979"/>
                  </a:lnTo>
                  <a:lnTo>
                    <a:pt x="4682872" y="1523404"/>
                  </a:lnTo>
                  <a:lnTo>
                    <a:pt x="4711447" y="1523404"/>
                  </a:lnTo>
                  <a:lnTo>
                    <a:pt x="4711447" y="1551979"/>
                  </a:lnTo>
                  <a:close/>
                </a:path>
                <a:path w="7590155" h="1552575">
                  <a:moveTo>
                    <a:pt x="4654297" y="1551979"/>
                  </a:moveTo>
                  <a:lnTo>
                    <a:pt x="4625722" y="1551979"/>
                  </a:lnTo>
                  <a:lnTo>
                    <a:pt x="4625722" y="1523404"/>
                  </a:lnTo>
                  <a:lnTo>
                    <a:pt x="4654297" y="1523404"/>
                  </a:lnTo>
                  <a:lnTo>
                    <a:pt x="4654297" y="1551979"/>
                  </a:lnTo>
                  <a:close/>
                </a:path>
                <a:path w="7590155" h="1552575">
                  <a:moveTo>
                    <a:pt x="4597147" y="1551979"/>
                  </a:moveTo>
                  <a:lnTo>
                    <a:pt x="4568572" y="1551979"/>
                  </a:lnTo>
                  <a:lnTo>
                    <a:pt x="4568572" y="1523404"/>
                  </a:lnTo>
                  <a:lnTo>
                    <a:pt x="4597147" y="1523404"/>
                  </a:lnTo>
                  <a:lnTo>
                    <a:pt x="4597147" y="1551979"/>
                  </a:lnTo>
                  <a:close/>
                </a:path>
                <a:path w="7590155" h="1552575">
                  <a:moveTo>
                    <a:pt x="4539997" y="1551979"/>
                  </a:moveTo>
                  <a:lnTo>
                    <a:pt x="4511422" y="1551979"/>
                  </a:lnTo>
                  <a:lnTo>
                    <a:pt x="4511422" y="1523404"/>
                  </a:lnTo>
                  <a:lnTo>
                    <a:pt x="4539997" y="1523404"/>
                  </a:lnTo>
                  <a:lnTo>
                    <a:pt x="4539997" y="1551979"/>
                  </a:lnTo>
                  <a:close/>
                </a:path>
                <a:path w="7590155" h="1552575">
                  <a:moveTo>
                    <a:pt x="4482847" y="1551979"/>
                  </a:moveTo>
                  <a:lnTo>
                    <a:pt x="4454272" y="1551979"/>
                  </a:lnTo>
                  <a:lnTo>
                    <a:pt x="4454272" y="1523404"/>
                  </a:lnTo>
                  <a:lnTo>
                    <a:pt x="4482847" y="1523404"/>
                  </a:lnTo>
                  <a:lnTo>
                    <a:pt x="4482847" y="1551979"/>
                  </a:lnTo>
                  <a:close/>
                </a:path>
                <a:path w="7590155" h="1552575">
                  <a:moveTo>
                    <a:pt x="4425697" y="1551979"/>
                  </a:moveTo>
                  <a:lnTo>
                    <a:pt x="4397122" y="1551979"/>
                  </a:lnTo>
                  <a:lnTo>
                    <a:pt x="4397122" y="1523404"/>
                  </a:lnTo>
                  <a:lnTo>
                    <a:pt x="4425697" y="1523404"/>
                  </a:lnTo>
                  <a:lnTo>
                    <a:pt x="4425697" y="1551979"/>
                  </a:lnTo>
                  <a:close/>
                </a:path>
                <a:path w="7590155" h="1552575">
                  <a:moveTo>
                    <a:pt x="4368547" y="1551979"/>
                  </a:moveTo>
                  <a:lnTo>
                    <a:pt x="4339972" y="1551979"/>
                  </a:lnTo>
                  <a:lnTo>
                    <a:pt x="4339972" y="1523404"/>
                  </a:lnTo>
                  <a:lnTo>
                    <a:pt x="4368547" y="1523404"/>
                  </a:lnTo>
                  <a:lnTo>
                    <a:pt x="4368547" y="1551979"/>
                  </a:lnTo>
                  <a:close/>
                </a:path>
                <a:path w="7590155" h="1552575">
                  <a:moveTo>
                    <a:pt x="4311397" y="1551979"/>
                  </a:moveTo>
                  <a:lnTo>
                    <a:pt x="4282822" y="1551979"/>
                  </a:lnTo>
                  <a:lnTo>
                    <a:pt x="4282822" y="1523404"/>
                  </a:lnTo>
                  <a:lnTo>
                    <a:pt x="4311397" y="1523404"/>
                  </a:lnTo>
                  <a:lnTo>
                    <a:pt x="4311397" y="1551979"/>
                  </a:lnTo>
                  <a:close/>
                </a:path>
                <a:path w="7590155" h="1552575">
                  <a:moveTo>
                    <a:pt x="4254247" y="1551979"/>
                  </a:moveTo>
                  <a:lnTo>
                    <a:pt x="4225672" y="1551979"/>
                  </a:lnTo>
                  <a:lnTo>
                    <a:pt x="4225672" y="1523404"/>
                  </a:lnTo>
                  <a:lnTo>
                    <a:pt x="4254247" y="1523404"/>
                  </a:lnTo>
                  <a:lnTo>
                    <a:pt x="4254247" y="1551979"/>
                  </a:lnTo>
                  <a:close/>
                </a:path>
                <a:path w="7590155" h="1552575">
                  <a:moveTo>
                    <a:pt x="4197097" y="1551979"/>
                  </a:moveTo>
                  <a:lnTo>
                    <a:pt x="4168522" y="1551979"/>
                  </a:lnTo>
                  <a:lnTo>
                    <a:pt x="4168522" y="1523404"/>
                  </a:lnTo>
                  <a:lnTo>
                    <a:pt x="4197097" y="1523404"/>
                  </a:lnTo>
                  <a:lnTo>
                    <a:pt x="4197097" y="1551979"/>
                  </a:lnTo>
                  <a:close/>
                </a:path>
                <a:path w="7590155" h="1552575">
                  <a:moveTo>
                    <a:pt x="4139947" y="1551979"/>
                  </a:moveTo>
                  <a:lnTo>
                    <a:pt x="4111372" y="1551979"/>
                  </a:lnTo>
                  <a:lnTo>
                    <a:pt x="4111372" y="1523404"/>
                  </a:lnTo>
                  <a:lnTo>
                    <a:pt x="4139947" y="1523404"/>
                  </a:lnTo>
                  <a:lnTo>
                    <a:pt x="4139947" y="1551979"/>
                  </a:lnTo>
                  <a:close/>
                </a:path>
                <a:path w="7590155" h="1552575">
                  <a:moveTo>
                    <a:pt x="4082797" y="1551979"/>
                  </a:moveTo>
                  <a:lnTo>
                    <a:pt x="4054222" y="1551979"/>
                  </a:lnTo>
                  <a:lnTo>
                    <a:pt x="4054222" y="1523404"/>
                  </a:lnTo>
                  <a:lnTo>
                    <a:pt x="4082797" y="1523404"/>
                  </a:lnTo>
                  <a:lnTo>
                    <a:pt x="4082797" y="1551979"/>
                  </a:lnTo>
                  <a:close/>
                </a:path>
                <a:path w="7590155" h="1552575">
                  <a:moveTo>
                    <a:pt x="4025647" y="1551979"/>
                  </a:moveTo>
                  <a:lnTo>
                    <a:pt x="3997072" y="1551979"/>
                  </a:lnTo>
                  <a:lnTo>
                    <a:pt x="3997072" y="1523404"/>
                  </a:lnTo>
                  <a:lnTo>
                    <a:pt x="4025647" y="1523404"/>
                  </a:lnTo>
                  <a:lnTo>
                    <a:pt x="4025647" y="1551979"/>
                  </a:lnTo>
                  <a:close/>
                </a:path>
                <a:path w="7590155" h="1552575">
                  <a:moveTo>
                    <a:pt x="3968497" y="1551979"/>
                  </a:moveTo>
                  <a:lnTo>
                    <a:pt x="3939922" y="1551979"/>
                  </a:lnTo>
                  <a:lnTo>
                    <a:pt x="3939922" y="1523404"/>
                  </a:lnTo>
                  <a:lnTo>
                    <a:pt x="3968497" y="1523404"/>
                  </a:lnTo>
                  <a:lnTo>
                    <a:pt x="3968497" y="1551979"/>
                  </a:lnTo>
                  <a:close/>
                </a:path>
                <a:path w="7590155" h="1552575">
                  <a:moveTo>
                    <a:pt x="3911347" y="1551979"/>
                  </a:moveTo>
                  <a:lnTo>
                    <a:pt x="3882772" y="1551979"/>
                  </a:lnTo>
                  <a:lnTo>
                    <a:pt x="3882772" y="1523404"/>
                  </a:lnTo>
                  <a:lnTo>
                    <a:pt x="3911347" y="1523404"/>
                  </a:lnTo>
                  <a:lnTo>
                    <a:pt x="3911347" y="1551979"/>
                  </a:lnTo>
                  <a:close/>
                </a:path>
                <a:path w="7590155" h="1552575">
                  <a:moveTo>
                    <a:pt x="3854197" y="1551979"/>
                  </a:moveTo>
                  <a:lnTo>
                    <a:pt x="3825622" y="1551979"/>
                  </a:lnTo>
                  <a:lnTo>
                    <a:pt x="3825622" y="1523404"/>
                  </a:lnTo>
                  <a:lnTo>
                    <a:pt x="3854197" y="1523404"/>
                  </a:lnTo>
                  <a:lnTo>
                    <a:pt x="3854197" y="1551979"/>
                  </a:lnTo>
                  <a:close/>
                </a:path>
                <a:path w="7590155" h="1552575">
                  <a:moveTo>
                    <a:pt x="3797047" y="1551979"/>
                  </a:moveTo>
                  <a:lnTo>
                    <a:pt x="3768472" y="1551979"/>
                  </a:lnTo>
                  <a:lnTo>
                    <a:pt x="3768472" y="1523404"/>
                  </a:lnTo>
                  <a:lnTo>
                    <a:pt x="3797047" y="1523404"/>
                  </a:lnTo>
                  <a:lnTo>
                    <a:pt x="3797047" y="1551979"/>
                  </a:lnTo>
                  <a:close/>
                </a:path>
                <a:path w="7590155" h="1552575">
                  <a:moveTo>
                    <a:pt x="3739897" y="1551979"/>
                  </a:moveTo>
                  <a:lnTo>
                    <a:pt x="3711322" y="1551979"/>
                  </a:lnTo>
                  <a:lnTo>
                    <a:pt x="3711322" y="1523404"/>
                  </a:lnTo>
                  <a:lnTo>
                    <a:pt x="3739897" y="1523404"/>
                  </a:lnTo>
                  <a:lnTo>
                    <a:pt x="3739897" y="1551979"/>
                  </a:lnTo>
                  <a:close/>
                </a:path>
                <a:path w="7590155" h="1552575">
                  <a:moveTo>
                    <a:pt x="3682747" y="1551979"/>
                  </a:moveTo>
                  <a:lnTo>
                    <a:pt x="3654172" y="1551979"/>
                  </a:lnTo>
                  <a:lnTo>
                    <a:pt x="3654172" y="1523404"/>
                  </a:lnTo>
                  <a:lnTo>
                    <a:pt x="3682747" y="1523404"/>
                  </a:lnTo>
                  <a:lnTo>
                    <a:pt x="3682747" y="1551979"/>
                  </a:lnTo>
                  <a:close/>
                </a:path>
                <a:path w="7590155" h="1552575">
                  <a:moveTo>
                    <a:pt x="3625597" y="1551979"/>
                  </a:moveTo>
                  <a:lnTo>
                    <a:pt x="3597022" y="1551979"/>
                  </a:lnTo>
                  <a:lnTo>
                    <a:pt x="3597022" y="1523404"/>
                  </a:lnTo>
                  <a:lnTo>
                    <a:pt x="3625597" y="1523404"/>
                  </a:lnTo>
                  <a:lnTo>
                    <a:pt x="3625597" y="1551979"/>
                  </a:lnTo>
                  <a:close/>
                </a:path>
                <a:path w="7590155" h="1552575">
                  <a:moveTo>
                    <a:pt x="3568447" y="1551979"/>
                  </a:moveTo>
                  <a:lnTo>
                    <a:pt x="3539872" y="1551979"/>
                  </a:lnTo>
                  <a:lnTo>
                    <a:pt x="3539872" y="1523404"/>
                  </a:lnTo>
                  <a:lnTo>
                    <a:pt x="3568447" y="1523404"/>
                  </a:lnTo>
                  <a:lnTo>
                    <a:pt x="3568447" y="1551979"/>
                  </a:lnTo>
                  <a:close/>
                </a:path>
                <a:path w="7590155" h="1552575">
                  <a:moveTo>
                    <a:pt x="3511297" y="1551979"/>
                  </a:moveTo>
                  <a:lnTo>
                    <a:pt x="3482722" y="1551979"/>
                  </a:lnTo>
                  <a:lnTo>
                    <a:pt x="3482722" y="1523404"/>
                  </a:lnTo>
                  <a:lnTo>
                    <a:pt x="3511297" y="1523404"/>
                  </a:lnTo>
                  <a:lnTo>
                    <a:pt x="3511297" y="1551979"/>
                  </a:lnTo>
                  <a:close/>
                </a:path>
                <a:path w="7590155" h="1552575">
                  <a:moveTo>
                    <a:pt x="3454147" y="1551979"/>
                  </a:moveTo>
                  <a:lnTo>
                    <a:pt x="3425572" y="1551979"/>
                  </a:lnTo>
                  <a:lnTo>
                    <a:pt x="3425572" y="1523404"/>
                  </a:lnTo>
                  <a:lnTo>
                    <a:pt x="3454147" y="1523404"/>
                  </a:lnTo>
                  <a:lnTo>
                    <a:pt x="3454147" y="1551979"/>
                  </a:lnTo>
                  <a:close/>
                </a:path>
                <a:path w="7590155" h="1552575">
                  <a:moveTo>
                    <a:pt x="3396997" y="1551979"/>
                  </a:moveTo>
                  <a:lnTo>
                    <a:pt x="3368422" y="1551979"/>
                  </a:lnTo>
                  <a:lnTo>
                    <a:pt x="3368422" y="1523404"/>
                  </a:lnTo>
                  <a:lnTo>
                    <a:pt x="3396997" y="1523404"/>
                  </a:lnTo>
                  <a:lnTo>
                    <a:pt x="3396997" y="1551979"/>
                  </a:lnTo>
                  <a:close/>
                </a:path>
                <a:path w="7590155" h="1552575">
                  <a:moveTo>
                    <a:pt x="3339847" y="1551979"/>
                  </a:moveTo>
                  <a:lnTo>
                    <a:pt x="3311272" y="1551979"/>
                  </a:lnTo>
                  <a:lnTo>
                    <a:pt x="3311272" y="1523404"/>
                  </a:lnTo>
                  <a:lnTo>
                    <a:pt x="3339847" y="1523404"/>
                  </a:lnTo>
                  <a:lnTo>
                    <a:pt x="3339847" y="1551979"/>
                  </a:lnTo>
                  <a:close/>
                </a:path>
                <a:path w="7590155" h="1552575">
                  <a:moveTo>
                    <a:pt x="3282697" y="1551979"/>
                  </a:moveTo>
                  <a:lnTo>
                    <a:pt x="3254122" y="1551979"/>
                  </a:lnTo>
                  <a:lnTo>
                    <a:pt x="3254122" y="1523404"/>
                  </a:lnTo>
                  <a:lnTo>
                    <a:pt x="3282697" y="1523404"/>
                  </a:lnTo>
                  <a:lnTo>
                    <a:pt x="3282697" y="1551979"/>
                  </a:lnTo>
                  <a:close/>
                </a:path>
                <a:path w="7590155" h="1552575">
                  <a:moveTo>
                    <a:pt x="3225547" y="1551979"/>
                  </a:moveTo>
                  <a:lnTo>
                    <a:pt x="3196972" y="1551979"/>
                  </a:lnTo>
                  <a:lnTo>
                    <a:pt x="3196972" y="1523404"/>
                  </a:lnTo>
                  <a:lnTo>
                    <a:pt x="3225547" y="1523404"/>
                  </a:lnTo>
                  <a:lnTo>
                    <a:pt x="3225547" y="1551979"/>
                  </a:lnTo>
                  <a:close/>
                </a:path>
                <a:path w="7590155" h="1552575">
                  <a:moveTo>
                    <a:pt x="3168397" y="1551979"/>
                  </a:moveTo>
                  <a:lnTo>
                    <a:pt x="3139822" y="1551979"/>
                  </a:lnTo>
                  <a:lnTo>
                    <a:pt x="3139822" y="1523404"/>
                  </a:lnTo>
                  <a:lnTo>
                    <a:pt x="3168397" y="1523404"/>
                  </a:lnTo>
                  <a:lnTo>
                    <a:pt x="3168397" y="1551979"/>
                  </a:lnTo>
                  <a:close/>
                </a:path>
                <a:path w="7590155" h="1552575">
                  <a:moveTo>
                    <a:pt x="3111247" y="1551979"/>
                  </a:moveTo>
                  <a:lnTo>
                    <a:pt x="3082672" y="1551979"/>
                  </a:lnTo>
                  <a:lnTo>
                    <a:pt x="3082672" y="1523404"/>
                  </a:lnTo>
                  <a:lnTo>
                    <a:pt x="3111247" y="1523404"/>
                  </a:lnTo>
                  <a:lnTo>
                    <a:pt x="3111247" y="1551979"/>
                  </a:lnTo>
                  <a:close/>
                </a:path>
                <a:path w="7590155" h="1552575">
                  <a:moveTo>
                    <a:pt x="3054097" y="1551979"/>
                  </a:moveTo>
                  <a:lnTo>
                    <a:pt x="3025522" y="1551979"/>
                  </a:lnTo>
                  <a:lnTo>
                    <a:pt x="3025522" y="1523404"/>
                  </a:lnTo>
                  <a:lnTo>
                    <a:pt x="3054097" y="1523404"/>
                  </a:lnTo>
                  <a:lnTo>
                    <a:pt x="3054097" y="1551979"/>
                  </a:lnTo>
                  <a:close/>
                </a:path>
                <a:path w="7590155" h="1552575">
                  <a:moveTo>
                    <a:pt x="2996947" y="1551979"/>
                  </a:moveTo>
                  <a:lnTo>
                    <a:pt x="2968372" y="1551979"/>
                  </a:lnTo>
                  <a:lnTo>
                    <a:pt x="2968372" y="1523404"/>
                  </a:lnTo>
                  <a:lnTo>
                    <a:pt x="2996947" y="1523404"/>
                  </a:lnTo>
                  <a:lnTo>
                    <a:pt x="2996947" y="1551979"/>
                  </a:lnTo>
                  <a:close/>
                </a:path>
                <a:path w="7590155" h="1552575">
                  <a:moveTo>
                    <a:pt x="2939797" y="1551979"/>
                  </a:moveTo>
                  <a:lnTo>
                    <a:pt x="2911222" y="1551979"/>
                  </a:lnTo>
                  <a:lnTo>
                    <a:pt x="2911222" y="1523404"/>
                  </a:lnTo>
                  <a:lnTo>
                    <a:pt x="2939797" y="1523404"/>
                  </a:lnTo>
                  <a:lnTo>
                    <a:pt x="2939797" y="1551979"/>
                  </a:lnTo>
                  <a:close/>
                </a:path>
                <a:path w="7590155" h="1552575">
                  <a:moveTo>
                    <a:pt x="2882647" y="1551979"/>
                  </a:moveTo>
                  <a:lnTo>
                    <a:pt x="2854072" y="1551979"/>
                  </a:lnTo>
                  <a:lnTo>
                    <a:pt x="2854072" y="1523404"/>
                  </a:lnTo>
                  <a:lnTo>
                    <a:pt x="2882647" y="1523404"/>
                  </a:lnTo>
                  <a:lnTo>
                    <a:pt x="2882647" y="1551979"/>
                  </a:lnTo>
                  <a:close/>
                </a:path>
                <a:path w="7590155" h="1552575">
                  <a:moveTo>
                    <a:pt x="2825497" y="1551979"/>
                  </a:moveTo>
                  <a:lnTo>
                    <a:pt x="2796922" y="1551979"/>
                  </a:lnTo>
                  <a:lnTo>
                    <a:pt x="2796922" y="1523404"/>
                  </a:lnTo>
                  <a:lnTo>
                    <a:pt x="2825497" y="1523404"/>
                  </a:lnTo>
                  <a:lnTo>
                    <a:pt x="2825497" y="1551979"/>
                  </a:lnTo>
                  <a:close/>
                </a:path>
                <a:path w="7590155" h="1552575">
                  <a:moveTo>
                    <a:pt x="2768347" y="1551979"/>
                  </a:moveTo>
                  <a:lnTo>
                    <a:pt x="2739772" y="1551979"/>
                  </a:lnTo>
                  <a:lnTo>
                    <a:pt x="2739772" y="1523404"/>
                  </a:lnTo>
                  <a:lnTo>
                    <a:pt x="2768347" y="1523404"/>
                  </a:lnTo>
                  <a:lnTo>
                    <a:pt x="2768347" y="1551979"/>
                  </a:lnTo>
                  <a:close/>
                </a:path>
                <a:path w="7590155" h="1552575">
                  <a:moveTo>
                    <a:pt x="2711197" y="1551979"/>
                  </a:moveTo>
                  <a:lnTo>
                    <a:pt x="2682622" y="1551979"/>
                  </a:lnTo>
                  <a:lnTo>
                    <a:pt x="2682622" y="1523404"/>
                  </a:lnTo>
                  <a:lnTo>
                    <a:pt x="2711197" y="1523404"/>
                  </a:lnTo>
                  <a:lnTo>
                    <a:pt x="2711197" y="1551979"/>
                  </a:lnTo>
                  <a:close/>
                </a:path>
                <a:path w="7590155" h="1552575">
                  <a:moveTo>
                    <a:pt x="2654047" y="1551979"/>
                  </a:moveTo>
                  <a:lnTo>
                    <a:pt x="2625472" y="1551979"/>
                  </a:lnTo>
                  <a:lnTo>
                    <a:pt x="2625472" y="1523404"/>
                  </a:lnTo>
                  <a:lnTo>
                    <a:pt x="2654047" y="1523404"/>
                  </a:lnTo>
                  <a:lnTo>
                    <a:pt x="2654047" y="1551979"/>
                  </a:lnTo>
                  <a:close/>
                </a:path>
                <a:path w="7590155" h="1552575">
                  <a:moveTo>
                    <a:pt x="2596897" y="1551979"/>
                  </a:moveTo>
                  <a:lnTo>
                    <a:pt x="2568322" y="1551979"/>
                  </a:lnTo>
                  <a:lnTo>
                    <a:pt x="2568322" y="1523404"/>
                  </a:lnTo>
                  <a:lnTo>
                    <a:pt x="2596897" y="1523404"/>
                  </a:lnTo>
                  <a:lnTo>
                    <a:pt x="2596897" y="1551979"/>
                  </a:lnTo>
                  <a:close/>
                </a:path>
                <a:path w="7590155" h="1552575">
                  <a:moveTo>
                    <a:pt x="2539747" y="1551979"/>
                  </a:moveTo>
                  <a:lnTo>
                    <a:pt x="2511172" y="1551979"/>
                  </a:lnTo>
                  <a:lnTo>
                    <a:pt x="2511172" y="1523404"/>
                  </a:lnTo>
                  <a:lnTo>
                    <a:pt x="2539747" y="1523404"/>
                  </a:lnTo>
                  <a:lnTo>
                    <a:pt x="2539747" y="1551979"/>
                  </a:lnTo>
                  <a:close/>
                </a:path>
                <a:path w="7590155" h="1552575">
                  <a:moveTo>
                    <a:pt x="2482597" y="1551979"/>
                  </a:moveTo>
                  <a:lnTo>
                    <a:pt x="2454022" y="1551979"/>
                  </a:lnTo>
                  <a:lnTo>
                    <a:pt x="2454022" y="1523404"/>
                  </a:lnTo>
                  <a:lnTo>
                    <a:pt x="2482597" y="1523404"/>
                  </a:lnTo>
                  <a:lnTo>
                    <a:pt x="2482597" y="1551979"/>
                  </a:lnTo>
                  <a:close/>
                </a:path>
                <a:path w="7590155" h="1552575">
                  <a:moveTo>
                    <a:pt x="2425447" y="1551979"/>
                  </a:moveTo>
                  <a:lnTo>
                    <a:pt x="2396872" y="1551979"/>
                  </a:lnTo>
                  <a:lnTo>
                    <a:pt x="2396872" y="1523404"/>
                  </a:lnTo>
                  <a:lnTo>
                    <a:pt x="2425447" y="1523404"/>
                  </a:lnTo>
                  <a:lnTo>
                    <a:pt x="2425447" y="1551979"/>
                  </a:lnTo>
                  <a:close/>
                </a:path>
                <a:path w="7590155" h="1552575">
                  <a:moveTo>
                    <a:pt x="2368297" y="1551979"/>
                  </a:moveTo>
                  <a:lnTo>
                    <a:pt x="2339722" y="1551979"/>
                  </a:lnTo>
                  <a:lnTo>
                    <a:pt x="2339722" y="1523404"/>
                  </a:lnTo>
                  <a:lnTo>
                    <a:pt x="2368297" y="1523404"/>
                  </a:lnTo>
                  <a:lnTo>
                    <a:pt x="2368297" y="1551979"/>
                  </a:lnTo>
                  <a:close/>
                </a:path>
                <a:path w="7590155" h="1552575">
                  <a:moveTo>
                    <a:pt x="2311147" y="1551979"/>
                  </a:moveTo>
                  <a:lnTo>
                    <a:pt x="2282572" y="1551979"/>
                  </a:lnTo>
                  <a:lnTo>
                    <a:pt x="2282572" y="1523404"/>
                  </a:lnTo>
                  <a:lnTo>
                    <a:pt x="2311147" y="1523404"/>
                  </a:lnTo>
                  <a:lnTo>
                    <a:pt x="2311147" y="1551979"/>
                  </a:lnTo>
                  <a:close/>
                </a:path>
                <a:path w="7590155" h="1552575">
                  <a:moveTo>
                    <a:pt x="2253997" y="1551979"/>
                  </a:moveTo>
                  <a:lnTo>
                    <a:pt x="2225422" y="1551979"/>
                  </a:lnTo>
                  <a:lnTo>
                    <a:pt x="2225422" y="1523404"/>
                  </a:lnTo>
                  <a:lnTo>
                    <a:pt x="2253997" y="1523404"/>
                  </a:lnTo>
                  <a:lnTo>
                    <a:pt x="2253997" y="1551979"/>
                  </a:lnTo>
                  <a:close/>
                </a:path>
                <a:path w="7590155" h="1552575">
                  <a:moveTo>
                    <a:pt x="2196847" y="1551979"/>
                  </a:moveTo>
                  <a:lnTo>
                    <a:pt x="2168272" y="1551979"/>
                  </a:lnTo>
                  <a:lnTo>
                    <a:pt x="2168272" y="1523404"/>
                  </a:lnTo>
                  <a:lnTo>
                    <a:pt x="2196847" y="1523404"/>
                  </a:lnTo>
                  <a:lnTo>
                    <a:pt x="2196847" y="1551979"/>
                  </a:lnTo>
                  <a:close/>
                </a:path>
                <a:path w="7590155" h="1552575">
                  <a:moveTo>
                    <a:pt x="2139697" y="1551979"/>
                  </a:moveTo>
                  <a:lnTo>
                    <a:pt x="2111122" y="1551979"/>
                  </a:lnTo>
                  <a:lnTo>
                    <a:pt x="2111122" y="1523404"/>
                  </a:lnTo>
                  <a:lnTo>
                    <a:pt x="2139697" y="1523404"/>
                  </a:lnTo>
                  <a:lnTo>
                    <a:pt x="2139697" y="1551979"/>
                  </a:lnTo>
                  <a:close/>
                </a:path>
                <a:path w="7590155" h="1552575">
                  <a:moveTo>
                    <a:pt x="2082547" y="1551979"/>
                  </a:moveTo>
                  <a:lnTo>
                    <a:pt x="2053972" y="1551979"/>
                  </a:lnTo>
                  <a:lnTo>
                    <a:pt x="2053972" y="1523404"/>
                  </a:lnTo>
                  <a:lnTo>
                    <a:pt x="2082547" y="1523404"/>
                  </a:lnTo>
                  <a:lnTo>
                    <a:pt x="2082547" y="1551979"/>
                  </a:lnTo>
                  <a:close/>
                </a:path>
                <a:path w="7590155" h="1552575">
                  <a:moveTo>
                    <a:pt x="2025397" y="1551979"/>
                  </a:moveTo>
                  <a:lnTo>
                    <a:pt x="1996822" y="1551979"/>
                  </a:lnTo>
                  <a:lnTo>
                    <a:pt x="1996822" y="1523404"/>
                  </a:lnTo>
                  <a:lnTo>
                    <a:pt x="2025397" y="1523404"/>
                  </a:lnTo>
                  <a:lnTo>
                    <a:pt x="2025397" y="1551979"/>
                  </a:lnTo>
                  <a:close/>
                </a:path>
                <a:path w="7590155" h="1552575">
                  <a:moveTo>
                    <a:pt x="1968247" y="1551979"/>
                  </a:moveTo>
                  <a:lnTo>
                    <a:pt x="1939672" y="1551979"/>
                  </a:lnTo>
                  <a:lnTo>
                    <a:pt x="1939672" y="1523404"/>
                  </a:lnTo>
                  <a:lnTo>
                    <a:pt x="1968247" y="1523404"/>
                  </a:lnTo>
                  <a:lnTo>
                    <a:pt x="1968247" y="1551979"/>
                  </a:lnTo>
                  <a:close/>
                </a:path>
                <a:path w="7590155" h="1552575">
                  <a:moveTo>
                    <a:pt x="1911097" y="1551979"/>
                  </a:moveTo>
                  <a:lnTo>
                    <a:pt x="1882522" y="1551979"/>
                  </a:lnTo>
                  <a:lnTo>
                    <a:pt x="1882522" y="1523404"/>
                  </a:lnTo>
                  <a:lnTo>
                    <a:pt x="1911097" y="1523404"/>
                  </a:lnTo>
                  <a:lnTo>
                    <a:pt x="1911097" y="1551979"/>
                  </a:lnTo>
                  <a:close/>
                </a:path>
                <a:path w="7590155" h="1552575">
                  <a:moveTo>
                    <a:pt x="1853947" y="1551979"/>
                  </a:moveTo>
                  <a:lnTo>
                    <a:pt x="1825372" y="1551979"/>
                  </a:lnTo>
                  <a:lnTo>
                    <a:pt x="1825372" y="1523404"/>
                  </a:lnTo>
                  <a:lnTo>
                    <a:pt x="1853947" y="1523404"/>
                  </a:lnTo>
                  <a:lnTo>
                    <a:pt x="1853947" y="1551979"/>
                  </a:lnTo>
                  <a:close/>
                </a:path>
                <a:path w="7590155" h="1552575">
                  <a:moveTo>
                    <a:pt x="1796797" y="1551979"/>
                  </a:moveTo>
                  <a:lnTo>
                    <a:pt x="1768222" y="1551979"/>
                  </a:lnTo>
                  <a:lnTo>
                    <a:pt x="1768222" y="1523404"/>
                  </a:lnTo>
                  <a:lnTo>
                    <a:pt x="1796797" y="1523404"/>
                  </a:lnTo>
                  <a:lnTo>
                    <a:pt x="1796797" y="1551979"/>
                  </a:lnTo>
                  <a:close/>
                </a:path>
                <a:path w="7590155" h="1552575">
                  <a:moveTo>
                    <a:pt x="1739647" y="1551979"/>
                  </a:moveTo>
                  <a:lnTo>
                    <a:pt x="1711072" y="1551979"/>
                  </a:lnTo>
                  <a:lnTo>
                    <a:pt x="1711072" y="1523404"/>
                  </a:lnTo>
                  <a:lnTo>
                    <a:pt x="1739647" y="1523404"/>
                  </a:lnTo>
                  <a:lnTo>
                    <a:pt x="1739647" y="1551979"/>
                  </a:lnTo>
                  <a:close/>
                </a:path>
                <a:path w="7590155" h="1552575">
                  <a:moveTo>
                    <a:pt x="1682497" y="1551979"/>
                  </a:moveTo>
                  <a:lnTo>
                    <a:pt x="1653922" y="1551979"/>
                  </a:lnTo>
                  <a:lnTo>
                    <a:pt x="1653922" y="1523404"/>
                  </a:lnTo>
                  <a:lnTo>
                    <a:pt x="1682497" y="1523404"/>
                  </a:lnTo>
                  <a:lnTo>
                    <a:pt x="1682497" y="1551979"/>
                  </a:lnTo>
                  <a:close/>
                </a:path>
                <a:path w="7590155" h="1552575">
                  <a:moveTo>
                    <a:pt x="1625347" y="1551979"/>
                  </a:moveTo>
                  <a:lnTo>
                    <a:pt x="1596772" y="1551979"/>
                  </a:lnTo>
                  <a:lnTo>
                    <a:pt x="1596772" y="1523404"/>
                  </a:lnTo>
                  <a:lnTo>
                    <a:pt x="1625347" y="1523404"/>
                  </a:lnTo>
                  <a:lnTo>
                    <a:pt x="1625347" y="1551979"/>
                  </a:lnTo>
                  <a:close/>
                </a:path>
                <a:path w="7590155" h="1552575">
                  <a:moveTo>
                    <a:pt x="1568197" y="1551979"/>
                  </a:moveTo>
                  <a:lnTo>
                    <a:pt x="1539622" y="1551979"/>
                  </a:lnTo>
                  <a:lnTo>
                    <a:pt x="1539622" y="1523404"/>
                  </a:lnTo>
                  <a:lnTo>
                    <a:pt x="1568197" y="1523404"/>
                  </a:lnTo>
                  <a:lnTo>
                    <a:pt x="1568197" y="1551979"/>
                  </a:lnTo>
                  <a:close/>
                </a:path>
                <a:path w="7590155" h="1552575">
                  <a:moveTo>
                    <a:pt x="1511047" y="1551979"/>
                  </a:moveTo>
                  <a:lnTo>
                    <a:pt x="1482472" y="1551979"/>
                  </a:lnTo>
                  <a:lnTo>
                    <a:pt x="1482472" y="1523404"/>
                  </a:lnTo>
                  <a:lnTo>
                    <a:pt x="1511047" y="1523404"/>
                  </a:lnTo>
                  <a:lnTo>
                    <a:pt x="1511047" y="1551979"/>
                  </a:lnTo>
                  <a:close/>
                </a:path>
                <a:path w="7590155" h="1552575">
                  <a:moveTo>
                    <a:pt x="1453897" y="1551979"/>
                  </a:moveTo>
                  <a:lnTo>
                    <a:pt x="1425322" y="1551979"/>
                  </a:lnTo>
                  <a:lnTo>
                    <a:pt x="1425322" y="1523404"/>
                  </a:lnTo>
                  <a:lnTo>
                    <a:pt x="1453897" y="1523404"/>
                  </a:lnTo>
                  <a:lnTo>
                    <a:pt x="1453897" y="1551979"/>
                  </a:lnTo>
                  <a:close/>
                </a:path>
                <a:path w="7590155" h="1552575">
                  <a:moveTo>
                    <a:pt x="1396747" y="1551979"/>
                  </a:moveTo>
                  <a:lnTo>
                    <a:pt x="1368172" y="1551979"/>
                  </a:lnTo>
                  <a:lnTo>
                    <a:pt x="1368172" y="1523404"/>
                  </a:lnTo>
                  <a:lnTo>
                    <a:pt x="1396747" y="1523404"/>
                  </a:lnTo>
                  <a:lnTo>
                    <a:pt x="1396747" y="1551979"/>
                  </a:lnTo>
                  <a:close/>
                </a:path>
                <a:path w="7590155" h="1552575">
                  <a:moveTo>
                    <a:pt x="1339597" y="1551979"/>
                  </a:moveTo>
                  <a:lnTo>
                    <a:pt x="1311022" y="1551979"/>
                  </a:lnTo>
                  <a:lnTo>
                    <a:pt x="1311022" y="1523404"/>
                  </a:lnTo>
                  <a:lnTo>
                    <a:pt x="1339597" y="1523404"/>
                  </a:lnTo>
                  <a:lnTo>
                    <a:pt x="1339597" y="1551979"/>
                  </a:lnTo>
                  <a:close/>
                </a:path>
                <a:path w="7590155" h="1552575">
                  <a:moveTo>
                    <a:pt x="1282447" y="1551979"/>
                  </a:moveTo>
                  <a:lnTo>
                    <a:pt x="1253872" y="1551979"/>
                  </a:lnTo>
                  <a:lnTo>
                    <a:pt x="1253872" y="1523404"/>
                  </a:lnTo>
                  <a:lnTo>
                    <a:pt x="1282447" y="1523404"/>
                  </a:lnTo>
                  <a:lnTo>
                    <a:pt x="1282447" y="1551979"/>
                  </a:lnTo>
                  <a:close/>
                </a:path>
                <a:path w="7590155" h="1552575">
                  <a:moveTo>
                    <a:pt x="1225297" y="1551979"/>
                  </a:moveTo>
                  <a:lnTo>
                    <a:pt x="1196722" y="1551979"/>
                  </a:lnTo>
                  <a:lnTo>
                    <a:pt x="1196722" y="1523404"/>
                  </a:lnTo>
                  <a:lnTo>
                    <a:pt x="1225297" y="1523404"/>
                  </a:lnTo>
                  <a:lnTo>
                    <a:pt x="1225297" y="1551979"/>
                  </a:lnTo>
                  <a:close/>
                </a:path>
                <a:path w="7590155" h="1552575">
                  <a:moveTo>
                    <a:pt x="1168147" y="1551979"/>
                  </a:moveTo>
                  <a:lnTo>
                    <a:pt x="1139572" y="1551979"/>
                  </a:lnTo>
                  <a:lnTo>
                    <a:pt x="1139572" y="1523404"/>
                  </a:lnTo>
                  <a:lnTo>
                    <a:pt x="1168147" y="1523404"/>
                  </a:lnTo>
                  <a:lnTo>
                    <a:pt x="1168147" y="1551979"/>
                  </a:lnTo>
                  <a:close/>
                </a:path>
                <a:path w="7590155" h="1552575">
                  <a:moveTo>
                    <a:pt x="1110997" y="1551979"/>
                  </a:moveTo>
                  <a:lnTo>
                    <a:pt x="1082422" y="1551979"/>
                  </a:lnTo>
                  <a:lnTo>
                    <a:pt x="1082422" y="1523404"/>
                  </a:lnTo>
                  <a:lnTo>
                    <a:pt x="1110997" y="1523404"/>
                  </a:lnTo>
                  <a:lnTo>
                    <a:pt x="1110997" y="1551979"/>
                  </a:lnTo>
                  <a:close/>
                </a:path>
                <a:path w="7590155" h="1552575">
                  <a:moveTo>
                    <a:pt x="1053847" y="1551979"/>
                  </a:moveTo>
                  <a:lnTo>
                    <a:pt x="1025272" y="1551979"/>
                  </a:lnTo>
                  <a:lnTo>
                    <a:pt x="1025272" y="1523404"/>
                  </a:lnTo>
                  <a:lnTo>
                    <a:pt x="1053847" y="1523404"/>
                  </a:lnTo>
                  <a:lnTo>
                    <a:pt x="1053847" y="1551979"/>
                  </a:lnTo>
                  <a:close/>
                </a:path>
                <a:path w="7590155" h="1552575">
                  <a:moveTo>
                    <a:pt x="996697" y="1551979"/>
                  </a:moveTo>
                  <a:lnTo>
                    <a:pt x="968122" y="1551979"/>
                  </a:lnTo>
                  <a:lnTo>
                    <a:pt x="968122" y="1523404"/>
                  </a:lnTo>
                  <a:lnTo>
                    <a:pt x="996697" y="1523404"/>
                  </a:lnTo>
                  <a:lnTo>
                    <a:pt x="996697" y="1551979"/>
                  </a:lnTo>
                  <a:close/>
                </a:path>
                <a:path w="7590155" h="1552575">
                  <a:moveTo>
                    <a:pt x="939547" y="1551979"/>
                  </a:moveTo>
                  <a:lnTo>
                    <a:pt x="910972" y="1551979"/>
                  </a:lnTo>
                  <a:lnTo>
                    <a:pt x="910972" y="1523404"/>
                  </a:lnTo>
                  <a:lnTo>
                    <a:pt x="939547" y="1523404"/>
                  </a:lnTo>
                  <a:lnTo>
                    <a:pt x="939547" y="1551979"/>
                  </a:lnTo>
                  <a:close/>
                </a:path>
                <a:path w="7590155" h="1552575">
                  <a:moveTo>
                    <a:pt x="882397" y="1551979"/>
                  </a:moveTo>
                  <a:lnTo>
                    <a:pt x="853822" y="1551979"/>
                  </a:lnTo>
                  <a:lnTo>
                    <a:pt x="853822" y="1523404"/>
                  </a:lnTo>
                  <a:lnTo>
                    <a:pt x="882397" y="1523404"/>
                  </a:lnTo>
                  <a:lnTo>
                    <a:pt x="882397" y="1551979"/>
                  </a:lnTo>
                  <a:close/>
                </a:path>
                <a:path w="7590155" h="1552575">
                  <a:moveTo>
                    <a:pt x="825247" y="1551979"/>
                  </a:moveTo>
                  <a:lnTo>
                    <a:pt x="796672" y="1551979"/>
                  </a:lnTo>
                  <a:lnTo>
                    <a:pt x="796672" y="1523404"/>
                  </a:lnTo>
                  <a:lnTo>
                    <a:pt x="825247" y="1523404"/>
                  </a:lnTo>
                  <a:lnTo>
                    <a:pt x="825247" y="1551979"/>
                  </a:lnTo>
                  <a:close/>
                </a:path>
                <a:path w="7590155" h="1552575">
                  <a:moveTo>
                    <a:pt x="768097" y="1551979"/>
                  </a:moveTo>
                  <a:lnTo>
                    <a:pt x="739522" y="1551979"/>
                  </a:lnTo>
                  <a:lnTo>
                    <a:pt x="739522" y="1523404"/>
                  </a:lnTo>
                  <a:lnTo>
                    <a:pt x="768097" y="1523404"/>
                  </a:lnTo>
                  <a:lnTo>
                    <a:pt x="768097" y="1551979"/>
                  </a:lnTo>
                  <a:close/>
                </a:path>
                <a:path w="7590155" h="1552575">
                  <a:moveTo>
                    <a:pt x="710947" y="1551979"/>
                  </a:moveTo>
                  <a:lnTo>
                    <a:pt x="682372" y="1551979"/>
                  </a:lnTo>
                  <a:lnTo>
                    <a:pt x="682372" y="1523404"/>
                  </a:lnTo>
                  <a:lnTo>
                    <a:pt x="710947" y="1523404"/>
                  </a:lnTo>
                  <a:lnTo>
                    <a:pt x="710947" y="1551979"/>
                  </a:lnTo>
                  <a:close/>
                </a:path>
                <a:path w="7590155" h="1552575">
                  <a:moveTo>
                    <a:pt x="653797" y="1551979"/>
                  </a:moveTo>
                  <a:lnTo>
                    <a:pt x="625222" y="1551979"/>
                  </a:lnTo>
                  <a:lnTo>
                    <a:pt x="625222" y="1523404"/>
                  </a:lnTo>
                  <a:lnTo>
                    <a:pt x="653797" y="1523404"/>
                  </a:lnTo>
                  <a:lnTo>
                    <a:pt x="653797" y="1551979"/>
                  </a:lnTo>
                  <a:close/>
                </a:path>
                <a:path w="7590155" h="1552575">
                  <a:moveTo>
                    <a:pt x="596647" y="1551979"/>
                  </a:moveTo>
                  <a:lnTo>
                    <a:pt x="568072" y="1551979"/>
                  </a:lnTo>
                  <a:lnTo>
                    <a:pt x="568072" y="1523404"/>
                  </a:lnTo>
                  <a:lnTo>
                    <a:pt x="596647" y="1523404"/>
                  </a:lnTo>
                  <a:lnTo>
                    <a:pt x="596647" y="1551979"/>
                  </a:lnTo>
                  <a:close/>
                </a:path>
                <a:path w="7590155" h="1552575">
                  <a:moveTo>
                    <a:pt x="539497" y="1551979"/>
                  </a:moveTo>
                  <a:lnTo>
                    <a:pt x="510922" y="1551979"/>
                  </a:lnTo>
                  <a:lnTo>
                    <a:pt x="510922" y="1523404"/>
                  </a:lnTo>
                  <a:lnTo>
                    <a:pt x="539497" y="1523404"/>
                  </a:lnTo>
                  <a:lnTo>
                    <a:pt x="539497" y="1551979"/>
                  </a:lnTo>
                  <a:close/>
                </a:path>
                <a:path w="7590155" h="1552575">
                  <a:moveTo>
                    <a:pt x="482347" y="1551979"/>
                  </a:moveTo>
                  <a:lnTo>
                    <a:pt x="453772" y="1551979"/>
                  </a:lnTo>
                  <a:lnTo>
                    <a:pt x="453772" y="1523404"/>
                  </a:lnTo>
                  <a:lnTo>
                    <a:pt x="482347" y="1523404"/>
                  </a:lnTo>
                  <a:lnTo>
                    <a:pt x="482347" y="1551979"/>
                  </a:lnTo>
                  <a:close/>
                </a:path>
                <a:path w="7590155" h="1552575">
                  <a:moveTo>
                    <a:pt x="425197" y="1551979"/>
                  </a:moveTo>
                  <a:lnTo>
                    <a:pt x="396622" y="1551979"/>
                  </a:lnTo>
                  <a:lnTo>
                    <a:pt x="396622" y="1523404"/>
                  </a:lnTo>
                  <a:lnTo>
                    <a:pt x="425197" y="1523404"/>
                  </a:lnTo>
                  <a:lnTo>
                    <a:pt x="425197" y="1551979"/>
                  </a:lnTo>
                  <a:close/>
                </a:path>
                <a:path w="7590155" h="1552575">
                  <a:moveTo>
                    <a:pt x="368047" y="1551979"/>
                  </a:moveTo>
                  <a:lnTo>
                    <a:pt x="339472" y="1551979"/>
                  </a:lnTo>
                  <a:lnTo>
                    <a:pt x="339472" y="1523404"/>
                  </a:lnTo>
                  <a:lnTo>
                    <a:pt x="368047" y="1523404"/>
                  </a:lnTo>
                  <a:lnTo>
                    <a:pt x="368047" y="1551979"/>
                  </a:lnTo>
                  <a:close/>
                </a:path>
                <a:path w="7590155" h="1552575">
                  <a:moveTo>
                    <a:pt x="310897" y="1551979"/>
                  </a:moveTo>
                  <a:lnTo>
                    <a:pt x="282322" y="1551979"/>
                  </a:lnTo>
                  <a:lnTo>
                    <a:pt x="282322" y="1523404"/>
                  </a:lnTo>
                  <a:lnTo>
                    <a:pt x="310897" y="1523404"/>
                  </a:lnTo>
                  <a:lnTo>
                    <a:pt x="310897" y="1551979"/>
                  </a:lnTo>
                  <a:close/>
                </a:path>
                <a:path w="7590155" h="1552575">
                  <a:moveTo>
                    <a:pt x="253747" y="1551979"/>
                  </a:moveTo>
                  <a:lnTo>
                    <a:pt x="225172" y="1551979"/>
                  </a:lnTo>
                  <a:lnTo>
                    <a:pt x="225172" y="1523404"/>
                  </a:lnTo>
                  <a:lnTo>
                    <a:pt x="253747" y="1523404"/>
                  </a:lnTo>
                  <a:lnTo>
                    <a:pt x="253747" y="1551979"/>
                  </a:lnTo>
                  <a:close/>
                </a:path>
                <a:path w="7590155" h="1552575">
                  <a:moveTo>
                    <a:pt x="196597" y="1551979"/>
                  </a:moveTo>
                  <a:lnTo>
                    <a:pt x="168022" y="1551979"/>
                  </a:lnTo>
                  <a:lnTo>
                    <a:pt x="168022" y="1523404"/>
                  </a:lnTo>
                  <a:lnTo>
                    <a:pt x="196597" y="1523404"/>
                  </a:lnTo>
                  <a:lnTo>
                    <a:pt x="196597" y="1551979"/>
                  </a:lnTo>
                  <a:close/>
                </a:path>
                <a:path w="7590155" h="1552575">
                  <a:moveTo>
                    <a:pt x="139316" y="1549743"/>
                  </a:moveTo>
                  <a:lnTo>
                    <a:pt x="130176" y="1548839"/>
                  </a:lnTo>
                  <a:lnTo>
                    <a:pt x="111559" y="1543182"/>
                  </a:lnTo>
                  <a:lnTo>
                    <a:pt x="120258" y="1516731"/>
                  </a:lnTo>
                  <a:lnTo>
                    <a:pt x="127758" y="1519198"/>
                  </a:lnTo>
                  <a:lnTo>
                    <a:pt x="135414" y="1520984"/>
                  </a:lnTo>
                  <a:lnTo>
                    <a:pt x="143229" y="1522089"/>
                  </a:lnTo>
                  <a:lnTo>
                    <a:pt x="139316" y="1549743"/>
                  </a:lnTo>
                  <a:close/>
                </a:path>
                <a:path w="7590155" h="1552575">
                  <a:moveTo>
                    <a:pt x="40713" y="1496373"/>
                  </a:moveTo>
                  <a:lnTo>
                    <a:pt x="27203" y="1479896"/>
                  </a:lnTo>
                  <a:lnTo>
                    <a:pt x="23701" y="1473337"/>
                  </a:lnTo>
                  <a:lnTo>
                    <a:pt x="47701" y="1458878"/>
                  </a:lnTo>
                  <a:lnTo>
                    <a:pt x="51789" y="1465663"/>
                  </a:lnTo>
                  <a:lnTo>
                    <a:pt x="56445" y="1472034"/>
                  </a:lnTo>
                  <a:lnTo>
                    <a:pt x="61669" y="1477990"/>
                  </a:lnTo>
                  <a:lnTo>
                    <a:pt x="40713" y="1496373"/>
                  </a:lnTo>
                  <a:close/>
                </a:path>
                <a:path w="7590155" h="1552575">
                  <a:moveTo>
                    <a:pt x="85465" y="1531921"/>
                  </a:moveTo>
                  <a:lnTo>
                    <a:pt x="72083" y="1524776"/>
                  </a:lnTo>
                  <a:lnTo>
                    <a:pt x="61638" y="1516212"/>
                  </a:lnTo>
                  <a:lnTo>
                    <a:pt x="78942" y="1494446"/>
                  </a:lnTo>
                  <a:lnTo>
                    <a:pt x="85126" y="1499362"/>
                  </a:lnTo>
                  <a:lnTo>
                    <a:pt x="91698" y="1503695"/>
                  </a:lnTo>
                  <a:lnTo>
                    <a:pt x="98655" y="1507445"/>
                  </a:lnTo>
                  <a:lnTo>
                    <a:pt x="85465" y="1531921"/>
                  </a:lnTo>
                  <a:close/>
                </a:path>
                <a:path w="7590155" h="1552575">
                  <a:moveTo>
                    <a:pt x="11045" y="1447819"/>
                  </a:moveTo>
                  <a:lnTo>
                    <a:pt x="3139" y="1421802"/>
                  </a:lnTo>
                  <a:lnTo>
                    <a:pt x="3003" y="1420421"/>
                  </a:lnTo>
                  <a:lnTo>
                    <a:pt x="30942" y="1415084"/>
                  </a:lnTo>
                  <a:lnTo>
                    <a:pt x="32420" y="1422823"/>
                  </a:lnTo>
                  <a:lnTo>
                    <a:pt x="34568" y="1430374"/>
                  </a:lnTo>
                  <a:lnTo>
                    <a:pt x="37386" y="1437735"/>
                  </a:lnTo>
                  <a:lnTo>
                    <a:pt x="11045" y="1447819"/>
                  </a:lnTo>
                  <a:close/>
                </a:path>
                <a:path w="7590155" h="1552575">
                  <a:moveTo>
                    <a:pt x="164" y="1391735"/>
                  </a:moveTo>
                  <a:lnTo>
                    <a:pt x="0" y="1390067"/>
                  </a:lnTo>
                  <a:lnTo>
                    <a:pt x="0" y="1363129"/>
                  </a:lnTo>
                  <a:lnTo>
                    <a:pt x="28574" y="1363129"/>
                  </a:lnTo>
                  <a:lnTo>
                    <a:pt x="28583" y="1391588"/>
                  </a:lnTo>
                  <a:lnTo>
                    <a:pt x="164" y="1391735"/>
                  </a:lnTo>
                  <a:close/>
                </a:path>
                <a:path w="7590155" h="1552575">
                  <a:moveTo>
                    <a:pt x="28574" y="1334554"/>
                  </a:moveTo>
                  <a:lnTo>
                    <a:pt x="0" y="1334554"/>
                  </a:lnTo>
                  <a:lnTo>
                    <a:pt x="0" y="1305979"/>
                  </a:lnTo>
                  <a:lnTo>
                    <a:pt x="28574" y="1305979"/>
                  </a:lnTo>
                  <a:lnTo>
                    <a:pt x="28574" y="1334554"/>
                  </a:lnTo>
                  <a:close/>
                </a:path>
                <a:path w="7590155" h="1552575">
                  <a:moveTo>
                    <a:pt x="28574" y="1277404"/>
                  </a:moveTo>
                  <a:lnTo>
                    <a:pt x="0" y="1277404"/>
                  </a:lnTo>
                  <a:lnTo>
                    <a:pt x="0" y="1248829"/>
                  </a:lnTo>
                  <a:lnTo>
                    <a:pt x="28574" y="1248829"/>
                  </a:lnTo>
                  <a:lnTo>
                    <a:pt x="28574" y="1277404"/>
                  </a:lnTo>
                  <a:close/>
                </a:path>
                <a:path w="7590155" h="1552575">
                  <a:moveTo>
                    <a:pt x="28574" y="1220254"/>
                  </a:moveTo>
                  <a:lnTo>
                    <a:pt x="0" y="1220254"/>
                  </a:lnTo>
                  <a:lnTo>
                    <a:pt x="0" y="1191679"/>
                  </a:lnTo>
                  <a:lnTo>
                    <a:pt x="28574" y="1191679"/>
                  </a:lnTo>
                  <a:lnTo>
                    <a:pt x="28574" y="1220254"/>
                  </a:lnTo>
                  <a:close/>
                </a:path>
                <a:path w="7590155" h="1552575">
                  <a:moveTo>
                    <a:pt x="28574" y="1163104"/>
                  </a:moveTo>
                  <a:lnTo>
                    <a:pt x="0" y="1163104"/>
                  </a:lnTo>
                  <a:lnTo>
                    <a:pt x="0" y="1134529"/>
                  </a:lnTo>
                  <a:lnTo>
                    <a:pt x="28574" y="1134529"/>
                  </a:lnTo>
                  <a:lnTo>
                    <a:pt x="28574" y="1163104"/>
                  </a:lnTo>
                  <a:close/>
                </a:path>
                <a:path w="7590155" h="1552575">
                  <a:moveTo>
                    <a:pt x="28574" y="1105954"/>
                  </a:moveTo>
                  <a:lnTo>
                    <a:pt x="0" y="1105954"/>
                  </a:lnTo>
                  <a:lnTo>
                    <a:pt x="0" y="1077379"/>
                  </a:lnTo>
                  <a:lnTo>
                    <a:pt x="28574" y="1077379"/>
                  </a:lnTo>
                  <a:lnTo>
                    <a:pt x="28574" y="1105954"/>
                  </a:lnTo>
                  <a:close/>
                </a:path>
                <a:path w="7590155" h="1552575">
                  <a:moveTo>
                    <a:pt x="28574" y="1048804"/>
                  </a:moveTo>
                  <a:lnTo>
                    <a:pt x="0" y="1048804"/>
                  </a:lnTo>
                  <a:lnTo>
                    <a:pt x="0" y="1020229"/>
                  </a:lnTo>
                  <a:lnTo>
                    <a:pt x="28574" y="1020229"/>
                  </a:lnTo>
                  <a:lnTo>
                    <a:pt x="28574" y="1048804"/>
                  </a:lnTo>
                  <a:close/>
                </a:path>
                <a:path w="7590155" h="1552575">
                  <a:moveTo>
                    <a:pt x="28574" y="991654"/>
                  </a:moveTo>
                  <a:lnTo>
                    <a:pt x="0" y="991654"/>
                  </a:lnTo>
                  <a:lnTo>
                    <a:pt x="0" y="963079"/>
                  </a:lnTo>
                  <a:lnTo>
                    <a:pt x="28574" y="963079"/>
                  </a:lnTo>
                  <a:lnTo>
                    <a:pt x="28574" y="991654"/>
                  </a:lnTo>
                  <a:close/>
                </a:path>
                <a:path w="7590155" h="1552575">
                  <a:moveTo>
                    <a:pt x="28574" y="934504"/>
                  </a:moveTo>
                  <a:lnTo>
                    <a:pt x="0" y="934504"/>
                  </a:lnTo>
                  <a:lnTo>
                    <a:pt x="0" y="905929"/>
                  </a:lnTo>
                  <a:lnTo>
                    <a:pt x="28574" y="905929"/>
                  </a:lnTo>
                  <a:lnTo>
                    <a:pt x="28574" y="934504"/>
                  </a:lnTo>
                  <a:close/>
                </a:path>
                <a:path w="7590155" h="1552575">
                  <a:moveTo>
                    <a:pt x="28574" y="877355"/>
                  </a:moveTo>
                  <a:lnTo>
                    <a:pt x="0" y="877355"/>
                  </a:lnTo>
                  <a:lnTo>
                    <a:pt x="0" y="848780"/>
                  </a:lnTo>
                  <a:lnTo>
                    <a:pt x="28574" y="848780"/>
                  </a:lnTo>
                  <a:lnTo>
                    <a:pt x="28574" y="877355"/>
                  </a:lnTo>
                  <a:close/>
                </a:path>
                <a:path w="7590155" h="1552575">
                  <a:moveTo>
                    <a:pt x="28574" y="820205"/>
                  </a:moveTo>
                  <a:lnTo>
                    <a:pt x="0" y="820205"/>
                  </a:lnTo>
                  <a:lnTo>
                    <a:pt x="0" y="791630"/>
                  </a:lnTo>
                  <a:lnTo>
                    <a:pt x="28574" y="791630"/>
                  </a:lnTo>
                  <a:lnTo>
                    <a:pt x="28574" y="820205"/>
                  </a:lnTo>
                  <a:close/>
                </a:path>
                <a:path w="7590155" h="1552575">
                  <a:moveTo>
                    <a:pt x="28574" y="763055"/>
                  </a:moveTo>
                  <a:lnTo>
                    <a:pt x="0" y="763055"/>
                  </a:lnTo>
                  <a:lnTo>
                    <a:pt x="0" y="734480"/>
                  </a:lnTo>
                  <a:lnTo>
                    <a:pt x="28574" y="734480"/>
                  </a:lnTo>
                  <a:lnTo>
                    <a:pt x="28574" y="763055"/>
                  </a:lnTo>
                  <a:close/>
                </a:path>
                <a:path w="7590155" h="1552575">
                  <a:moveTo>
                    <a:pt x="28574" y="705905"/>
                  </a:moveTo>
                  <a:lnTo>
                    <a:pt x="0" y="705905"/>
                  </a:lnTo>
                  <a:lnTo>
                    <a:pt x="0" y="677330"/>
                  </a:lnTo>
                  <a:lnTo>
                    <a:pt x="28574" y="677330"/>
                  </a:lnTo>
                  <a:lnTo>
                    <a:pt x="28574" y="705905"/>
                  </a:lnTo>
                  <a:close/>
                </a:path>
                <a:path w="7590155" h="1552575">
                  <a:moveTo>
                    <a:pt x="28574" y="648755"/>
                  </a:moveTo>
                  <a:lnTo>
                    <a:pt x="0" y="648755"/>
                  </a:lnTo>
                  <a:lnTo>
                    <a:pt x="0" y="620180"/>
                  </a:lnTo>
                  <a:lnTo>
                    <a:pt x="28574" y="620180"/>
                  </a:lnTo>
                  <a:lnTo>
                    <a:pt x="28574" y="648755"/>
                  </a:lnTo>
                  <a:close/>
                </a:path>
                <a:path w="7590155" h="1552575">
                  <a:moveTo>
                    <a:pt x="28574" y="591605"/>
                  </a:moveTo>
                  <a:lnTo>
                    <a:pt x="0" y="591605"/>
                  </a:lnTo>
                  <a:lnTo>
                    <a:pt x="0" y="563030"/>
                  </a:lnTo>
                  <a:lnTo>
                    <a:pt x="28574" y="563030"/>
                  </a:lnTo>
                  <a:lnTo>
                    <a:pt x="28574" y="591605"/>
                  </a:lnTo>
                  <a:close/>
                </a:path>
                <a:path w="7590155" h="1552575">
                  <a:moveTo>
                    <a:pt x="28574" y="534455"/>
                  </a:moveTo>
                  <a:lnTo>
                    <a:pt x="0" y="534455"/>
                  </a:lnTo>
                  <a:lnTo>
                    <a:pt x="0" y="505880"/>
                  </a:lnTo>
                  <a:lnTo>
                    <a:pt x="28574" y="505880"/>
                  </a:lnTo>
                  <a:lnTo>
                    <a:pt x="28574" y="534455"/>
                  </a:lnTo>
                  <a:close/>
                </a:path>
                <a:path w="7590155" h="1552575">
                  <a:moveTo>
                    <a:pt x="28574" y="477305"/>
                  </a:moveTo>
                  <a:lnTo>
                    <a:pt x="0" y="477305"/>
                  </a:lnTo>
                  <a:lnTo>
                    <a:pt x="0" y="448730"/>
                  </a:lnTo>
                  <a:lnTo>
                    <a:pt x="28574" y="448730"/>
                  </a:lnTo>
                  <a:lnTo>
                    <a:pt x="28574" y="477305"/>
                  </a:lnTo>
                  <a:close/>
                </a:path>
                <a:path w="7590155" h="1552575">
                  <a:moveTo>
                    <a:pt x="28574" y="420155"/>
                  </a:moveTo>
                  <a:lnTo>
                    <a:pt x="0" y="420155"/>
                  </a:lnTo>
                  <a:lnTo>
                    <a:pt x="0" y="391580"/>
                  </a:lnTo>
                  <a:lnTo>
                    <a:pt x="28574" y="391580"/>
                  </a:lnTo>
                  <a:lnTo>
                    <a:pt x="28574" y="420155"/>
                  </a:lnTo>
                  <a:close/>
                </a:path>
                <a:path w="7590155" h="1552575">
                  <a:moveTo>
                    <a:pt x="28574" y="363005"/>
                  </a:moveTo>
                  <a:lnTo>
                    <a:pt x="0" y="363005"/>
                  </a:lnTo>
                  <a:lnTo>
                    <a:pt x="0" y="334430"/>
                  </a:lnTo>
                  <a:lnTo>
                    <a:pt x="28574" y="334430"/>
                  </a:lnTo>
                  <a:lnTo>
                    <a:pt x="28574" y="363005"/>
                  </a:lnTo>
                  <a:close/>
                </a:path>
                <a:path w="7590155" h="1552575">
                  <a:moveTo>
                    <a:pt x="28574" y="305855"/>
                  </a:moveTo>
                  <a:lnTo>
                    <a:pt x="0" y="305855"/>
                  </a:lnTo>
                  <a:lnTo>
                    <a:pt x="0" y="277280"/>
                  </a:lnTo>
                  <a:lnTo>
                    <a:pt x="28574" y="277280"/>
                  </a:lnTo>
                  <a:lnTo>
                    <a:pt x="28574" y="305855"/>
                  </a:lnTo>
                  <a:close/>
                </a:path>
                <a:path w="7590155" h="1552575">
                  <a:moveTo>
                    <a:pt x="28574" y="248705"/>
                  </a:moveTo>
                  <a:lnTo>
                    <a:pt x="0" y="248705"/>
                  </a:lnTo>
                  <a:lnTo>
                    <a:pt x="0" y="220130"/>
                  </a:lnTo>
                  <a:lnTo>
                    <a:pt x="28574" y="220130"/>
                  </a:lnTo>
                  <a:lnTo>
                    <a:pt x="28574" y="248705"/>
                  </a:lnTo>
                  <a:close/>
                </a:path>
                <a:path w="7590155" h="1552575">
                  <a:moveTo>
                    <a:pt x="28574" y="191555"/>
                  </a:moveTo>
                  <a:lnTo>
                    <a:pt x="0" y="191555"/>
                  </a:lnTo>
                  <a:lnTo>
                    <a:pt x="0" y="162980"/>
                  </a:lnTo>
                  <a:lnTo>
                    <a:pt x="28574" y="162980"/>
                  </a:lnTo>
                  <a:lnTo>
                    <a:pt x="28574" y="191555"/>
                  </a:lnTo>
                  <a:close/>
                </a:path>
                <a:path w="7590155" h="1552575">
                  <a:moveTo>
                    <a:pt x="30540" y="139098"/>
                  </a:moveTo>
                  <a:lnTo>
                    <a:pt x="2734" y="134270"/>
                  </a:lnTo>
                  <a:lnTo>
                    <a:pt x="3025" y="131331"/>
                  </a:lnTo>
                  <a:lnTo>
                    <a:pt x="3139" y="130176"/>
                  </a:lnTo>
                  <a:lnTo>
                    <a:pt x="10259" y="106747"/>
                  </a:lnTo>
                  <a:lnTo>
                    <a:pt x="36607" y="116332"/>
                  </a:lnTo>
                  <a:lnTo>
                    <a:pt x="33911" y="123742"/>
                  </a:lnTo>
                  <a:lnTo>
                    <a:pt x="31889" y="131331"/>
                  </a:lnTo>
                  <a:lnTo>
                    <a:pt x="30540" y="139098"/>
                  </a:lnTo>
                  <a:close/>
                </a:path>
                <a:path w="7590155" h="1552575">
                  <a:moveTo>
                    <a:pt x="77191" y="58948"/>
                  </a:moveTo>
                  <a:lnTo>
                    <a:pt x="59535" y="37491"/>
                  </a:lnTo>
                  <a:lnTo>
                    <a:pt x="72083" y="27203"/>
                  </a:lnTo>
                  <a:lnTo>
                    <a:pt x="83086" y="21328"/>
                  </a:lnTo>
                  <a:lnTo>
                    <a:pt x="96699" y="45609"/>
                  </a:lnTo>
                  <a:lnTo>
                    <a:pt x="89800" y="49477"/>
                  </a:lnTo>
                  <a:lnTo>
                    <a:pt x="83298" y="53923"/>
                  </a:lnTo>
                  <a:lnTo>
                    <a:pt x="77191" y="58948"/>
                  </a:lnTo>
                  <a:close/>
                </a:path>
                <a:path w="7590155" h="1552575">
                  <a:moveTo>
                    <a:pt x="46564" y="95024"/>
                  </a:moveTo>
                  <a:lnTo>
                    <a:pt x="22427" y="81028"/>
                  </a:lnTo>
                  <a:lnTo>
                    <a:pt x="27203" y="72083"/>
                  </a:lnTo>
                  <a:lnTo>
                    <a:pt x="38983" y="57715"/>
                  </a:lnTo>
                  <a:lnTo>
                    <a:pt x="60196" y="75697"/>
                  </a:lnTo>
                  <a:lnTo>
                    <a:pt x="55079" y="81734"/>
                  </a:lnTo>
                  <a:lnTo>
                    <a:pt x="50535" y="88177"/>
                  </a:lnTo>
                  <a:lnTo>
                    <a:pt x="46564" y="95024"/>
                  </a:lnTo>
                  <a:close/>
                </a:path>
                <a:path w="7590155" h="1552575">
                  <a:moveTo>
                    <a:pt x="118146" y="35961"/>
                  </a:moveTo>
                  <a:lnTo>
                    <a:pt x="108978" y="9581"/>
                  </a:lnTo>
                  <a:lnTo>
                    <a:pt x="130176" y="3139"/>
                  </a:lnTo>
                  <a:lnTo>
                    <a:pt x="136610" y="2503"/>
                  </a:lnTo>
                  <a:lnTo>
                    <a:pt x="141009" y="30222"/>
                  </a:lnTo>
                  <a:lnTo>
                    <a:pt x="133220" y="31459"/>
                  </a:lnTo>
                  <a:lnTo>
                    <a:pt x="125599" y="33372"/>
                  </a:lnTo>
                  <a:lnTo>
                    <a:pt x="118146" y="35961"/>
                  </a:lnTo>
                  <a:close/>
                </a:path>
                <a:path w="7590155" h="1552575">
                  <a:moveTo>
                    <a:pt x="190486" y="28574"/>
                  </a:moveTo>
                  <a:lnTo>
                    <a:pt x="161911" y="28574"/>
                  </a:lnTo>
                  <a:lnTo>
                    <a:pt x="161911" y="0"/>
                  </a:lnTo>
                  <a:lnTo>
                    <a:pt x="190486" y="0"/>
                  </a:lnTo>
                  <a:lnTo>
                    <a:pt x="190486" y="28574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7441" y="6506464"/>
              <a:ext cx="76200" cy="76199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7441" y="6868414"/>
              <a:ext cx="76200" cy="7619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7441" y="7230364"/>
              <a:ext cx="76200" cy="76199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532352" y="7706193"/>
            <a:ext cx="7590155" cy="1552575"/>
            <a:chOff x="532352" y="7706193"/>
            <a:chExt cx="7590155" cy="1552575"/>
          </a:xfrm>
        </p:grpSpPr>
        <p:sp>
          <p:nvSpPr>
            <p:cNvPr id="26" name="object 26" descr=""/>
            <p:cNvSpPr/>
            <p:nvPr/>
          </p:nvSpPr>
          <p:spPr>
            <a:xfrm>
              <a:off x="532352" y="7706193"/>
              <a:ext cx="7590155" cy="1552575"/>
            </a:xfrm>
            <a:custGeom>
              <a:avLst/>
              <a:gdLst/>
              <a:ahLst/>
              <a:cxnLst/>
              <a:rect l="l" t="t" r="r" b="b"/>
              <a:pathLst>
                <a:path w="7590155" h="1552575">
                  <a:moveTo>
                    <a:pt x="247636" y="28574"/>
                  </a:moveTo>
                  <a:lnTo>
                    <a:pt x="219061" y="28574"/>
                  </a:lnTo>
                  <a:lnTo>
                    <a:pt x="219061" y="0"/>
                  </a:lnTo>
                  <a:lnTo>
                    <a:pt x="247636" y="0"/>
                  </a:lnTo>
                  <a:lnTo>
                    <a:pt x="247636" y="28574"/>
                  </a:lnTo>
                  <a:close/>
                </a:path>
                <a:path w="7590155" h="1552575">
                  <a:moveTo>
                    <a:pt x="304786" y="28574"/>
                  </a:moveTo>
                  <a:lnTo>
                    <a:pt x="276211" y="28574"/>
                  </a:lnTo>
                  <a:lnTo>
                    <a:pt x="276211" y="0"/>
                  </a:lnTo>
                  <a:lnTo>
                    <a:pt x="304786" y="0"/>
                  </a:lnTo>
                  <a:lnTo>
                    <a:pt x="304786" y="28574"/>
                  </a:lnTo>
                  <a:close/>
                </a:path>
                <a:path w="7590155" h="1552575">
                  <a:moveTo>
                    <a:pt x="361936" y="28574"/>
                  </a:moveTo>
                  <a:lnTo>
                    <a:pt x="333361" y="28574"/>
                  </a:lnTo>
                  <a:lnTo>
                    <a:pt x="333361" y="0"/>
                  </a:lnTo>
                  <a:lnTo>
                    <a:pt x="361936" y="0"/>
                  </a:lnTo>
                  <a:lnTo>
                    <a:pt x="361936" y="28574"/>
                  </a:lnTo>
                  <a:close/>
                </a:path>
                <a:path w="7590155" h="1552575">
                  <a:moveTo>
                    <a:pt x="419086" y="28574"/>
                  </a:moveTo>
                  <a:lnTo>
                    <a:pt x="390511" y="28574"/>
                  </a:lnTo>
                  <a:lnTo>
                    <a:pt x="390511" y="0"/>
                  </a:lnTo>
                  <a:lnTo>
                    <a:pt x="419086" y="0"/>
                  </a:lnTo>
                  <a:lnTo>
                    <a:pt x="419086" y="28574"/>
                  </a:lnTo>
                  <a:close/>
                </a:path>
                <a:path w="7590155" h="1552575">
                  <a:moveTo>
                    <a:pt x="476236" y="28574"/>
                  </a:moveTo>
                  <a:lnTo>
                    <a:pt x="447661" y="28574"/>
                  </a:lnTo>
                  <a:lnTo>
                    <a:pt x="447661" y="0"/>
                  </a:lnTo>
                  <a:lnTo>
                    <a:pt x="476236" y="0"/>
                  </a:lnTo>
                  <a:lnTo>
                    <a:pt x="476236" y="28574"/>
                  </a:lnTo>
                  <a:close/>
                </a:path>
                <a:path w="7590155" h="1552575">
                  <a:moveTo>
                    <a:pt x="533386" y="28574"/>
                  </a:moveTo>
                  <a:lnTo>
                    <a:pt x="504811" y="28574"/>
                  </a:lnTo>
                  <a:lnTo>
                    <a:pt x="504811" y="0"/>
                  </a:lnTo>
                  <a:lnTo>
                    <a:pt x="533386" y="0"/>
                  </a:lnTo>
                  <a:lnTo>
                    <a:pt x="533386" y="28574"/>
                  </a:lnTo>
                  <a:close/>
                </a:path>
                <a:path w="7590155" h="1552575">
                  <a:moveTo>
                    <a:pt x="590536" y="28574"/>
                  </a:moveTo>
                  <a:lnTo>
                    <a:pt x="561961" y="28574"/>
                  </a:lnTo>
                  <a:lnTo>
                    <a:pt x="561961" y="0"/>
                  </a:lnTo>
                  <a:lnTo>
                    <a:pt x="590536" y="0"/>
                  </a:lnTo>
                  <a:lnTo>
                    <a:pt x="590536" y="28574"/>
                  </a:lnTo>
                  <a:close/>
                </a:path>
                <a:path w="7590155" h="1552575">
                  <a:moveTo>
                    <a:pt x="647686" y="28574"/>
                  </a:moveTo>
                  <a:lnTo>
                    <a:pt x="619111" y="28574"/>
                  </a:lnTo>
                  <a:lnTo>
                    <a:pt x="619111" y="0"/>
                  </a:lnTo>
                  <a:lnTo>
                    <a:pt x="647686" y="0"/>
                  </a:lnTo>
                  <a:lnTo>
                    <a:pt x="647686" y="28574"/>
                  </a:lnTo>
                  <a:close/>
                </a:path>
                <a:path w="7590155" h="1552575">
                  <a:moveTo>
                    <a:pt x="704836" y="28574"/>
                  </a:moveTo>
                  <a:lnTo>
                    <a:pt x="676261" y="28574"/>
                  </a:lnTo>
                  <a:lnTo>
                    <a:pt x="676261" y="0"/>
                  </a:lnTo>
                  <a:lnTo>
                    <a:pt x="704836" y="0"/>
                  </a:lnTo>
                  <a:lnTo>
                    <a:pt x="704836" y="28574"/>
                  </a:lnTo>
                  <a:close/>
                </a:path>
                <a:path w="7590155" h="1552575">
                  <a:moveTo>
                    <a:pt x="761986" y="28574"/>
                  </a:moveTo>
                  <a:lnTo>
                    <a:pt x="733411" y="28574"/>
                  </a:lnTo>
                  <a:lnTo>
                    <a:pt x="733411" y="0"/>
                  </a:lnTo>
                  <a:lnTo>
                    <a:pt x="761986" y="0"/>
                  </a:lnTo>
                  <a:lnTo>
                    <a:pt x="761986" y="28574"/>
                  </a:lnTo>
                  <a:close/>
                </a:path>
                <a:path w="7590155" h="1552575">
                  <a:moveTo>
                    <a:pt x="819136" y="28574"/>
                  </a:moveTo>
                  <a:lnTo>
                    <a:pt x="790561" y="28574"/>
                  </a:lnTo>
                  <a:lnTo>
                    <a:pt x="790561" y="0"/>
                  </a:lnTo>
                  <a:lnTo>
                    <a:pt x="819136" y="0"/>
                  </a:lnTo>
                  <a:lnTo>
                    <a:pt x="819136" y="28574"/>
                  </a:lnTo>
                  <a:close/>
                </a:path>
                <a:path w="7590155" h="1552575">
                  <a:moveTo>
                    <a:pt x="876286" y="28574"/>
                  </a:moveTo>
                  <a:lnTo>
                    <a:pt x="847711" y="28574"/>
                  </a:lnTo>
                  <a:lnTo>
                    <a:pt x="847711" y="0"/>
                  </a:lnTo>
                  <a:lnTo>
                    <a:pt x="876286" y="0"/>
                  </a:lnTo>
                  <a:lnTo>
                    <a:pt x="876286" y="28574"/>
                  </a:lnTo>
                  <a:close/>
                </a:path>
                <a:path w="7590155" h="1552575">
                  <a:moveTo>
                    <a:pt x="933436" y="28574"/>
                  </a:moveTo>
                  <a:lnTo>
                    <a:pt x="904861" y="28574"/>
                  </a:lnTo>
                  <a:lnTo>
                    <a:pt x="904861" y="0"/>
                  </a:lnTo>
                  <a:lnTo>
                    <a:pt x="933436" y="0"/>
                  </a:lnTo>
                  <a:lnTo>
                    <a:pt x="933436" y="28574"/>
                  </a:lnTo>
                  <a:close/>
                </a:path>
                <a:path w="7590155" h="1552575">
                  <a:moveTo>
                    <a:pt x="990586" y="28574"/>
                  </a:moveTo>
                  <a:lnTo>
                    <a:pt x="962011" y="28574"/>
                  </a:lnTo>
                  <a:lnTo>
                    <a:pt x="962011" y="0"/>
                  </a:lnTo>
                  <a:lnTo>
                    <a:pt x="990586" y="0"/>
                  </a:lnTo>
                  <a:lnTo>
                    <a:pt x="990586" y="28574"/>
                  </a:lnTo>
                  <a:close/>
                </a:path>
                <a:path w="7590155" h="1552575">
                  <a:moveTo>
                    <a:pt x="1047736" y="28574"/>
                  </a:moveTo>
                  <a:lnTo>
                    <a:pt x="1019161" y="28574"/>
                  </a:lnTo>
                  <a:lnTo>
                    <a:pt x="1019161" y="0"/>
                  </a:lnTo>
                  <a:lnTo>
                    <a:pt x="1047736" y="0"/>
                  </a:lnTo>
                  <a:lnTo>
                    <a:pt x="1047736" y="28574"/>
                  </a:lnTo>
                  <a:close/>
                </a:path>
                <a:path w="7590155" h="1552575">
                  <a:moveTo>
                    <a:pt x="1104886" y="28574"/>
                  </a:moveTo>
                  <a:lnTo>
                    <a:pt x="1076311" y="28574"/>
                  </a:lnTo>
                  <a:lnTo>
                    <a:pt x="1076311" y="0"/>
                  </a:lnTo>
                  <a:lnTo>
                    <a:pt x="1104886" y="0"/>
                  </a:lnTo>
                  <a:lnTo>
                    <a:pt x="1104886" y="28574"/>
                  </a:lnTo>
                  <a:close/>
                </a:path>
                <a:path w="7590155" h="1552575">
                  <a:moveTo>
                    <a:pt x="1162036" y="28574"/>
                  </a:moveTo>
                  <a:lnTo>
                    <a:pt x="1133461" y="28574"/>
                  </a:lnTo>
                  <a:lnTo>
                    <a:pt x="1133461" y="0"/>
                  </a:lnTo>
                  <a:lnTo>
                    <a:pt x="1162036" y="0"/>
                  </a:lnTo>
                  <a:lnTo>
                    <a:pt x="1162036" y="28574"/>
                  </a:lnTo>
                  <a:close/>
                </a:path>
                <a:path w="7590155" h="1552575">
                  <a:moveTo>
                    <a:pt x="1219186" y="28574"/>
                  </a:moveTo>
                  <a:lnTo>
                    <a:pt x="1190611" y="28574"/>
                  </a:lnTo>
                  <a:lnTo>
                    <a:pt x="1190611" y="0"/>
                  </a:lnTo>
                  <a:lnTo>
                    <a:pt x="1219186" y="0"/>
                  </a:lnTo>
                  <a:lnTo>
                    <a:pt x="1219186" y="28574"/>
                  </a:lnTo>
                  <a:close/>
                </a:path>
                <a:path w="7590155" h="1552575">
                  <a:moveTo>
                    <a:pt x="1276336" y="28574"/>
                  </a:moveTo>
                  <a:lnTo>
                    <a:pt x="1247761" y="28574"/>
                  </a:lnTo>
                  <a:lnTo>
                    <a:pt x="1247761" y="0"/>
                  </a:lnTo>
                  <a:lnTo>
                    <a:pt x="1276336" y="0"/>
                  </a:lnTo>
                  <a:lnTo>
                    <a:pt x="1276336" y="28574"/>
                  </a:lnTo>
                  <a:close/>
                </a:path>
                <a:path w="7590155" h="1552575">
                  <a:moveTo>
                    <a:pt x="1333486" y="28574"/>
                  </a:moveTo>
                  <a:lnTo>
                    <a:pt x="1304911" y="28574"/>
                  </a:lnTo>
                  <a:lnTo>
                    <a:pt x="1304911" y="0"/>
                  </a:lnTo>
                  <a:lnTo>
                    <a:pt x="1333486" y="0"/>
                  </a:lnTo>
                  <a:lnTo>
                    <a:pt x="1333486" y="28574"/>
                  </a:lnTo>
                  <a:close/>
                </a:path>
                <a:path w="7590155" h="1552575">
                  <a:moveTo>
                    <a:pt x="1390636" y="28574"/>
                  </a:moveTo>
                  <a:lnTo>
                    <a:pt x="1362061" y="28574"/>
                  </a:lnTo>
                  <a:lnTo>
                    <a:pt x="1362061" y="0"/>
                  </a:lnTo>
                  <a:lnTo>
                    <a:pt x="1390636" y="0"/>
                  </a:lnTo>
                  <a:lnTo>
                    <a:pt x="1390636" y="28574"/>
                  </a:lnTo>
                  <a:close/>
                </a:path>
                <a:path w="7590155" h="1552575">
                  <a:moveTo>
                    <a:pt x="1447786" y="28574"/>
                  </a:moveTo>
                  <a:lnTo>
                    <a:pt x="1419211" y="28574"/>
                  </a:lnTo>
                  <a:lnTo>
                    <a:pt x="1419211" y="0"/>
                  </a:lnTo>
                  <a:lnTo>
                    <a:pt x="1447786" y="0"/>
                  </a:lnTo>
                  <a:lnTo>
                    <a:pt x="1447786" y="28574"/>
                  </a:lnTo>
                  <a:close/>
                </a:path>
                <a:path w="7590155" h="1552575">
                  <a:moveTo>
                    <a:pt x="1504936" y="28574"/>
                  </a:moveTo>
                  <a:lnTo>
                    <a:pt x="1476361" y="28574"/>
                  </a:lnTo>
                  <a:lnTo>
                    <a:pt x="1476361" y="0"/>
                  </a:lnTo>
                  <a:lnTo>
                    <a:pt x="1504936" y="0"/>
                  </a:lnTo>
                  <a:lnTo>
                    <a:pt x="1504936" y="28574"/>
                  </a:lnTo>
                  <a:close/>
                </a:path>
                <a:path w="7590155" h="1552575">
                  <a:moveTo>
                    <a:pt x="1562086" y="28574"/>
                  </a:moveTo>
                  <a:lnTo>
                    <a:pt x="1533511" y="28574"/>
                  </a:lnTo>
                  <a:lnTo>
                    <a:pt x="1533511" y="0"/>
                  </a:lnTo>
                  <a:lnTo>
                    <a:pt x="1562086" y="0"/>
                  </a:lnTo>
                  <a:lnTo>
                    <a:pt x="1562086" y="28574"/>
                  </a:lnTo>
                  <a:close/>
                </a:path>
                <a:path w="7590155" h="1552575">
                  <a:moveTo>
                    <a:pt x="1619236" y="28574"/>
                  </a:moveTo>
                  <a:lnTo>
                    <a:pt x="1590661" y="28574"/>
                  </a:lnTo>
                  <a:lnTo>
                    <a:pt x="1590661" y="0"/>
                  </a:lnTo>
                  <a:lnTo>
                    <a:pt x="1619236" y="0"/>
                  </a:lnTo>
                  <a:lnTo>
                    <a:pt x="1619236" y="28574"/>
                  </a:lnTo>
                  <a:close/>
                </a:path>
                <a:path w="7590155" h="1552575">
                  <a:moveTo>
                    <a:pt x="1676386" y="28574"/>
                  </a:moveTo>
                  <a:lnTo>
                    <a:pt x="1647811" y="28574"/>
                  </a:lnTo>
                  <a:lnTo>
                    <a:pt x="1647811" y="0"/>
                  </a:lnTo>
                  <a:lnTo>
                    <a:pt x="1676386" y="0"/>
                  </a:lnTo>
                  <a:lnTo>
                    <a:pt x="1676386" y="28574"/>
                  </a:lnTo>
                  <a:close/>
                </a:path>
                <a:path w="7590155" h="1552575">
                  <a:moveTo>
                    <a:pt x="1733536" y="28574"/>
                  </a:moveTo>
                  <a:lnTo>
                    <a:pt x="1704961" y="28574"/>
                  </a:lnTo>
                  <a:lnTo>
                    <a:pt x="1704961" y="0"/>
                  </a:lnTo>
                  <a:lnTo>
                    <a:pt x="1733536" y="0"/>
                  </a:lnTo>
                  <a:lnTo>
                    <a:pt x="1733536" y="28574"/>
                  </a:lnTo>
                  <a:close/>
                </a:path>
                <a:path w="7590155" h="1552575">
                  <a:moveTo>
                    <a:pt x="1790686" y="28574"/>
                  </a:moveTo>
                  <a:lnTo>
                    <a:pt x="1762111" y="28574"/>
                  </a:lnTo>
                  <a:lnTo>
                    <a:pt x="1762111" y="0"/>
                  </a:lnTo>
                  <a:lnTo>
                    <a:pt x="1790686" y="0"/>
                  </a:lnTo>
                  <a:lnTo>
                    <a:pt x="1790686" y="28574"/>
                  </a:lnTo>
                  <a:close/>
                </a:path>
                <a:path w="7590155" h="1552575">
                  <a:moveTo>
                    <a:pt x="1847836" y="28574"/>
                  </a:moveTo>
                  <a:lnTo>
                    <a:pt x="1819261" y="28574"/>
                  </a:lnTo>
                  <a:lnTo>
                    <a:pt x="1819261" y="0"/>
                  </a:lnTo>
                  <a:lnTo>
                    <a:pt x="1847836" y="0"/>
                  </a:lnTo>
                  <a:lnTo>
                    <a:pt x="1847836" y="28574"/>
                  </a:lnTo>
                  <a:close/>
                </a:path>
                <a:path w="7590155" h="1552575">
                  <a:moveTo>
                    <a:pt x="1904986" y="28574"/>
                  </a:moveTo>
                  <a:lnTo>
                    <a:pt x="1876411" y="28574"/>
                  </a:lnTo>
                  <a:lnTo>
                    <a:pt x="1876411" y="0"/>
                  </a:lnTo>
                  <a:lnTo>
                    <a:pt x="1904986" y="0"/>
                  </a:lnTo>
                  <a:lnTo>
                    <a:pt x="1904986" y="28574"/>
                  </a:lnTo>
                  <a:close/>
                </a:path>
                <a:path w="7590155" h="1552575">
                  <a:moveTo>
                    <a:pt x="1962136" y="28574"/>
                  </a:moveTo>
                  <a:lnTo>
                    <a:pt x="1933561" y="28574"/>
                  </a:lnTo>
                  <a:lnTo>
                    <a:pt x="1933561" y="0"/>
                  </a:lnTo>
                  <a:lnTo>
                    <a:pt x="1962136" y="0"/>
                  </a:lnTo>
                  <a:lnTo>
                    <a:pt x="1962136" y="28574"/>
                  </a:lnTo>
                  <a:close/>
                </a:path>
                <a:path w="7590155" h="1552575">
                  <a:moveTo>
                    <a:pt x="2019286" y="28574"/>
                  </a:moveTo>
                  <a:lnTo>
                    <a:pt x="1990711" y="28574"/>
                  </a:lnTo>
                  <a:lnTo>
                    <a:pt x="1990711" y="0"/>
                  </a:lnTo>
                  <a:lnTo>
                    <a:pt x="2019286" y="0"/>
                  </a:lnTo>
                  <a:lnTo>
                    <a:pt x="2019286" y="28574"/>
                  </a:lnTo>
                  <a:close/>
                </a:path>
                <a:path w="7590155" h="1552575">
                  <a:moveTo>
                    <a:pt x="2076436" y="28574"/>
                  </a:moveTo>
                  <a:lnTo>
                    <a:pt x="2047861" y="28574"/>
                  </a:lnTo>
                  <a:lnTo>
                    <a:pt x="2047861" y="0"/>
                  </a:lnTo>
                  <a:lnTo>
                    <a:pt x="2076436" y="0"/>
                  </a:lnTo>
                  <a:lnTo>
                    <a:pt x="2076436" y="28574"/>
                  </a:lnTo>
                  <a:close/>
                </a:path>
                <a:path w="7590155" h="1552575">
                  <a:moveTo>
                    <a:pt x="2133586" y="28574"/>
                  </a:moveTo>
                  <a:lnTo>
                    <a:pt x="2105011" y="28574"/>
                  </a:lnTo>
                  <a:lnTo>
                    <a:pt x="2105011" y="0"/>
                  </a:lnTo>
                  <a:lnTo>
                    <a:pt x="2133586" y="0"/>
                  </a:lnTo>
                  <a:lnTo>
                    <a:pt x="2133586" y="28574"/>
                  </a:lnTo>
                  <a:close/>
                </a:path>
                <a:path w="7590155" h="1552575">
                  <a:moveTo>
                    <a:pt x="2190736" y="28574"/>
                  </a:moveTo>
                  <a:lnTo>
                    <a:pt x="2162161" y="28574"/>
                  </a:lnTo>
                  <a:lnTo>
                    <a:pt x="2162161" y="0"/>
                  </a:lnTo>
                  <a:lnTo>
                    <a:pt x="2190736" y="0"/>
                  </a:lnTo>
                  <a:lnTo>
                    <a:pt x="2190736" y="28574"/>
                  </a:lnTo>
                  <a:close/>
                </a:path>
                <a:path w="7590155" h="1552575">
                  <a:moveTo>
                    <a:pt x="2247886" y="28574"/>
                  </a:moveTo>
                  <a:lnTo>
                    <a:pt x="2219311" y="28574"/>
                  </a:lnTo>
                  <a:lnTo>
                    <a:pt x="2219311" y="0"/>
                  </a:lnTo>
                  <a:lnTo>
                    <a:pt x="2247886" y="0"/>
                  </a:lnTo>
                  <a:lnTo>
                    <a:pt x="2247886" y="28574"/>
                  </a:lnTo>
                  <a:close/>
                </a:path>
                <a:path w="7590155" h="1552575">
                  <a:moveTo>
                    <a:pt x="2305036" y="28574"/>
                  </a:moveTo>
                  <a:lnTo>
                    <a:pt x="2276461" y="28574"/>
                  </a:lnTo>
                  <a:lnTo>
                    <a:pt x="2276461" y="0"/>
                  </a:lnTo>
                  <a:lnTo>
                    <a:pt x="2305036" y="0"/>
                  </a:lnTo>
                  <a:lnTo>
                    <a:pt x="2305036" y="28574"/>
                  </a:lnTo>
                  <a:close/>
                </a:path>
                <a:path w="7590155" h="1552575">
                  <a:moveTo>
                    <a:pt x="2362186" y="28574"/>
                  </a:moveTo>
                  <a:lnTo>
                    <a:pt x="2333611" y="28574"/>
                  </a:lnTo>
                  <a:lnTo>
                    <a:pt x="2333611" y="0"/>
                  </a:lnTo>
                  <a:lnTo>
                    <a:pt x="2362186" y="0"/>
                  </a:lnTo>
                  <a:lnTo>
                    <a:pt x="2362186" y="28574"/>
                  </a:lnTo>
                  <a:close/>
                </a:path>
                <a:path w="7590155" h="1552575">
                  <a:moveTo>
                    <a:pt x="2419336" y="28574"/>
                  </a:moveTo>
                  <a:lnTo>
                    <a:pt x="2390761" y="28574"/>
                  </a:lnTo>
                  <a:lnTo>
                    <a:pt x="2390761" y="0"/>
                  </a:lnTo>
                  <a:lnTo>
                    <a:pt x="2419336" y="0"/>
                  </a:lnTo>
                  <a:lnTo>
                    <a:pt x="2419336" y="28574"/>
                  </a:lnTo>
                  <a:close/>
                </a:path>
                <a:path w="7590155" h="1552575">
                  <a:moveTo>
                    <a:pt x="2476486" y="28574"/>
                  </a:moveTo>
                  <a:lnTo>
                    <a:pt x="2447911" y="28574"/>
                  </a:lnTo>
                  <a:lnTo>
                    <a:pt x="2447911" y="0"/>
                  </a:lnTo>
                  <a:lnTo>
                    <a:pt x="2476486" y="0"/>
                  </a:lnTo>
                  <a:lnTo>
                    <a:pt x="2476486" y="28574"/>
                  </a:lnTo>
                  <a:close/>
                </a:path>
                <a:path w="7590155" h="1552575">
                  <a:moveTo>
                    <a:pt x="2533636" y="28574"/>
                  </a:moveTo>
                  <a:lnTo>
                    <a:pt x="2505061" y="28574"/>
                  </a:lnTo>
                  <a:lnTo>
                    <a:pt x="2505061" y="0"/>
                  </a:lnTo>
                  <a:lnTo>
                    <a:pt x="2533636" y="0"/>
                  </a:lnTo>
                  <a:lnTo>
                    <a:pt x="2533636" y="28574"/>
                  </a:lnTo>
                  <a:close/>
                </a:path>
                <a:path w="7590155" h="1552575">
                  <a:moveTo>
                    <a:pt x="2590786" y="28574"/>
                  </a:moveTo>
                  <a:lnTo>
                    <a:pt x="2562211" y="28574"/>
                  </a:lnTo>
                  <a:lnTo>
                    <a:pt x="2562211" y="0"/>
                  </a:lnTo>
                  <a:lnTo>
                    <a:pt x="2590786" y="0"/>
                  </a:lnTo>
                  <a:lnTo>
                    <a:pt x="2590786" y="28574"/>
                  </a:lnTo>
                  <a:close/>
                </a:path>
                <a:path w="7590155" h="1552575">
                  <a:moveTo>
                    <a:pt x="2647936" y="28574"/>
                  </a:moveTo>
                  <a:lnTo>
                    <a:pt x="2619361" y="28574"/>
                  </a:lnTo>
                  <a:lnTo>
                    <a:pt x="2619361" y="0"/>
                  </a:lnTo>
                  <a:lnTo>
                    <a:pt x="2647936" y="0"/>
                  </a:lnTo>
                  <a:lnTo>
                    <a:pt x="2647936" y="28574"/>
                  </a:lnTo>
                  <a:close/>
                </a:path>
                <a:path w="7590155" h="1552575">
                  <a:moveTo>
                    <a:pt x="2705086" y="28574"/>
                  </a:moveTo>
                  <a:lnTo>
                    <a:pt x="2676511" y="28574"/>
                  </a:lnTo>
                  <a:lnTo>
                    <a:pt x="2676511" y="0"/>
                  </a:lnTo>
                  <a:lnTo>
                    <a:pt x="2705086" y="0"/>
                  </a:lnTo>
                  <a:lnTo>
                    <a:pt x="2705086" y="28574"/>
                  </a:lnTo>
                  <a:close/>
                </a:path>
                <a:path w="7590155" h="1552575">
                  <a:moveTo>
                    <a:pt x="2762236" y="28574"/>
                  </a:moveTo>
                  <a:lnTo>
                    <a:pt x="2733661" y="28574"/>
                  </a:lnTo>
                  <a:lnTo>
                    <a:pt x="2733661" y="0"/>
                  </a:lnTo>
                  <a:lnTo>
                    <a:pt x="2762236" y="0"/>
                  </a:lnTo>
                  <a:lnTo>
                    <a:pt x="2762236" y="28574"/>
                  </a:lnTo>
                  <a:close/>
                </a:path>
                <a:path w="7590155" h="1552575">
                  <a:moveTo>
                    <a:pt x="2819386" y="28574"/>
                  </a:moveTo>
                  <a:lnTo>
                    <a:pt x="2790811" y="28574"/>
                  </a:lnTo>
                  <a:lnTo>
                    <a:pt x="2790811" y="0"/>
                  </a:lnTo>
                  <a:lnTo>
                    <a:pt x="2819386" y="0"/>
                  </a:lnTo>
                  <a:lnTo>
                    <a:pt x="2819386" y="28574"/>
                  </a:lnTo>
                  <a:close/>
                </a:path>
                <a:path w="7590155" h="1552575">
                  <a:moveTo>
                    <a:pt x="2876536" y="28574"/>
                  </a:moveTo>
                  <a:lnTo>
                    <a:pt x="2847961" y="28574"/>
                  </a:lnTo>
                  <a:lnTo>
                    <a:pt x="2847961" y="0"/>
                  </a:lnTo>
                  <a:lnTo>
                    <a:pt x="2876536" y="0"/>
                  </a:lnTo>
                  <a:lnTo>
                    <a:pt x="2876536" y="28574"/>
                  </a:lnTo>
                  <a:close/>
                </a:path>
                <a:path w="7590155" h="1552575">
                  <a:moveTo>
                    <a:pt x="2933686" y="28574"/>
                  </a:moveTo>
                  <a:lnTo>
                    <a:pt x="2905111" y="28574"/>
                  </a:lnTo>
                  <a:lnTo>
                    <a:pt x="2905111" y="0"/>
                  </a:lnTo>
                  <a:lnTo>
                    <a:pt x="2933686" y="0"/>
                  </a:lnTo>
                  <a:lnTo>
                    <a:pt x="2933686" y="28574"/>
                  </a:lnTo>
                  <a:close/>
                </a:path>
                <a:path w="7590155" h="1552575">
                  <a:moveTo>
                    <a:pt x="2990836" y="28574"/>
                  </a:moveTo>
                  <a:lnTo>
                    <a:pt x="2962261" y="28574"/>
                  </a:lnTo>
                  <a:lnTo>
                    <a:pt x="2962261" y="0"/>
                  </a:lnTo>
                  <a:lnTo>
                    <a:pt x="2990836" y="0"/>
                  </a:lnTo>
                  <a:lnTo>
                    <a:pt x="2990836" y="28574"/>
                  </a:lnTo>
                  <a:close/>
                </a:path>
                <a:path w="7590155" h="1552575">
                  <a:moveTo>
                    <a:pt x="3047986" y="28574"/>
                  </a:moveTo>
                  <a:lnTo>
                    <a:pt x="3019411" y="28574"/>
                  </a:lnTo>
                  <a:lnTo>
                    <a:pt x="3019411" y="0"/>
                  </a:lnTo>
                  <a:lnTo>
                    <a:pt x="3047986" y="0"/>
                  </a:lnTo>
                  <a:lnTo>
                    <a:pt x="3047986" y="28574"/>
                  </a:lnTo>
                  <a:close/>
                </a:path>
                <a:path w="7590155" h="1552575">
                  <a:moveTo>
                    <a:pt x="3105136" y="28574"/>
                  </a:moveTo>
                  <a:lnTo>
                    <a:pt x="3076561" y="28574"/>
                  </a:lnTo>
                  <a:lnTo>
                    <a:pt x="3076561" y="0"/>
                  </a:lnTo>
                  <a:lnTo>
                    <a:pt x="3105136" y="0"/>
                  </a:lnTo>
                  <a:lnTo>
                    <a:pt x="3105136" y="28574"/>
                  </a:lnTo>
                  <a:close/>
                </a:path>
                <a:path w="7590155" h="1552575">
                  <a:moveTo>
                    <a:pt x="3162286" y="28574"/>
                  </a:moveTo>
                  <a:lnTo>
                    <a:pt x="3133711" y="28574"/>
                  </a:lnTo>
                  <a:lnTo>
                    <a:pt x="3133711" y="0"/>
                  </a:lnTo>
                  <a:lnTo>
                    <a:pt x="3162286" y="0"/>
                  </a:lnTo>
                  <a:lnTo>
                    <a:pt x="3162286" y="28574"/>
                  </a:lnTo>
                  <a:close/>
                </a:path>
                <a:path w="7590155" h="1552575">
                  <a:moveTo>
                    <a:pt x="3219436" y="28574"/>
                  </a:moveTo>
                  <a:lnTo>
                    <a:pt x="3190861" y="28574"/>
                  </a:lnTo>
                  <a:lnTo>
                    <a:pt x="3190861" y="0"/>
                  </a:lnTo>
                  <a:lnTo>
                    <a:pt x="3219436" y="0"/>
                  </a:lnTo>
                  <a:lnTo>
                    <a:pt x="3219436" y="28574"/>
                  </a:lnTo>
                  <a:close/>
                </a:path>
                <a:path w="7590155" h="1552575">
                  <a:moveTo>
                    <a:pt x="3276586" y="28574"/>
                  </a:moveTo>
                  <a:lnTo>
                    <a:pt x="3248011" y="28574"/>
                  </a:lnTo>
                  <a:lnTo>
                    <a:pt x="3248011" y="0"/>
                  </a:lnTo>
                  <a:lnTo>
                    <a:pt x="3276586" y="0"/>
                  </a:lnTo>
                  <a:lnTo>
                    <a:pt x="3276586" y="28574"/>
                  </a:lnTo>
                  <a:close/>
                </a:path>
                <a:path w="7590155" h="1552575">
                  <a:moveTo>
                    <a:pt x="3333736" y="28574"/>
                  </a:moveTo>
                  <a:lnTo>
                    <a:pt x="3305161" y="28574"/>
                  </a:lnTo>
                  <a:lnTo>
                    <a:pt x="3305161" y="0"/>
                  </a:lnTo>
                  <a:lnTo>
                    <a:pt x="3333736" y="0"/>
                  </a:lnTo>
                  <a:lnTo>
                    <a:pt x="3333736" y="28574"/>
                  </a:lnTo>
                  <a:close/>
                </a:path>
                <a:path w="7590155" h="1552575">
                  <a:moveTo>
                    <a:pt x="3390886" y="28574"/>
                  </a:moveTo>
                  <a:lnTo>
                    <a:pt x="3362311" y="28574"/>
                  </a:lnTo>
                  <a:lnTo>
                    <a:pt x="3362311" y="0"/>
                  </a:lnTo>
                  <a:lnTo>
                    <a:pt x="3390886" y="0"/>
                  </a:lnTo>
                  <a:lnTo>
                    <a:pt x="3390886" y="28574"/>
                  </a:lnTo>
                  <a:close/>
                </a:path>
                <a:path w="7590155" h="1552575">
                  <a:moveTo>
                    <a:pt x="3448036" y="28574"/>
                  </a:moveTo>
                  <a:lnTo>
                    <a:pt x="3419461" y="28574"/>
                  </a:lnTo>
                  <a:lnTo>
                    <a:pt x="3419461" y="0"/>
                  </a:lnTo>
                  <a:lnTo>
                    <a:pt x="3448036" y="0"/>
                  </a:lnTo>
                  <a:lnTo>
                    <a:pt x="3448036" y="28574"/>
                  </a:lnTo>
                  <a:close/>
                </a:path>
                <a:path w="7590155" h="1552575">
                  <a:moveTo>
                    <a:pt x="3505186" y="28574"/>
                  </a:moveTo>
                  <a:lnTo>
                    <a:pt x="3476611" y="28574"/>
                  </a:lnTo>
                  <a:lnTo>
                    <a:pt x="3476611" y="0"/>
                  </a:lnTo>
                  <a:lnTo>
                    <a:pt x="3505186" y="0"/>
                  </a:lnTo>
                  <a:lnTo>
                    <a:pt x="3505186" y="28574"/>
                  </a:lnTo>
                  <a:close/>
                </a:path>
                <a:path w="7590155" h="1552575">
                  <a:moveTo>
                    <a:pt x="3562336" y="28574"/>
                  </a:moveTo>
                  <a:lnTo>
                    <a:pt x="3533761" y="28574"/>
                  </a:lnTo>
                  <a:lnTo>
                    <a:pt x="3533761" y="0"/>
                  </a:lnTo>
                  <a:lnTo>
                    <a:pt x="3562336" y="0"/>
                  </a:lnTo>
                  <a:lnTo>
                    <a:pt x="3562336" y="28574"/>
                  </a:lnTo>
                  <a:close/>
                </a:path>
                <a:path w="7590155" h="1552575">
                  <a:moveTo>
                    <a:pt x="3619486" y="28574"/>
                  </a:moveTo>
                  <a:lnTo>
                    <a:pt x="3590911" y="28574"/>
                  </a:lnTo>
                  <a:lnTo>
                    <a:pt x="3590911" y="0"/>
                  </a:lnTo>
                  <a:lnTo>
                    <a:pt x="3619486" y="0"/>
                  </a:lnTo>
                  <a:lnTo>
                    <a:pt x="3619486" y="28574"/>
                  </a:lnTo>
                  <a:close/>
                </a:path>
                <a:path w="7590155" h="1552575">
                  <a:moveTo>
                    <a:pt x="3676636" y="28574"/>
                  </a:moveTo>
                  <a:lnTo>
                    <a:pt x="3648061" y="28574"/>
                  </a:lnTo>
                  <a:lnTo>
                    <a:pt x="3648061" y="0"/>
                  </a:lnTo>
                  <a:lnTo>
                    <a:pt x="3676636" y="0"/>
                  </a:lnTo>
                  <a:lnTo>
                    <a:pt x="3676636" y="28574"/>
                  </a:lnTo>
                  <a:close/>
                </a:path>
                <a:path w="7590155" h="1552575">
                  <a:moveTo>
                    <a:pt x="3733786" y="28574"/>
                  </a:moveTo>
                  <a:lnTo>
                    <a:pt x="3705211" y="28574"/>
                  </a:lnTo>
                  <a:lnTo>
                    <a:pt x="3705211" y="0"/>
                  </a:lnTo>
                  <a:lnTo>
                    <a:pt x="3733786" y="0"/>
                  </a:lnTo>
                  <a:lnTo>
                    <a:pt x="3733786" y="28574"/>
                  </a:lnTo>
                  <a:close/>
                </a:path>
                <a:path w="7590155" h="1552575">
                  <a:moveTo>
                    <a:pt x="3790936" y="28574"/>
                  </a:moveTo>
                  <a:lnTo>
                    <a:pt x="3762361" y="28574"/>
                  </a:lnTo>
                  <a:lnTo>
                    <a:pt x="3762361" y="0"/>
                  </a:lnTo>
                  <a:lnTo>
                    <a:pt x="3790936" y="0"/>
                  </a:lnTo>
                  <a:lnTo>
                    <a:pt x="3790936" y="28574"/>
                  </a:lnTo>
                  <a:close/>
                </a:path>
                <a:path w="7590155" h="1552575">
                  <a:moveTo>
                    <a:pt x="3848086" y="28574"/>
                  </a:moveTo>
                  <a:lnTo>
                    <a:pt x="3819511" y="28574"/>
                  </a:lnTo>
                  <a:lnTo>
                    <a:pt x="3819511" y="0"/>
                  </a:lnTo>
                  <a:lnTo>
                    <a:pt x="3848086" y="0"/>
                  </a:lnTo>
                  <a:lnTo>
                    <a:pt x="3848086" y="28574"/>
                  </a:lnTo>
                  <a:close/>
                </a:path>
                <a:path w="7590155" h="1552575">
                  <a:moveTo>
                    <a:pt x="3905236" y="28574"/>
                  </a:moveTo>
                  <a:lnTo>
                    <a:pt x="3876661" y="28574"/>
                  </a:lnTo>
                  <a:lnTo>
                    <a:pt x="3876661" y="0"/>
                  </a:lnTo>
                  <a:lnTo>
                    <a:pt x="3905236" y="0"/>
                  </a:lnTo>
                  <a:lnTo>
                    <a:pt x="3905236" y="28574"/>
                  </a:lnTo>
                  <a:close/>
                </a:path>
                <a:path w="7590155" h="1552575">
                  <a:moveTo>
                    <a:pt x="3962386" y="28574"/>
                  </a:moveTo>
                  <a:lnTo>
                    <a:pt x="3933811" y="28574"/>
                  </a:lnTo>
                  <a:lnTo>
                    <a:pt x="3933811" y="0"/>
                  </a:lnTo>
                  <a:lnTo>
                    <a:pt x="3962386" y="0"/>
                  </a:lnTo>
                  <a:lnTo>
                    <a:pt x="3962386" y="28574"/>
                  </a:lnTo>
                  <a:close/>
                </a:path>
                <a:path w="7590155" h="1552575">
                  <a:moveTo>
                    <a:pt x="4019536" y="28574"/>
                  </a:moveTo>
                  <a:lnTo>
                    <a:pt x="3990961" y="28574"/>
                  </a:lnTo>
                  <a:lnTo>
                    <a:pt x="3990961" y="0"/>
                  </a:lnTo>
                  <a:lnTo>
                    <a:pt x="4019536" y="0"/>
                  </a:lnTo>
                  <a:lnTo>
                    <a:pt x="4019536" y="28574"/>
                  </a:lnTo>
                  <a:close/>
                </a:path>
                <a:path w="7590155" h="1552575">
                  <a:moveTo>
                    <a:pt x="4076686" y="28574"/>
                  </a:moveTo>
                  <a:lnTo>
                    <a:pt x="4048111" y="28574"/>
                  </a:lnTo>
                  <a:lnTo>
                    <a:pt x="4048111" y="0"/>
                  </a:lnTo>
                  <a:lnTo>
                    <a:pt x="4076686" y="0"/>
                  </a:lnTo>
                  <a:lnTo>
                    <a:pt x="4076686" y="28574"/>
                  </a:lnTo>
                  <a:close/>
                </a:path>
                <a:path w="7590155" h="1552575">
                  <a:moveTo>
                    <a:pt x="4133836" y="28574"/>
                  </a:moveTo>
                  <a:lnTo>
                    <a:pt x="4105261" y="28574"/>
                  </a:lnTo>
                  <a:lnTo>
                    <a:pt x="4105261" y="0"/>
                  </a:lnTo>
                  <a:lnTo>
                    <a:pt x="4133836" y="0"/>
                  </a:lnTo>
                  <a:lnTo>
                    <a:pt x="4133836" y="28574"/>
                  </a:lnTo>
                  <a:close/>
                </a:path>
                <a:path w="7590155" h="1552575">
                  <a:moveTo>
                    <a:pt x="4190986" y="28574"/>
                  </a:moveTo>
                  <a:lnTo>
                    <a:pt x="4162411" y="28574"/>
                  </a:lnTo>
                  <a:lnTo>
                    <a:pt x="4162411" y="0"/>
                  </a:lnTo>
                  <a:lnTo>
                    <a:pt x="4190986" y="0"/>
                  </a:lnTo>
                  <a:lnTo>
                    <a:pt x="4190986" y="28574"/>
                  </a:lnTo>
                  <a:close/>
                </a:path>
                <a:path w="7590155" h="1552575">
                  <a:moveTo>
                    <a:pt x="4248136" y="28574"/>
                  </a:moveTo>
                  <a:lnTo>
                    <a:pt x="4219561" y="28574"/>
                  </a:lnTo>
                  <a:lnTo>
                    <a:pt x="4219561" y="0"/>
                  </a:lnTo>
                  <a:lnTo>
                    <a:pt x="4248136" y="0"/>
                  </a:lnTo>
                  <a:lnTo>
                    <a:pt x="4248136" y="28574"/>
                  </a:lnTo>
                  <a:close/>
                </a:path>
                <a:path w="7590155" h="1552575">
                  <a:moveTo>
                    <a:pt x="4305286" y="28574"/>
                  </a:moveTo>
                  <a:lnTo>
                    <a:pt x="4276711" y="28574"/>
                  </a:lnTo>
                  <a:lnTo>
                    <a:pt x="4276711" y="0"/>
                  </a:lnTo>
                  <a:lnTo>
                    <a:pt x="4305286" y="0"/>
                  </a:lnTo>
                  <a:lnTo>
                    <a:pt x="4305286" y="28574"/>
                  </a:lnTo>
                  <a:close/>
                </a:path>
                <a:path w="7590155" h="1552575">
                  <a:moveTo>
                    <a:pt x="4362436" y="28574"/>
                  </a:moveTo>
                  <a:lnTo>
                    <a:pt x="4333861" y="28574"/>
                  </a:lnTo>
                  <a:lnTo>
                    <a:pt x="4333861" y="0"/>
                  </a:lnTo>
                  <a:lnTo>
                    <a:pt x="4362436" y="0"/>
                  </a:lnTo>
                  <a:lnTo>
                    <a:pt x="4362436" y="28574"/>
                  </a:lnTo>
                  <a:close/>
                </a:path>
                <a:path w="7590155" h="1552575">
                  <a:moveTo>
                    <a:pt x="4419586" y="28574"/>
                  </a:moveTo>
                  <a:lnTo>
                    <a:pt x="4391011" y="28574"/>
                  </a:lnTo>
                  <a:lnTo>
                    <a:pt x="4391011" y="0"/>
                  </a:lnTo>
                  <a:lnTo>
                    <a:pt x="4419586" y="0"/>
                  </a:lnTo>
                  <a:lnTo>
                    <a:pt x="4419586" y="28574"/>
                  </a:lnTo>
                  <a:close/>
                </a:path>
                <a:path w="7590155" h="1552575">
                  <a:moveTo>
                    <a:pt x="4476736" y="28574"/>
                  </a:moveTo>
                  <a:lnTo>
                    <a:pt x="4448161" y="28574"/>
                  </a:lnTo>
                  <a:lnTo>
                    <a:pt x="4448161" y="0"/>
                  </a:lnTo>
                  <a:lnTo>
                    <a:pt x="4476736" y="0"/>
                  </a:lnTo>
                  <a:lnTo>
                    <a:pt x="4476736" y="28574"/>
                  </a:lnTo>
                  <a:close/>
                </a:path>
                <a:path w="7590155" h="1552575">
                  <a:moveTo>
                    <a:pt x="4533886" y="28574"/>
                  </a:moveTo>
                  <a:lnTo>
                    <a:pt x="4505311" y="28574"/>
                  </a:lnTo>
                  <a:lnTo>
                    <a:pt x="4505311" y="0"/>
                  </a:lnTo>
                  <a:lnTo>
                    <a:pt x="4533886" y="0"/>
                  </a:lnTo>
                  <a:lnTo>
                    <a:pt x="4533886" y="28574"/>
                  </a:lnTo>
                  <a:close/>
                </a:path>
                <a:path w="7590155" h="1552575">
                  <a:moveTo>
                    <a:pt x="4591036" y="28574"/>
                  </a:moveTo>
                  <a:lnTo>
                    <a:pt x="4562461" y="28574"/>
                  </a:lnTo>
                  <a:lnTo>
                    <a:pt x="4562461" y="0"/>
                  </a:lnTo>
                  <a:lnTo>
                    <a:pt x="4591036" y="0"/>
                  </a:lnTo>
                  <a:lnTo>
                    <a:pt x="4591036" y="28574"/>
                  </a:lnTo>
                  <a:close/>
                </a:path>
                <a:path w="7590155" h="1552575">
                  <a:moveTo>
                    <a:pt x="4648186" y="28574"/>
                  </a:moveTo>
                  <a:lnTo>
                    <a:pt x="4619611" y="28574"/>
                  </a:lnTo>
                  <a:lnTo>
                    <a:pt x="4619611" y="0"/>
                  </a:lnTo>
                  <a:lnTo>
                    <a:pt x="4648186" y="0"/>
                  </a:lnTo>
                  <a:lnTo>
                    <a:pt x="4648186" y="28574"/>
                  </a:lnTo>
                  <a:close/>
                </a:path>
                <a:path w="7590155" h="1552575">
                  <a:moveTo>
                    <a:pt x="4705336" y="28574"/>
                  </a:moveTo>
                  <a:lnTo>
                    <a:pt x="4676761" y="28574"/>
                  </a:lnTo>
                  <a:lnTo>
                    <a:pt x="4676761" y="0"/>
                  </a:lnTo>
                  <a:lnTo>
                    <a:pt x="4705336" y="0"/>
                  </a:lnTo>
                  <a:lnTo>
                    <a:pt x="4705336" y="28574"/>
                  </a:lnTo>
                  <a:close/>
                </a:path>
                <a:path w="7590155" h="1552575">
                  <a:moveTo>
                    <a:pt x="4762486" y="28574"/>
                  </a:moveTo>
                  <a:lnTo>
                    <a:pt x="4733911" y="28574"/>
                  </a:lnTo>
                  <a:lnTo>
                    <a:pt x="4733911" y="0"/>
                  </a:lnTo>
                  <a:lnTo>
                    <a:pt x="4762486" y="0"/>
                  </a:lnTo>
                  <a:lnTo>
                    <a:pt x="4762486" y="28574"/>
                  </a:lnTo>
                  <a:close/>
                </a:path>
                <a:path w="7590155" h="1552575">
                  <a:moveTo>
                    <a:pt x="4819636" y="28574"/>
                  </a:moveTo>
                  <a:lnTo>
                    <a:pt x="4791061" y="28574"/>
                  </a:lnTo>
                  <a:lnTo>
                    <a:pt x="4791061" y="0"/>
                  </a:lnTo>
                  <a:lnTo>
                    <a:pt x="4819636" y="0"/>
                  </a:lnTo>
                  <a:lnTo>
                    <a:pt x="4819636" y="28574"/>
                  </a:lnTo>
                  <a:close/>
                </a:path>
                <a:path w="7590155" h="1552575">
                  <a:moveTo>
                    <a:pt x="4876786" y="28574"/>
                  </a:moveTo>
                  <a:lnTo>
                    <a:pt x="4848211" y="28574"/>
                  </a:lnTo>
                  <a:lnTo>
                    <a:pt x="4848211" y="0"/>
                  </a:lnTo>
                  <a:lnTo>
                    <a:pt x="4876786" y="0"/>
                  </a:lnTo>
                  <a:lnTo>
                    <a:pt x="4876786" y="28574"/>
                  </a:lnTo>
                  <a:close/>
                </a:path>
                <a:path w="7590155" h="1552575">
                  <a:moveTo>
                    <a:pt x="4933936" y="28574"/>
                  </a:moveTo>
                  <a:lnTo>
                    <a:pt x="4905361" y="28574"/>
                  </a:lnTo>
                  <a:lnTo>
                    <a:pt x="4905361" y="0"/>
                  </a:lnTo>
                  <a:lnTo>
                    <a:pt x="4933936" y="0"/>
                  </a:lnTo>
                  <a:lnTo>
                    <a:pt x="4933936" y="28574"/>
                  </a:lnTo>
                  <a:close/>
                </a:path>
                <a:path w="7590155" h="1552575">
                  <a:moveTo>
                    <a:pt x="4991086" y="28574"/>
                  </a:moveTo>
                  <a:lnTo>
                    <a:pt x="4962511" y="28574"/>
                  </a:lnTo>
                  <a:lnTo>
                    <a:pt x="4962511" y="0"/>
                  </a:lnTo>
                  <a:lnTo>
                    <a:pt x="4991086" y="0"/>
                  </a:lnTo>
                  <a:lnTo>
                    <a:pt x="4991086" y="28574"/>
                  </a:lnTo>
                  <a:close/>
                </a:path>
                <a:path w="7590155" h="1552575">
                  <a:moveTo>
                    <a:pt x="5048236" y="28574"/>
                  </a:moveTo>
                  <a:lnTo>
                    <a:pt x="5019661" y="28574"/>
                  </a:lnTo>
                  <a:lnTo>
                    <a:pt x="5019661" y="0"/>
                  </a:lnTo>
                  <a:lnTo>
                    <a:pt x="5048236" y="0"/>
                  </a:lnTo>
                  <a:lnTo>
                    <a:pt x="5048236" y="28574"/>
                  </a:lnTo>
                  <a:close/>
                </a:path>
                <a:path w="7590155" h="1552575">
                  <a:moveTo>
                    <a:pt x="5105386" y="28574"/>
                  </a:moveTo>
                  <a:lnTo>
                    <a:pt x="5076811" y="28574"/>
                  </a:lnTo>
                  <a:lnTo>
                    <a:pt x="5076811" y="0"/>
                  </a:lnTo>
                  <a:lnTo>
                    <a:pt x="5105386" y="0"/>
                  </a:lnTo>
                  <a:lnTo>
                    <a:pt x="5105386" y="28574"/>
                  </a:lnTo>
                  <a:close/>
                </a:path>
                <a:path w="7590155" h="1552575">
                  <a:moveTo>
                    <a:pt x="5162536" y="28574"/>
                  </a:moveTo>
                  <a:lnTo>
                    <a:pt x="5133961" y="28574"/>
                  </a:lnTo>
                  <a:lnTo>
                    <a:pt x="5133961" y="0"/>
                  </a:lnTo>
                  <a:lnTo>
                    <a:pt x="5162536" y="0"/>
                  </a:lnTo>
                  <a:lnTo>
                    <a:pt x="5162536" y="28574"/>
                  </a:lnTo>
                  <a:close/>
                </a:path>
                <a:path w="7590155" h="1552575">
                  <a:moveTo>
                    <a:pt x="5219686" y="28574"/>
                  </a:moveTo>
                  <a:lnTo>
                    <a:pt x="5191111" y="28574"/>
                  </a:lnTo>
                  <a:lnTo>
                    <a:pt x="5191111" y="0"/>
                  </a:lnTo>
                  <a:lnTo>
                    <a:pt x="5219686" y="0"/>
                  </a:lnTo>
                  <a:lnTo>
                    <a:pt x="5219686" y="28574"/>
                  </a:lnTo>
                  <a:close/>
                </a:path>
                <a:path w="7590155" h="1552575">
                  <a:moveTo>
                    <a:pt x="5276836" y="28574"/>
                  </a:moveTo>
                  <a:lnTo>
                    <a:pt x="5248261" y="28574"/>
                  </a:lnTo>
                  <a:lnTo>
                    <a:pt x="5248261" y="0"/>
                  </a:lnTo>
                  <a:lnTo>
                    <a:pt x="5276836" y="0"/>
                  </a:lnTo>
                  <a:lnTo>
                    <a:pt x="5276836" y="28574"/>
                  </a:lnTo>
                  <a:close/>
                </a:path>
                <a:path w="7590155" h="1552575">
                  <a:moveTo>
                    <a:pt x="5333986" y="28574"/>
                  </a:moveTo>
                  <a:lnTo>
                    <a:pt x="5305411" y="28574"/>
                  </a:lnTo>
                  <a:lnTo>
                    <a:pt x="5305411" y="0"/>
                  </a:lnTo>
                  <a:lnTo>
                    <a:pt x="5333986" y="0"/>
                  </a:lnTo>
                  <a:lnTo>
                    <a:pt x="5333986" y="28574"/>
                  </a:lnTo>
                  <a:close/>
                </a:path>
                <a:path w="7590155" h="1552575">
                  <a:moveTo>
                    <a:pt x="5391136" y="28574"/>
                  </a:moveTo>
                  <a:lnTo>
                    <a:pt x="5362561" y="28574"/>
                  </a:lnTo>
                  <a:lnTo>
                    <a:pt x="5362561" y="0"/>
                  </a:lnTo>
                  <a:lnTo>
                    <a:pt x="5391136" y="0"/>
                  </a:lnTo>
                  <a:lnTo>
                    <a:pt x="5391136" y="28574"/>
                  </a:lnTo>
                  <a:close/>
                </a:path>
                <a:path w="7590155" h="1552575">
                  <a:moveTo>
                    <a:pt x="5448286" y="28574"/>
                  </a:moveTo>
                  <a:lnTo>
                    <a:pt x="5419711" y="28574"/>
                  </a:lnTo>
                  <a:lnTo>
                    <a:pt x="5419711" y="0"/>
                  </a:lnTo>
                  <a:lnTo>
                    <a:pt x="5448286" y="0"/>
                  </a:lnTo>
                  <a:lnTo>
                    <a:pt x="5448286" y="28574"/>
                  </a:lnTo>
                  <a:close/>
                </a:path>
                <a:path w="7590155" h="1552575">
                  <a:moveTo>
                    <a:pt x="5505436" y="28574"/>
                  </a:moveTo>
                  <a:lnTo>
                    <a:pt x="5476861" y="28574"/>
                  </a:lnTo>
                  <a:lnTo>
                    <a:pt x="5476861" y="0"/>
                  </a:lnTo>
                  <a:lnTo>
                    <a:pt x="5505436" y="0"/>
                  </a:lnTo>
                  <a:lnTo>
                    <a:pt x="5505436" y="28574"/>
                  </a:lnTo>
                  <a:close/>
                </a:path>
                <a:path w="7590155" h="1552575">
                  <a:moveTo>
                    <a:pt x="5562586" y="28574"/>
                  </a:moveTo>
                  <a:lnTo>
                    <a:pt x="5534011" y="28574"/>
                  </a:lnTo>
                  <a:lnTo>
                    <a:pt x="5534011" y="0"/>
                  </a:lnTo>
                  <a:lnTo>
                    <a:pt x="5562586" y="0"/>
                  </a:lnTo>
                  <a:lnTo>
                    <a:pt x="5562586" y="28574"/>
                  </a:lnTo>
                  <a:close/>
                </a:path>
                <a:path w="7590155" h="1552575">
                  <a:moveTo>
                    <a:pt x="5619736" y="28574"/>
                  </a:moveTo>
                  <a:lnTo>
                    <a:pt x="5591161" y="28574"/>
                  </a:lnTo>
                  <a:lnTo>
                    <a:pt x="5591161" y="0"/>
                  </a:lnTo>
                  <a:lnTo>
                    <a:pt x="5619736" y="0"/>
                  </a:lnTo>
                  <a:lnTo>
                    <a:pt x="5619736" y="28574"/>
                  </a:lnTo>
                  <a:close/>
                </a:path>
                <a:path w="7590155" h="1552575">
                  <a:moveTo>
                    <a:pt x="5676886" y="28574"/>
                  </a:moveTo>
                  <a:lnTo>
                    <a:pt x="5648311" y="28574"/>
                  </a:lnTo>
                  <a:lnTo>
                    <a:pt x="5648311" y="0"/>
                  </a:lnTo>
                  <a:lnTo>
                    <a:pt x="5676886" y="0"/>
                  </a:lnTo>
                  <a:lnTo>
                    <a:pt x="5676886" y="28574"/>
                  </a:lnTo>
                  <a:close/>
                </a:path>
                <a:path w="7590155" h="1552575">
                  <a:moveTo>
                    <a:pt x="5734036" y="28574"/>
                  </a:moveTo>
                  <a:lnTo>
                    <a:pt x="5705461" y="28574"/>
                  </a:lnTo>
                  <a:lnTo>
                    <a:pt x="5705461" y="0"/>
                  </a:lnTo>
                  <a:lnTo>
                    <a:pt x="5734036" y="0"/>
                  </a:lnTo>
                  <a:lnTo>
                    <a:pt x="5734036" y="28574"/>
                  </a:lnTo>
                  <a:close/>
                </a:path>
                <a:path w="7590155" h="1552575">
                  <a:moveTo>
                    <a:pt x="5791186" y="28574"/>
                  </a:moveTo>
                  <a:lnTo>
                    <a:pt x="5762611" y="28574"/>
                  </a:lnTo>
                  <a:lnTo>
                    <a:pt x="5762611" y="0"/>
                  </a:lnTo>
                  <a:lnTo>
                    <a:pt x="5791186" y="0"/>
                  </a:lnTo>
                  <a:lnTo>
                    <a:pt x="5791186" y="28574"/>
                  </a:lnTo>
                  <a:close/>
                </a:path>
                <a:path w="7590155" h="1552575">
                  <a:moveTo>
                    <a:pt x="5848336" y="28574"/>
                  </a:moveTo>
                  <a:lnTo>
                    <a:pt x="5819761" y="28574"/>
                  </a:lnTo>
                  <a:lnTo>
                    <a:pt x="5819761" y="0"/>
                  </a:lnTo>
                  <a:lnTo>
                    <a:pt x="5848336" y="0"/>
                  </a:lnTo>
                  <a:lnTo>
                    <a:pt x="5848336" y="28574"/>
                  </a:lnTo>
                  <a:close/>
                </a:path>
                <a:path w="7590155" h="1552575">
                  <a:moveTo>
                    <a:pt x="5905486" y="28574"/>
                  </a:moveTo>
                  <a:lnTo>
                    <a:pt x="5876911" y="28574"/>
                  </a:lnTo>
                  <a:lnTo>
                    <a:pt x="5876911" y="0"/>
                  </a:lnTo>
                  <a:lnTo>
                    <a:pt x="5905486" y="0"/>
                  </a:lnTo>
                  <a:lnTo>
                    <a:pt x="5905486" y="28574"/>
                  </a:lnTo>
                  <a:close/>
                </a:path>
                <a:path w="7590155" h="1552575">
                  <a:moveTo>
                    <a:pt x="5962636" y="28574"/>
                  </a:moveTo>
                  <a:lnTo>
                    <a:pt x="5934061" y="28574"/>
                  </a:lnTo>
                  <a:lnTo>
                    <a:pt x="5934061" y="0"/>
                  </a:lnTo>
                  <a:lnTo>
                    <a:pt x="5962636" y="0"/>
                  </a:lnTo>
                  <a:lnTo>
                    <a:pt x="5962636" y="28574"/>
                  </a:lnTo>
                  <a:close/>
                </a:path>
                <a:path w="7590155" h="1552575">
                  <a:moveTo>
                    <a:pt x="6019786" y="28574"/>
                  </a:moveTo>
                  <a:lnTo>
                    <a:pt x="5991211" y="28574"/>
                  </a:lnTo>
                  <a:lnTo>
                    <a:pt x="5991211" y="0"/>
                  </a:lnTo>
                  <a:lnTo>
                    <a:pt x="6019786" y="0"/>
                  </a:lnTo>
                  <a:lnTo>
                    <a:pt x="6019786" y="28574"/>
                  </a:lnTo>
                  <a:close/>
                </a:path>
                <a:path w="7590155" h="1552575">
                  <a:moveTo>
                    <a:pt x="6076936" y="28574"/>
                  </a:moveTo>
                  <a:lnTo>
                    <a:pt x="6048361" y="28574"/>
                  </a:lnTo>
                  <a:lnTo>
                    <a:pt x="6048361" y="0"/>
                  </a:lnTo>
                  <a:lnTo>
                    <a:pt x="6076936" y="0"/>
                  </a:lnTo>
                  <a:lnTo>
                    <a:pt x="6076936" y="28574"/>
                  </a:lnTo>
                  <a:close/>
                </a:path>
                <a:path w="7590155" h="1552575">
                  <a:moveTo>
                    <a:pt x="6134086" y="28574"/>
                  </a:moveTo>
                  <a:lnTo>
                    <a:pt x="6105511" y="28574"/>
                  </a:lnTo>
                  <a:lnTo>
                    <a:pt x="6105511" y="0"/>
                  </a:lnTo>
                  <a:lnTo>
                    <a:pt x="6134086" y="0"/>
                  </a:lnTo>
                  <a:lnTo>
                    <a:pt x="6134086" y="28574"/>
                  </a:lnTo>
                  <a:close/>
                </a:path>
                <a:path w="7590155" h="1552575">
                  <a:moveTo>
                    <a:pt x="6191236" y="28574"/>
                  </a:moveTo>
                  <a:lnTo>
                    <a:pt x="6162661" y="28574"/>
                  </a:lnTo>
                  <a:lnTo>
                    <a:pt x="6162661" y="0"/>
                  </a:lnTo>
                  <a:lnTo>
                    <a:pt x="6191236" y="0"/>
                  </a:lnTo>
                  <a:lnTo>
                    <a:pt x="6191236" y="28574"/>
                  </a:lnTo>
                  <a:close/>
                </a:path>
                <a:path w="7590155" h="1552575">
                  <a:moveTo>
                    <a:pt x="6248386" y="28574"/>
                  </a:moveTo>
                  <a:lnTo>
                    <a:pt x="6219811" y="28574"/>
                  </a:lnTo>
                  <a:lnTo>
                    <a:pt x="6219811" y="0"/>
                  </a:lnTo>
                  <a:lnTo>
                    <a:pt x="6248386" y="0"/>
                  </a:lnTo>
                  <a:lnTo>
                    <a:pt x="6248386" y="28574"/>
                  </a:lnTo>
                  <a:close/>
                </a:path>
                <a:path w="7590155" h="1552575">
                  <a:moveTo>
                    <a:pt x="6305536" y="28574"/>
                  </a:moveTo>
                  <a:lnTo>
                    <a:pt x="6276961" y="28574"/>
                  </a:lnTo>
                  <a:lnTo>
                    <a:pt x="6276961" y="0"/>
                  </a:lnTo>
                  <a:lnTo>
                    <a:pt x="6305536" y="0"/>
                  </a:lnTo>
                  <a:lnTo>
                    <a:pt x="6305536" y="28574"/>
                  </a:lnTo>
                  <a:close/>
                </a:path>
                <a:path w="7590155" h="1552575">
                  <a:moveTo>
                    <a:pt x="6362686" y="28574"/>
                  </a:moveTo>
                  <a:lnTo>
                    <a:pt x="6334111" y="28574"/>
                  </a:lnTo>
                  <a:lnTo>
                    <a:pt x="6334111" y="0"/>
                  </a:lnTo>
                  <a:lnTo>
                    <a:pt x="6362686" y="0"/>
                  </a:lnTo>
                  <a:lnTo>
                    <a:pt x="6362686" y="28574"/>
                  </a:lnTo>
                  <a:close/>
                </a:path>
                <a:path w="7590155" h="1552575">
                  <a:moveTo>
                    <a:pt x="6419836" y="28574"/>
                  </a:moveTo>
                  <a:lnTo>
                    <a:pt x="6391261" y="28574"/>
                  </a:lnTo>
                  <a:lnTo>
                    <a:pt x="6391261" y="0"/>
                  </a:lnTo>
                  <a:lnTo>
                    <a:pt x="6419836" y="0"/>
                  </a:lnTo>
                  <a:lnTo>
                    <a:pt x="6419836" y="28574"/>
                  </a:lnTo>
                  <a:close/>
                </a:path>
                <a:path w="7590155" h="1552575">
                  <a:moveTo>
                    <a:pt x="6476986" y="28574"/>
                  </a:moveTo>
                  <a:lnTo>
                    <a:pt x="6448411" y="28574"/>
                  </a:lnTo>
                  <a:lnTo>
                    <a:pt x="6448411" y="0"/>
                  </a:lnTo>
                  <a:lnTo>
                    <a:pt x="6476986" y="0"/>
                  </a:lnTo>
                  <a:lnTo>
                    <a:pt x="6476986" y="28574"/>
                  </a:lnTo>
                  <a:close/>
                </a:path>
                <a:path w="7590155" h="1552575">
                  <a:moveTo>
                    <a:pt x="6534136" y="28574"/>
                  </a:moveTo>
                  <a:lnTo>
                    <a:pt x="6505561" y="28574"/>
                  </a:lnTo>
                  <a:lnTo>
                    <a:pt x="6505561" y="0"/>
                  </a:lnTo>
                  <a:lnTo>
                    <a:pt x="6534136" y="0"/>
                  </a:lnTo>
                  <a:lnTo>
                    <a:pt x="6534136" y="28574"/>
                  </a:lnTo>
                  <a:close/>
                </a:path>
                <a:path w="7590155" h="1552575">
                  <a:moveTo>
                    <a:pt x="6591286" y="28574"/>
                  </a:moveTo>
                  <a:lnTo>
                    <a:pt x="6562711" y="28574"/>
                  </a:lnTo>
                  <a:lnTo>
                    <a:pt x="6562711" y="0"/>
                  </a:lnTo>
                  <a:lnTo>
                    <a:pt x="6591286" y="0"/>
                  </a:lnTo>
                  <a:lnTo>
                    <a:pt x="6591286" y="28574"/>
                  </a:lnTo>
                  <a:close/>
                </a:path>
                <a:path w="7590155" h="1552575">
                  <a:moveTo>
                    <a:pt x="6648436" y="28574"/>
                  </a:moveTo>
                  <a:lnTo>
                    <a:pt x="6619861" y="28574"/>
                  </a:lnTo>
                  <a:lnTo>
                    <a:pt x="6619861" y="0"/>
                  </a:lnTo>
                  <a:lnTo>
                    <a:pt x="6648436" y="0"/>
                  </a:lnTo>
                  <a:lnTo>
                    <a:pt x="6648436" y="28574"/>
                  </a:lnTo>
                  <a:close/>
                </a:path>
                <a:path w="7590155" h="1552575">
                  <a:moveTo>
                    <a:pt x="6705586" y="28574"/>
                  </a:moveTo>
                  <a:lnTo>
                    <a:pt x="6677011" y="28574"/>
                  </a:lnTo>
                  <a:lnTo>
                    <a:pt x="6677011" y="0"/>
                  </a:lnTo>
                  <a:lnTo>
                    <a:pt x="6705586" y="0"/>
                  </a:lnTo>
                  <a:lnTo>
                    <a:pt x="6705586" y="28574"/>
                  </a:lnTo>
                  <a:close/>
                </a:path>
                <a:path w="7590155" h="1552575">
                  <a:moveTo>
                    <a:pt x="6762736" y="28574"/>
                  </a:moveTo>
                  <a:lnTo>
                    <a:pt x="6734161" y="28574"/>
                  </a:lnTo>
                  <a:lnTo>
                    <a:pt x="6734161" y="0"/>
                  </a:lnTo>
                  <a:lnTo>
                    <a:pt x="6762736" y="0"/>
                  </a:lnTo>
                  <a:lnTo>
                    <a:pt x="6762736" y="28574"/>
                  </a:lnTo>
                  <a:close/>
                </a:path>
                <a:path w="7590155" h="1552575">
                  <a:moveTo>
                    <a:pt x="6819886" y="28574"/>
                  </a:moveTo>
                  <a:lnTo>
                    <a:pt x="6791311" y="28574"/>
                  </a:lnTo>
                  <a:lnTo>
                    <a:pt x="6791311" y="0"/>
                  </a:lnTo>
                  <a:lnTo>
                    <a:pt x="6819886" y="0"/>
                  </a:lnTo>
                  <a:lnTo>
                    <a:pt x="6819886" y="28574"/>
                  </a:lnTo>
                  <a:close/>
                </a:path>
                <a:path w="7590155" h="1552575">
                  <a:moveTo>
                    <a:pt x="6877036" y="28574"/>
                  </a:moveTo>
                  <a:lnTo>
                    <a:pt x="6848461" y="28574"/>
                  </a:lnTo>
                  <a:lnTo>
                    <a:pt x="6848461" y="0"/>
                  </a:lnTo>
                  <a:lnTo>
                    <a:pt x="6877036" y="0"/>
                  </a:lnTo>
                  <a:lnTo>
                    <a:pt x="6877036" y="28574"/>
                  </a:lnTo>
                  <a:close/>
                </a:path>
                <a:path w="7590155" h="1552575">
                  <a:moveTo>
                    <a:pt x="6934186" y="28574"/>
                  </a:moveTo>
                  <a:lnTo>
                    <a:pt x="6905611" y="28574"/>
                  </a:lnTo>
                  <a:lnTo>
                    <a:pt x="6905611" y="0"/>
                  </a:lnTo>
                  <a:lnTo>
                    <a:pt x="6934186" y="0"/>
                  </a:lnTo>
                  <a:lnTo>
                    <a:pt x="6934186" y="28574"/>
                  </a:lnTo>
                  <a:close/>
                </a:path>
                <a:path w="7590155" h="1552575">
                  <a:moveTo>
                    <a:pt x="6991336" y="28574"/>
                  </a:moveTo>
                  <a:lnTo>
                    <a:pt x="6962761" y="28574"/>
                  </a:lnTo>
                  <a:lnTo>
                    <a:pt x="6962761" y="0"/>
                  </a:lnTo>
                  <a:lnTo>
                    <a:pt x="6991336" y="0"/>
                  </a:lnTo>
                  <a:lnTo>
                    <a:pt x="6991336" y="28574"/>
                  </a:lnTo>
                  <a:close/>
                </a:path>
                <a:path w="7590155" h="1552575">
                  <a:moveTo>
                    <a:pt x="7048486" y="28574"/>
                  </a:moveTo>
                  <a:lnTo>
                    <a:pt x="7019911" y="28574"/>
                  </a:lnTo>
                  <a:lnTo>
                    <a:pt x="7019911" y="0"/>
                  </a:lnTo>
                  <a:lnTo>
                    <a:pt x="7048486" y="0"/>
                  </a:lnTo>
                  <a:lnTo>
                    <a:pt x="7048486" y="28574"/>
                  </a:lnTo>
                  <a:close/>
                </a:path>
                <a:path w="7590155" h="1552575">
                  <a:moveTo>
                    <a:pt x="7105636" y="28574"/>
                  </a:moveTo>
                  <a:lnTo>
                    <a:pt x="7077061" y="28574"/>
                  </a:lnTo>
                  <a:lnTo>
                    <a:pt x="7077061" y="0"/>
                  </a:lnTo>
                  <a:lnTo>
                    <a:pt x="7105636" y="0"/>
                  </a:lnTo>
                  <a:lnTo>
                    <a:pt x="7105636" y="28574"/>
                  </a:lnTo>
                  <a:close/>
                </a:path>
                <a:path w="7590155" h="1552575">
                  <a:moveTo>
                    <a:pt x="7162786" y="28574"/>
                  </a:moveTo>
                  <a:lnTo>
                    <a:pt x="7134211" y="28574"/>
                  </a:lnTo>
                  <a:lnTo>
                    <a:pt x="7134211" y="0"/>
                  </a:lnTo>
                  <a:lnTo>
                    <a:pt x="7162786" y="0"/>
                  </a:lnTo>
                  <a:lnTo>
                    <a:pt x="7162786" y="28574"/>
                  </a:lnTo>
                  <a:close/>
                </a:path>
                <a:path w="7590155" h="1552575">
                  <a:moveTo>
                    <a:pt x="7219936" y="28574"/>
                  </a:moveTo>
                  <a:lnTo>
                    <a:pt x="7191361" y="28574"/>
                  </a:lnTo>
                  <a:lnTo>
                    <a:pt x="7191361" y="0"/>
                  </a:lnTo>
                  <a:lnTo>
                    <a:pt x="7219936" y="0"/>
                  </a:lnTo>
                  <a:lnTo>
                    <a:pt x="7219936" y="28574"/>
                  </a:lnTo>
                  <a:close/>
                </a:path>
                <a:path w="7590155" h="1552575">
                  <a:moveTo>
                    <a:pt x="7277086" y="28574"/>
                  </a:moveTo>
                  <a:lnTo>
                    <a:pt x="7248511" y="28574"/>
                  </a:lnTo>
                  <a:lnTo>
                    <a:pt x="7248511" y="0"/>
                  </a:lnTo>
                  <a:lnTo>
                    <a:pt x="7277086" y="0"/>
                  </a:lnTo>
                  <a:lnTo>
                    <a:pt x="7277086" y="28574"/>
                  </a:lnTo>
                  <a:close/>
                </a:path>
                <a:path w="7590155" h="1552575">
                  <a:moveTo>
                    <a:pt x="7334235" y="28574"/>
                  </a:moveTo>
                  <a:lnTo>
                    <a:pt x="7305661" y="28574"/>
                  </a:lnTo>
                  <a:lnTo>
                    <a:pt x="7305661" y="0"/>
                  </a:lnTo>
                  <a:lnTo>
                    <a:pt x="7334235" y="0"/>
                  </a:lnTo>
                  <a:lnTo>
                    <a:pt x="7334235" y="28574"/>
                  </a:lnTo>
                  <a:close/>
                </a:path>
                <a:path w="7590155" h="1552575">
                  <a:moveTo>
                    <a:pt x="7391385" y="28574"/>
                  </a:moveTo>
                  <a:lnTo>
                    <a:pt x="7362810" y="28574"/>
                  </a:lnTo>
                  <a:lnTo>
                    <a:pt x="7362810" y="0"/>
                  </a:lnTo>
                  <a:lnTo>
                    <a:pt x="7391385" y="0"/>
                  </a:lnTo>
                  <a:lnTo>
                    <a:pt x="7391385" y="28574"/>
                  </a:lnTo>
                  <a:close/>
                </a:path>
                <a:path w="7590155" h="1552575">
                  <a:moveTo>
                    <a:pt x="7445057" y="29698"/>
                  </a:moveTo>
                  <a:lnTo>
                    <a:pt x="7439323" y="28949"/>
                  </a:lnTo>
                  <a:lnTo>
                    <a:pt x="7433563" y="28574"/>
                  </a:lnTo>
                  <a:lnTo>
                    <a:pt x="7419960" y="28574"/>
                  </a:lnTo>
                  <a:lnTo>
                    <a:pt x="7419960" y="0"/>
                  </a:lnTo>
                  <a:lnTo>
                    <a:pt x="7427776" y="0"/>
                  </a:lnTo>
                  <a:lnTo>
                    <a:pt x="7448668" y="2067"/>
                  </a:lnTo>
                  <a:lnTo>
                    <a:pt x="7445204" y="28574"/>
                  </a:lnTo>
                  <a:lnTo>
                    <a:pt x="7445155" y="28949"/>
                  </a:lnTo>
                  <a:lnTo>
                    <a:pt x="7445057" y="29698"/>
                  </a:lnTo>
                  <a:close/>
                </a:path>
                <a:path w="7590155" h="1552575">
                  <a:moveTo>
                    <a:pt x="7489791" y="43874"/>
                  </a:moveTo>
                  <a:lnTo>
                    <a:pt x="7482825" y="40214"/>
                  </a:lnTo>
                  <a:lnTo>
                    <a:pt x="7475592" y="37195"/>
                  </a:lnTo>
                  <a:lnTo>
                    <a:pt x="7468092" y="34815"/>
                  </a:lnTo>
                  <a:lnTo>
                    <a:pt x="7476503" y="8303"/>
                  </a:lnTo>
                  <a:lnTo>
                    <a:pt x="7489737" y="12324"/>
                  </a:lnTo>
                  <a:lnTo>
                    <a:pt x="7502724" y="19257"/>
                  </a:lnTo>
                  <a:lnTo>
                    <a:pt x="7489791" y="43874"/>
                  </a:lnTo>
                  <a:close/>
                </a:path>
                <a:path w="7590155" h="1552575">
                  <a:moveTo>
                    <a:pt x="7527075" y="72925"/>
                  </a:moveTo>
                  <a:lnTo>
                    <a:pt x="7509632" y="56656"/>
                  </a:lnTo>
                  <a:lnTo>
                    <a:pt x="7526726" y="34681"/>
                  </a:lnTo>
                  <a:lnTo>
                    <a:pt x="7542265" y="47422"/>
                  </a:lnTo>
                  <a:lnTo>
                    <a:pt x="7547884" y="54274"/>
                  </a:lnTo>
                  <a:lnTo>
                    <a:pt x="7527075" y="72925"/>
                  </a:lnTo>
                  <a:close/>
                </a:path>
                <a:path w="7590155" h="1552575">
                  <a:moveTo>
                    <a:pt x="7551792" y="112935"/>
                  </a:moveTo>
                  <a:lnTo>
                    <a:pt x="7548900" y="105610"/>
                  </a:lnTo>
                  <a:lnTo>
                    <a:pt x="7545387" y="98599"/>
                  </a:lnTo>
                  <a:lnTo>
                    <a:pt x="7541254" y="91901"/>
                  </a:lnTo>
                  <a:lnTo>
                    <a:pt x="7565183" y="77137"/>
                  </a:lnTo>
                  <a:lnTo>
                    <a:pt x="7577363" y="99950"/>
                  </a:lnTo>
                  <a:lnTo>
                    <a:pt x="7578147" y="102528"/>
                  </a:lnTo>
                  <a:lnTo>
                    <a:pt x="7551792" y="112935"/>
                  </a:lnTo>
                  <a:close/>
                </a:path>
                <a:path w="7590155" h="1552575">
                  <a:moveTo>
                    <a:pt x="7561083" y="159108"/>
                  </a:moveTo>
                  <a:lnTo>
                    <a:pt x="7560917" y="151165"/>
                  </a:lnTo>
                  <a:lnTo>
                    <a:pt x="7560047" y="143299"/>
                  </a:lnTo>
                  <a:lnTo>
                    <a:pt x="7558474" y="135511"/>
                  </a:lnTo>
                  <a:lnTo>
                    <a:pt x="7586452" y="129860"/>
                  </a:lnTo>
                  <a:lnTo>
                    <a:pt x="7586548" y="130176"/>
                  </a:lnTo>
                  <a:lnTo>
                    <a:pt x="7589352" y="158516"/>
                  </a:lnTo>
                  <a:lnTo>
                    <a:pt x="7561083" y="159108"/>
                  </a:lnTo>
                  <a:close/>
                </a:path>
                <a:path w="7590155" h="1552575">
                  <a:moveTo>
                    <a:pt x="7589688" y="215721"/>
                  </a:moveTo>
                  <a:lnTo>
                    <a:pt x="7561113" y="215721"/>
                  </a:lnTo>
                  <a:lnTo>
                    <a:pt x="7561113" y="187146"/>
                  </a:lnTo>
                  <a:lnTo>
                    <a:pt x="7589688" y="187146"/>
                  </a:lnTo>
                  <a:lnTo>
                    <a:pt x="7589688" y="215721"/>
                  </a:lnTo>
                  <a:close/>
                </a:path>
                <a:path w="7590155" h="1552575">
                  <a:moveTo>
                    <a:pt x="7589688" y="272871"/>
                  </a:moveTo>
                  <a:lnTo>
                    <a:pt x="7561113" y="272871"/>
                  </a:lnTo>
                  <a:lnTo>
                    <a:pt x="7561113" y="244296"/>
                  </a:lnTo>
                  <a:lnTo>
                    <a:pt x="7589688" y="244296"/>
                  </a:lnTo>
                  <a:lnTo>
                    <a:pt x="7589688" y="272871"/>
                  </a:lnTo>
                  <a:close/>
                </a:path>
                <a:path w="7590155" h="1552575">
                  <a:moveTo>
                    <a:pt x="7589688" y="330021"/>
                  </a:moveTo>
                  <a:lnTo>
                    <a:pt x="7561113" y="330021"/>
                  </a:lnTo>
                  <a:lnTo>
                    <a:pt x="7561113" y="301446"/>
                  </a:lnTo>
                  <a:lnTo>
                    <a:pt x="7589688" y="301446"/>
                  </a:lnTo>
                  <a:lnTo>
                    <a:pt x="7589688" y="330021"/>
                  </a:lnTo>
                  <a:close/>
                </a:path>
                <a:path w="7590155" h="1552575">
                  <a:moveTo>
                    <a:pt x="7589688" y="387171"/>
                  </a:moveTo>
                  <a:lnTo>
                    <a:pt x="7561113" y="387171"/>
                  </a:lnTo>
                  <a:lnTo>
                    <a:pt x="7561113" y="358596"/>
                  </a:lnTo>
                  <a:lnTo>
                    <a:pt x="7589688" y="358596"/>
                  </a:lnTo>
                  <a:lnTo>
                    <a:pt x="7589688" y="387171"/>
                  </a:lnTo>
                  <a:close/>
                </a:path>
                <a:path w="7590155" h="1552575">
                  <a:moveTo>
                    <a:pt x="7589688" y="444321"/>
                  </a:moveTo>
                  <a:lnTo>
                    <a:pt x="7561113" y="444321"/>
                  </a:lnTo>
                  <a:lnTo>
                    <a:pt x="7561113" y="415746"/>
                  </a:lnTo>
                  <a:lnTo>
                    <a:pt x="7589688" y="415746"/>
                  </a:lnTo>
                  <a:lnTo>
                    <a:pt x="7589688" y="444321"/>
                  </a:lnTo>
                  <a:close/>
                </a:path>
                <a:path w="7590155" h="1552575">
                  <a:moveTo>
                    <a:pt x="7589688" y="501471"/>
                  </a:moveTo>
                  <a:lnTo>
                    <a:pt x="7561113" y="501471"/>
                  </a:lnTo>
                  <a:lnTo>
                    <a:pt x="7561113" y="472896"/>
                  </a:lnTo>
                  <a:lnTo>
                    <a:pt x="7589688" y="472896"/>
                  </a:lnTo>
                  <a:lnTo>
                    <a:pt x="7589688" y="501471"/>
                  </a:lnTo>
                  <a:close/>
                </a:path>
                <a:path w="7590155" h="1552575">
                  <a:moveTo>
                    <a:pt x="7589688" y="558621"/>
                  </a:moveTo>
                  <a:lnTo>
                    <a:pt x="7561113" y="558621"/>
                  </a:lnTo>
                  <a:lnTo>
                    <a:pt x="7561113" y="530046"/>
                  </a:lnTo>
                  <a:lnTo>
                    <a:pt x="7589688" y="530046"/>
                  </a:lnTo>
                  <a:lnTo>
                    <a:pt x="7589688" y="558621"/>
                  </a:lnTo>
                  <a:close/>
                </a:path>
                <a:path w="7590155" h="1552575">
                  <a:moveTo>
                    <a:pt x="7589688" y="615771"/>
                  </a:moveTo>
                  <a:lnTo>
                    <a:pt x="7561113" y="615771"/>
                  </a:lnTo>
                  <a:lnTo>
                    <a:pt x="7561113" y="587196"/>
                  </a:lnTo>
                  <a:lnTo>
                    <a:pt x="7589688" y="587196"/>
                  </a:lnTo>
                  <a:lnTo>
                    <a:pt x="7589688" y="615771"/>
                  </a:lnTo>
                  <a:close/>
                </a:path>
                <a:path w="7590155" h="1552575">
                  <a:moveTo>
                    <a:pt x="7589688" y="672921"/>
                  </a:moveTo>
                  <a:lnTo>
                    <a:pt x="7561113" y="672921"/>
                  </a:lnTo>
                  <a:lnTo>
                    <a:pt x="7561113" y="644346"/>
                  </a:lnTo>
                  <a:lnTo>
                    <a:pt x="7589688" y="644346"/>
                  </a:lnTo>
                  <a:lnTo>
                    <a:pt x="7589688" y="672921"/>
                  </a:lnTo>
                  <a:close/>
                </a:path>
                <a:path w="7590155" h="1552575">
                  <a:moveTo>
                    <a:pt x="7589688" y="730071"/>
                  </a:moveTo>
                  <a:lnTo>
                    <a:pt x="7561113" y="730071"/>
                  </a:lnTo>
                  <a:lnTo>
                    <a:pt x="7561113" y="701496"/>
                  </a:lnTo>
                  <a:lnTo>
                    <a:pt x="7589688" y="701496"/>
                  </a:lnTo>
                  <a:lnTo>
                    <a:pt x="7589688" y="730071"/>
                  </a:lnTo>
                  <a:close/>
                </a:path>
                <a:path w="7590155" h="1552575">
                  <a:moveTo>
                    <a:pt x="7589688" y="787221"/>
                  </a:moveTo>
                  <a:lnTo>
                    <a:pt x="7561113" y="787221"/>
                  </a:lnTo>
                  <a:lnTo>
                    <a:pt x="7561113" y="758646"/>
                  </a:lnTo>
                  <a:lnTo>
                    <a:pt x="7589688" y="758646"/>
                  </a:lnTo>
                  <a:lnTo>
                    <a:pt x="7589688" y="787221"/>
                  </a:lnTo>
                  <a:close/>
                </a:path>
                <a:path w="7590155" h="1552575">
                  <a:moveTo>
                    <a:pt x="7589688" y="844371"/>
                  </a:moveTo>
                  <a:lnTo>
                    <a:pt x="7561113" y="844371"/>
                  </a:lnTo>
                  <a:lnTo>
                    <a:pt x="7561113" y="815796"/>
                  </a:lnTo>
                  <a:lnTo>
                    <a:pt x="7589688" y="815796"/>
                  </a:lnTo>
                  <a:lnTo>
                    <a:pt x="7589688" y="844371"/>
                  </a:lnTo>
                  <a:close/>
                </a:path>
                <a:path w="7590155" h="1552575">
                  <a:moveTo>
                    <a:pt x="7589688" y="901521"/>
                  </a:moveTo>
                  <a:lnTo>
                    <a:pt x="7561113" y="901521"/>
                  </a:lnTo>
                  <a:lnTo>
                    <a:pt x="7561113" y="872946"/>
                  </a:lnTo>
                  <a:lnTo>
                    <a:pt x="7589688" y="872946"/>
                  </a:lnTo>
                  <a:lnTo>
                    <a:pt x="7589688" y="901521"/>
                  </a:lnTo>
                  <a:close/>
                </a:path>
                <a:path w="7590155" h="1552575">
                  <a:moveTo>
                    <a:pt x="7589688" y="958671"/>
                  </a:moveTo>
                  <a:lnTo>
                    <a:pt x="7561113" y="958671"/>
                  </a:lnTo>
                  <a:lnTo>
                    <a:pt x="7561113" y="930096"/>
                  </a:lnTo>
                  <a:lnTo>
                    <a:pt x="7589688" y="930096"/>
                  </a:lnTo>
                  <a:lnTo>
                    <a:pt x="7589688" y="958671"/>
                  </a:lnTo>
                  <a:close/>
                </a:path>
                <a:path w="7590155" h="1552575">
                  <a:moveTo>
                    <a:pt x="7589688" y="1015821"/>
                  </a:moveTo>
                  <a:lnTo>
                    <a:pt x="7561113" y="1015821"/>
                  </a:lnTo>
                  <a:lnTo>
                    <a:pt x="7561113" y="987246"/>
                  </a:lnTo>
                  <a:lnTo>
                    <a:pt x="7589688" y="987246"/>
                  </a:lnTo>
                  <a:lnTo>
                    <a:pt x="7589688" y="1015821"/>
                  </a:lnTo>
                  <a:close/>
                </a:path>
                <a:path w="7590155" h="1552575">
                  <a:moveTo>
                    <a:pt x="7589688" y="1072971"/>
                  </a:moveTo>
                  <a:lnTo>
                    <a:pt x="7561113" y="1072971"/>
                  </a:lnTo>
                  <a:lnTo>
                    <a:pt x="7561113" y="1044396"/>
                  </a:lnTo>
                  <a:lnTo>
                    <a:pt x="7589688" y="1044396"/>
                  </a:lnTo>
                  <a:lnTo>
                    <a:pt x="7589688" y="1072971"/>
                  </a:lnTo>
                  <a:close/>
                </a:path>
                <a:path w="7590155" h="1552575">
                  <a:moveTo>
                    <a:pt x="7589688" y="1130121"/>
                  </a:moveTo>
                  <a:lnTo>
                    <a:pt x="7561113" y="1130121"/>
                  </a:lnTo>
                  <a:lnTo>
                    <a:pt x="7561113" y="1101546"/>
                  </a:lnTo>
                  <a:lnTo>
                    <a:pt x="7589688" y="1101546"/>
                  </a:lnTo>
                  <a:lnTo>
                    <a:pt x="7589688" y="1130121"/>
                  </a:lnTo>
                  <a:close/>
                </a:path>
                <a:path w="7590155" h="1552575">
                  <a:moveTo>
                    <a:pt x="7589688" y="1187271"/>
                  </a:moveTo>
                  <a:lnTo>
                    <a:pt x="7561113" y="1187271"/>
                  </a:lnTo>
                  <a:lnTo>
                    <a:pt x="7561113" y="1158696"/>
                  </a:lnTo>
                  <a:lnTo>
                    <a:pt x="7589688" y="1158696"/>
                  </a:lnTo>
                  <a:lnTo>
                    <a:pt x="7589688" y="1187271"/>
                  </a:lnTo>
                  <a:close/>
                </a:path>
                <a:path w="7590155" h="1552575">
                  <a:moveTo>
                    <a:pt x="7589688" y="1244421"/>
                  </a:moveTo>
                  <a:lnTo>
                    <a:pt x="7561113" y="1244421"/>
                  </a:lnTo>
                  <a:lnTo>
                    <a:pt x="7561113" y="1215846"/>
                  </a:lnTo>
                  <a:lnTo>
                    <a:pt x="7589688" y="1215846"/>
                  </a:lnTo>
                  <a:lnTo>
                    <a:pt x="7589688" y="1244421"/>
                  </a:lnTo>
                  <a:close/>
                </a:path>
                <a:path w="7590155" h="1552575">
                  <a:moveTo>
                    <a:pt x="7589688" y="1301571"/>
                  </a:moveTo>
                  <a:lnTo>
                    <a:pt x="7561113" y="1301571"/>
                  </a:lnTo>
                  <a:lnTo>
                    <a:pt x="7561113" y="1272996"/>
                  </a:lnTo>
                  <a:lnTo>
                    <a:pt x="7589688" y="1272996"/>
                  </a:lnTo>
                  <a:lnTo>
                    <a:pt x="7589688" y="1301571"/>
                  </a:lnTo>
                  <a:close/>
                </a:path>
                <a:path w="7590155" h="1552575">
                  <a:moveTo>
                    <a:pt x="7589688" y="1358721"/>
                  </a:moveTo>
                  <a:lnTo>
                    <a:pt x="7561113" y="1358721"/>
                  </a:lnTo>
                  <a:lnTo>
                    <a:pt x="7561113" y="1330146"/>
                  </a:lnTo>
                  <a:lnTo>
                    <a:pt x="7589688" y="1330146"/>
                  </a:lnTo>
                  <a:lnTo>
                    <a:pt x="7589688" y="1358721"/>
                  </a:lnTo>
                  <a:close/>
                </a:path>
                <a:path w="7590155" h="1552575">
                  <a:moveTo>
                    <a:pt x="7587122" y="1416004"/>
                  </a:moveTo>
                  <a:lnTo>
                    <a:pt x="7559382" y="1411490"/>
                  </a:lnTo>
                  <a:lnTo>
                    <a:pt x="7560536" y="1404397"/>
                  </a:lnTo>
                  <a:lnTo>
                    <a:pt x="7561113" y="1397256"/>
                  </a:lnTo>
                  <a:lnTo>
                    <a:pt x="7561113" y="1387296"/>
                  </a:lnTo>
                  <a:lnTo>
                    <a:pt x="7589688" y="1387296"/>
                  </a:lnTo>
                  <a:lnTo>
                    <a:pt x="7589688" y="1390067"/>
                  </a:lnTo>
                  <a:lnTo>
                    <a:pt x="7587122" y="1416004"/>
                  </a:lnTo>
                  <a:close/>
                </a:path>
                <a:path w="7590155" h="1552575">
                  <a:moveTo>
                    <a:pt x="7568061" y="1469452"/>
                  </a:moveTo>
                  <a:lnTo>
                    <a:pt x="7543821" y="1455735"/>
                  </a:lnTo>
                  <a:lnTo>
                    <a:pt x="7547697" y="1448886"/>
                  </a:lnTo>
                  <a:lnTo>
                    <a:pt x="7550941" y="1441750"/>
                  </a:lnTo>
                  <a:lnTo>
                    <a:pt x="7553553" y="1434327"/>
                  </a:lnTo>
                  <a:lnTo>
                    <a:pt x="7579923" y="1443606"/>
                  </a:lnTo>
                  <a:lnTo>
                    <a:pt x="7577363" y="1452028"/>
                  </a:lnTo>
                  <a:lnTo>
                    <a:pt x="7568061" y="1469452"/>
                  </a:lnTo>
                  <a:close/>
                </a:path>
                <a:path w="7590155" h="1552575">
                  <a:moveTo>
                    <a:pt x="7531478" y="1513401"/>
                  </a:moveTo>
                  <a:lnTo>
                    <a:pt x="7513585" y="1492124"/>
                  </a:lnTo>
                  <a:lnTo>
                    <a:pt x="7516522" y="1489655"/>
                  </a:lnTo>
                  <a:lnTo>
                    <a:pt x="7519347" y="1487063"/>
                  </a:lnTo>
                  <a:lnTo>
                    <a:pt x="7524983" y="1481427"/>
                  </a:lnTo>
                  <a:lnTo>
                    <a:pt x="7527764" y="1478375"/>
                  </a:lnTo>
                  <a:lnTo>
                    <a:pt x="7530401" y="1475195"/>
                  </a:lnTo>
                  <a:lnTo>
                    <a:pt x="7551791" y="1492938"/>
                  </a:lnTo>
                  <a:lnTo>
                    <a:pt x="7542265" y="1504557"/>
                  </a:lnTo>
                  <a:lnTo>
                    <a:pt x="7531478" y="1513401"/>
                  </a:lnTo>
                  <a:close/>
                </a:path>
                <a:path w="7590155" h="1552575">
                  <a:moveTo>
                    <a:pt x="7482333" y="1541904"/>
                  </a:moveTo>
                  <a:lnTo>
                    <a:pt x="7472864" y="1515550"/>
                  </a:lnTo>
                  <a:lnTo>
                    <a:pt x="7480271" y="1512888"/>
                  </a:lnTo>
                  <a:lnTo>
                    <a:pt x="7487386" y="1509597"/>
                  </a:lnTo>
                  <a:lnTo>
                    <a:pt x="7494210" y="1505676"/>
                  </a:lnTo>
                  <a:lnTo>
                    <a:pt x="7508100" y="1529851"/>
                  </a:lnTo>
                  <a:lnTo>
                    <a:pt x="7489737" y="1539654"/>
                  </a:lnTo>
                  <a:lnTo>
                    <a:pt x="7482333" y="1541904"/>
                  </a:lnTo>
                  <a:close/>
                </a:path>
                <a:path w="7590155" h="1552575">
                  <a:moveTo>
                    <a:pt x="7427776" y="1551979"/>
                  </a:moveTo>
                  <a:lnTo>
                    <a:pt x="7426072" y="1551979"/>
                  </a:lnTo>
                  <a:lnTo>
                    <a:pt x="7426072" y="1523404"/>
                  </a:lnTo>
                  <a:lnTo>
                    <a:pt x="7435263" y="1523404"/>
                  </a:lnTo>
                  <a:lnTo>
                    <a:pt x="7442694" y="1522779"/>
                  </a:lnTo>
                  <a:lnTo>
                    <a:pt x="7450069" y="1521528"/>
                  </a:lnTo>
                  <a:lnTo>
                    <a:pt x="7454781" y="1549307"/>
                  </a:lnTo>
                  <a:lnTo>
                    <a:pt x="7427776" y="1551979"/>
                  </a:lnTo>
                  <a:close/>
                </a:path>
                <a:path w="7590155" h="1552575">
                  <a:moveTo>
                    <a:pt x="7397497" y="1551979"/>
                  </a:moveTo>
                  <a:lnTo>
                    <a:pt x="7368922" y="1551979"/>
                  </a:lnTo>
                  <a:lnTo>
                    <a:pt x="7368922" y="1523404"/>
                  </a:lnTo>
                  <a:lnTo>
                    <a:pt x="7397497" y="1523404"/>
                  </a:lnTo>
                  <a:lnTo>
                    <a:pt x="7397497" y="1551979"/>
                  </a:lnTo>
                  <a:close/>
                </a:path>
                <a:path w="7590155" h="1552575">
                  <a:moveTo>
                    <a:pt x="7340347" y="1551979"/>
                  </a:moveTo>
                  <a:lnTo>
                    <a:pt x="7311772" y="1551979"/>
                  </a:lnTo>
                  <a:lnTo>
                    <a:pt x="7311772" y="1523404"/>
                  </a:lnTo>
                  <a:lnTo>
                    <a:pt x="7340347" y="1523404"/>
                  </a:lnTo>
                  <a:lnTo>
                    <a:pt x="7340347" y="1551979"/>
                  </a:lnTo>
                  <a:close/>
                </a:path>
                <a:path w="7590155" h="1552575">
                  <a:moveTo>
                    <a:pt x="7283197" y="1551979"/>
                  </a:moveTo>
                  <a:lnTo>
                    <a:pt x="7254622" y="1551979"/>
                  </a:lnTo>
                  <a:lnTo>
                    <a:pt x="7254622" y="1523404"/>
                  </a:lnTo>
                  <a:lnTo>
                    <a:pt x="7283197" y="1523404"/>
                  </a:lnTo>
                  <a:lnTo>
                    <a:pt x="7283197" y="1551979"/>
                  </a:lnTo>
                  <a:close/>
                </a:path>
                <a:path w="7590155" h="1552575">
                  <a:moveTo>
                    <a:pt x="7226047" y="1551979"/>
                  </a:moveTo>
                  <a:lnTo>
                    <a:pt x="7197472" y="1551979"/>
                  </a:lnTo>
                  <a:lnTo>
                    <a:pt x="7197472" y="1523404"/>
                  </a:lnTo>
                  <a:lnTo>
                    <a:pt x="7226047" y="1523404"/>
                  </a:lnTo>
                  <a:lnTo>
                    <a:pt x="7226047" y="1551979"/>
                  </a:lnTo>
                  <a:close/>
                </a:path>
                <a:path w="7590155" h="1552575">
                  <a:moveTo>
                    <a:pt x="7168897" y="1551979"/>
                  </a:moveTo>
                  <a:lnTo>
                    <a:pt x="7140322" y="1551979"/>
                  </a:lnTo>
                  <a:lnTo>
                    <a:pt x="7140322" y="1523404"/>
                  </a:lnTo>
                  <a:lnTo>
                    <a:pt x="7168897" y="1523404"/>
                  </a:lnTo>
                  <a:lnTo>
                    <a:pt x="7168897" y="1551979"/>
                  </a:lnTo>
                  <a:close/>
                </a:path>
                <a:path w="7590155" h="1552575">
                  <a:moveTo>
                    <a:pt x="7111747" y="1551979"/>
                  </a:moveTo>
                  <a:lnTo>
                    <a:pt x="7083172" y="1551979"/>
                  </a:lnTo>
                  <a:lnTo>
                    <a:pt x="7083172" y="1523404"/>
                  </a:lnTo>
                  <a:lnTo>
                    <a:pt x="7111747" y="1523404"/>
                  </a:lnTo>
                  <a:lnTo>
                    <a:pt x="7111747" y="1551979"/>
                  </a:lnTo>
                  <a:close/>
                </a:path>
                <a:path w="7590155" h="1552575">
                  <a:moveTo>
                    <a:pt x="7054597" y="1551979"/>
                  </a:moveTo>
                  <a:lnTo>
                    <a:pt x="7026022" y="1551979"/>
                  </a:lnTo>
                  <a:lnTo>
                    <a:pt x="7026022" y="1523404"/>
                  </a:lnTo>
                  <a:lnTo>
                    <a:pt x="7054597" y="1523404"/>
                  </a:lnTo>
                  <a:lnTo>
                    <a:pt x="7054597" y="1551979"/>
                  </a:lnTo>
                  <a:close/>
                </a:path>
                <a:path w="7590155" h="1552575">
                  <a:moveTo>
                    <a:pt x="6997447" y="1551979"/>
                  </a:moveTo>
                  <a:lnTo>
                    <a:pt x="6968872" y="1551979"/>
                  </a:lnTo>
                  <a:lnTo>
                    <a:pt x="6968872" y="1523404"/>
                  </a:lnTo>
                  <a:lnTo>
                    <a:pt x="6997447" y="1523404"/>
                  </a:lnTo>
                  <a:lnTo>
                    <a:pt x="6997447" y="1551979"/>
                  </a:lnTo>
                  <a:close/>
                </a:path>
                <a:path w="7590155" h="1552575">
                  <a:moveTo>
                    <a:pt x="6940297" y="1551979"/>
                  </a:moveTo>
                  <a:lnTo>
                    <a:pt x="6911722" y="1551979"/>
                  </a:lnTo>
                  <a:lnTo>
                    <a:pt x="6911722" y="1523404"/>
                  </a:lnTo>
                  <a:lnTo>
                    <a:pt x="6940297" y="1523404"/>
                  </a:lnTo>
                  <a:lnTo>
                    <a:pt x="6940297" y="1551979"/>
                  </a:lnTo>
                  <a:close/>
                </a:path>
                <a:path w="7590155" h="1552575">
                  <a:moveTo>
                    <a:pt x="6883147" y="1551979"/>
                  </a:moveTo>
                  <a:lnTo>
                    <a:pt x="6854572" y="1551979"/>
                  </a:lnTo>
                  <a:lnTo>
                    <a:pt x="6854572" y="1523404"/>
                  </a:lnTo>
                  <a:lnTo>
                    <a:pt x="6883147" y="1523404"/>
                  </a:lnTo>
                  <a:lnTo>
                    <a:pt x="6883147" y="1551979"/>
                  </a:lnTo>
                  <a:close/>
                </a:path>
                <a:path w="7590155" h="1552575">
                  <a:moveTo>
                    <a:pt x="6825997" y="1551979"/>
                  </a:moveTo>
                  <a:lnTo>
                    <a:pt x="6797422" y="1551979"/>
                  </a:lnTo>
                  <a:lnTo>
                    <a:pt x="6797422" y="1523404"/>
                  </a:lnTo>
                  <a:lnTo>
                    <a:pt x="6825997" y="1523404"/>
                  </a:lnTo>
                  <a:lnTo>
                    <a:pt x="6825997" y="1551979"/>
                  </a:lnTo>
                  <a:close/>
                </a:path>
                <a:path w="7590155" h="1552575">
                  <a:moveTo>
                    <a:pt x="6768847" y="1551979"/>
                  </a:moveTo>
                  <a:lnTo>
                    <a:pt x="6740272" y="1551979"/>
                  </a:lnTo>
                  <a:lnTo>
                    <a:pt x="6740272" y="1523404"/>
                  </a:lnTo>
                  <a:lnTo>
                    <a:pt x="6768847" y="1523404"/>
                  </a:lnTo>
                  <a:lnTo>
                    <a:pt x="6768847" y="1551979"/>
                  </a:lnTo>
                  <a:close/>
                </a:path>
                <a:path w="7590155" h="1552575">
                  <a:moveTo>
                    <a:pt x="6711697" y="1551979"/>
                  </a:moveTo>
                  <a:lnTo>
                    <a:pt x="6683122" y="1551979"/>
                  </a:lnTo>
                  <a:lnTo>
                    <a:pt x="6683122" y="1523404"/>
                  </a:lnTo>
                  <a:lnTo>
                    <a:pt x="6711697" y="1523404"/>
                  </a:lnTo>
                  <a:lnTo>
                    <a:pt x="6711697" y="1551979"/>
                  </a:lnTo>
                  <a:close/>
                </a:path>
                <a:path w="7590155" h="1552575">
                  <a:moveTo>
                    <a:pt x="6654547" y="1551979"/>
                  </a:moveTo>
                  <a:lnTo>
                    <a:pt x="6625972" y="1551979"/>
                  </a:lnTo>
                  <a:lnTo>
                    <a:pt x="6625972" y="1523404"/>
                  </a:lnTo>
                  <a:lnTo>
                    <a:pt x="6654547" y="1523404"/>
                  </a:lnTo>
                  <a:lnTo>
                    <a:pt x="6654547" y="1551979"/>
                  </a:lnTo>
                  <a:close/>
                </a:path>
                <a:path w="7590155" h="1552575">
                  <a:moveTo>
                    <a:pt x="6597397" y="1551979"/>
                  </a:moveTo>
                  <a:lnTo>
                    <a:pt x="6568822" y="1551979"/>
                  </a:lnTo>
                  <a:lnTo>
                    <a:pt x="6568822" y="1523404"/>
                  </a:lnTo>
                  <a:lnTo>
                    <a:pt x="6597397" y="1523404"/>
                  </a:lnTo>
                  <a:lnTo>
                    <a:pt x="6597397" y="1551979"/>
                  </a:lnTo>
                  <a:close/>
                </a:path>
                <a:path w="7590155" h="1552575">
                  <a:moveTo>
                    <a:pt x="6540247" y="1551979"/>
                  </a:moveTo>
                  <a:lnTo>
                    <a:pt x="6511672" y="1551979"/>
                  </a:lnTo>
                  <a:lnTo>
                    <a:pt x="6511672" y="1523404"/>
                  </a:lnTo>
                  <a:lnTo>
                    <a:pt x="6540247" y="1523404"/>
                  </a:lnTo>
                  <a:lnTo>
                    <a:pt x="6540247" y="1551979"/>
                  </a:lnTo>
                  <a:close/>
                </a:path>
                <a:path w="7590155" h="1552575">
                  <a:moveTo>
                    <a:pt x="6483097" y="1551979"/>
                  </a:moveTo>
                  <a:lnTo>
                    <a:pt x="6454522" y="1551979"/>
                  </a:lnTo>
                  <a:lnTo>
                    <a:pt x="6454522" y="1523404"/>
                  </a:lnTo>
                  <a:lnTo>
                    <a:pt x="6483097" y="1523404"/>
                  </a:lnTo>
                  <a:lnTo>
                    <a:pt x="6483097" y="1551979"/>
                  </a:lnTo>
                  <a:close/>
                </a:path>
                <a:path w="7590155" h="1552575">
                  <a:moveTo>
                    <a:pt x="6425947" y="1551979"/>
                  </a:moveTo>
                  <a:lnTo>
                    <a:pt x="6397372" y="1551979"/>
                  </a:lnTo>
                  <a:lnTo>
                    <a:pt x="6397372" y="1523404"/>
                  </a:lnTo>
                  <a:lnTo>
                    <a:pt x="6425947" y="1523404"/>
                  </a:lnTo>
                  <a:lnTo>
                    <a:pt x="6425947" y="1551979"/>
                  </a:lnTo>
                  <a:close/>
                </a:path>
                <a:path w="7590155" h="1552575">
                  <a:moveTo>
                    <a:pt x="6368797" y="1551979"/>
                  </a:moveTo>
                  <a:lnTo>
                    <a:pt x="6340222" y="1551979"/>
                  </a:lnTo>
                  <a:lnTo>
                    <a:pt x="6340222" y="1523404"/>
                  </a:lnTo>
                  <a:lnTo>
                    <a:pt x="6368797" y="1523404"/>
                  </a:lnTo>
                  <a:lnTo>
                    <a:pt x="6368797" y="1551979"/>
                  </a:lnTo>
                  <a:close/>
                </a:path>
                <a:path w="7590155" h="1552575">
                  <a:moveTo>
                    <a:pt x="6311647" y="1551979"/>
                  </a:moveTo>
                  <a:lnTo>
                    <a:pt x="6283072" y="1551979"/>
                  </a:lnTo>
                  <a:lnTo>
                    <a:pt x="6283072" y="1523404"/>
                  </a:lnTo>
                  <a:lnTo>
                    <a:pt x="6311647" y="1523404"/>
                  </a:lnTo>
                  <a:lnTo>
                    <a:pt x="6311647" y="1551979"/>
                  </a:lnTo>
                  <a:close/>
                </a:path>
                <a:path w="7590155" h="1552575">
                  <a:moveTo>
                    <a:pt x="6254497" y="1551979"/>
                  </a:moveTo>
                  <a:lnTo>
                    <a:pt x="6225922" y="1551979"/>
                  </a:lnTo>
                  <a:lnTo>
                    <a:pt x="6225922" y="1523404"/>
                  </a:lnTo>
                  <a:lnTo>
                    <a:pt x="6254497" y="1523404"/>
                  </a:lnTo>
                  <a:lnTo>
                    <a:pt x="6254497" y="1551979"/>
                  </a:lnTo>
                  <a:close/>
                </a:path>
                <a:path w="7590155" h="1552575">
                  <a:moveTo>
                    <a:pt x="6197347" y="1551979"/>
                  </a:moveTo>
                  <a:lnTo>
                    <a:pt x="6168772" y="1551979"/>
                  </a:lnTo>
                  <a:lnTo>
                    <a:pt x="6168772" y="1523404"/>
                  </a:lnTo>
                  <a:lnTo>
                    <a:pt x="6197347" y="1523404"/>
                  </a:lnTo>
                  <a:lnTo>
                    <a:pt x="6197347" y="1551979"/>
                  </a:lnTo>
                  <a:close/>
                </a:path>
                <a:path w="7590155" h="1552575">
                  <a:moveTo>
                    <a:pt x="6140197" y="1551979"/>
                  </a:moveTo>
                  <a:lnTo>
                    <a:pt x="6111622" y="1551979"/>
                  </a:lnTo>
                  <a:lnTo>
                    <a:pt x="6111622" y="1523404"/>
                  </a:lnTo>
                  <a:lnTo>
                    <a:pt x="6140197" y="1523404"/>
                  </a:lnTo>
                  <a:lnTo>
                    <a:pt x="6140197" y="1551979"/>
                  </a:lnTo>
                  <a:close/>
                </a:path>
                <a:path w="7590155" h="1552575">
                  <a:moveTo>
                    <a:pt x="6083047" y="1551979"/>
                  </a:moveTo>
                  <a:lnTo>
                    <a:pt x="6054472" y="1551979"/>
                  </a:lnTo>
                  <a:lnTo>
                    <a:pt x="6054472" y="1523404"/>
                  </a:lnTo>
                  <a:lnTo>
                    <a:pt x="6083047" y="1523404"/>
                  </a:lnTo>
                  <a:lnTo>
                    <a:pt x="6083047" y="1551979"/>
                  </a:lnTo>
                  <a:close/>
                </a:path>
                <a:path w="7590155" h="1552575">
                  <a:moveTo>
                    <a:pt x="6025897" y="1551979"/>
                  </a:moveTo>
                  <a:lnTo>
                    <a:pt x="5997322" y="1551979"/>
                  </a:lnTo>
                  <a:lnTo>
                    <a:pt x="5997322" y="1523404"/>
                  </a:lnTo>
                  <a:lnTo>
                    <a:pt x="6025897" y="1523404"/>
                  </a:lnTo>
                  <a:lnTo>
                    <a:pt x="6025897" y="1551979"/>
                  </a:lnTo>
                  <a:close/>
                </a:path>
                <a:path w="7590155" h="1552575">
                  <a:moveTo>
                    <a:pt x="5968747" y="1551979"/>
                  </a:moveTo>
                  <a:lnTo>
                    <a:pt x="5940172" y="1551979"/>
                  </a:lnTo>
                  <a:lnTo>
                    <a:pt x="5940172" y="1523404"/>
                  </a:lnTo>
                  <a:lnTo>
                    <a:pt x="5968747" y="1523404"/>
                  </a:lnTo>
                  <a:lnTo>
                    <a:pt x="5968747" y="1551979"/>
                  </a:lnTo>
                  <a:close/>
                </a:path>
                <a:path w="7590155" h="1552575">
                  <a:moveTo>
                    <a:pt x="5911597" y="1551979"/>
                  </a:moveTo>
                  <a:lnTo>
                    <a:pt x="5883022" y="1551979"/>
                  </a:lnTo>
                  <a:lnTo>
                    <a:pt x="5883022" y="1523404"/>
                  </a:lnTo>
                  <a:lnTo>
                    <a:pt x="5911597" y="1523404"/>
                  </a:lnTo>
                  <a:lnTo>
                    <a:pt x="5911597" y="1551979"/>
                  </a:lnTo>
                  <a:close/>
                </a:path>
                <a:path w="7590155" h="1552575">
                  <a:moveTo>
                    <a:pt x="5854447" y="1551979"/>
                  </a:moveTo>
                  <a:lnTo>
                    <a:pt x="5825872" y="1551979"/>
                  </a:lnTo>
                  <a:lnTo>
                    <a:pt x="5825872" y="1523404"/>
                  </a:lnTo>
                  <a:lnTo>
                    <a:pt x="5854447" y="1523404"/>
                  </a:lnTo>
                  <a:lnTo>
                    <a:pt x="5854447" y="1551979"/>
                  </a:lnTo>
                  <a:close/>
                </a:path>
                <a:path w="7590155" h="1552575">
                  <a:moveTo>
                    <a:pt x="5797297" y="1551979"/>
                  </a:moveTo>
                  <a:lnTo>
                    <a:pt x="5768722" y="1551979"/>
                  </a:lnTo>
                  <a:lnTo>
                    <a:pt x="5768722" y="1523404"/>
                  </a:lnTo>
                  <a:lnTo>
                    <a:pt x="5797297" y="1523404"/>
                  </a:lnTo>
                  <a:lnTo>
                    <a:pt x="5797297" y="1551979"/>
                  </a:lnTo>
                  <a:close/>
                </a:path>
                <a:path w="7590155" h="1552575">
                  <a:moveTo>
                    <a:pt x="5740147" y="1551979"/>
                  </a:moveTo>
                  <a:lnTo>
                    <a:pt x="5711572" y="1551979"/>
                  </a:lnTo>
                  <a:lnTo>
                    <a:pt x="5711572" y="1523404"/>
                  </a:lnTo>
                  <a:lnTo>
                    <a:pt x="5740147" y="1523404"/>
                  </a:lnTo>
                  <a:lnTo>
                    <a:pt x="5740147" y="1551979"/>
                  </a:lnTo>
                  <a:close/>
                </a:path>
                <a:path w="7590155" h="1552575">
                  <a:moveTo>
                    <a:pt x="5682997" y="1551979"/>
                  </a:moveTo>
                  <a:lnTo>
                    <a:pt x="5654422" y="1551979"/>
                  </a:lnTo>
                  <a:lnTo>
                    <a:pt x="5654422" y="1523404"/>
                  </a:lnTo>
                  <a:lnTo>
                    <a:pt x="5682997" y="1523404"/>
                  </a:lnTo>
                  <a:lnTo>
                    <a:pt x="5682997" y="1551979"/>
                  </a:lnTo>
                  <a:close/>
                </a:path>
                <a:path w="7590155" h="1552575">
                  <a:moveTo>
                    <a:pt x="5625847" y="1551979"/>
                  </a:moveTo>
                  <a:lnTo>
                    <a:pt x="5597272" y="1551979"/>
                  </a:lnTo>
                  <a:lnTo>
                    <a:pt x="5597272" y="1523404"/>
                  </a:lnTo>
                  <a:lnTo>
                    <a:pt x="5625847" y="1523404"/>
                  </a:lnTo>
                  <a:lnTo>
                    <a:pt x="5625847" y="1551979"/>
                  </a:lnTo>
                  <a:close/>
                </a:path>
                <a:path w="7590155" h="1552575">
                  <a:moveTo>
                    <a:pt x="5568697" y="1551979"/>
                  </a:moveTo>
                  <a:lnTo>
                    <a:pt x="5540122" y="1551979"/>
                  </a:lnTo>
                  <a:lnTo>
                    <a:pt x="5540122" y="1523404"/>
                  </a:lnTo>
                  <a:lnTo>
                    <a:pt x="5568697" y="1523404"/>
                  </a:lnTo>
                  <a:lnTo>
                    <a:pt x="5568697" y="1551979"/>
                  </a:lnTo>
                  <a:close/>
                </a:path>
                <a:path w="7590155" h="1552575">
                  <a:moveTo>
                    <a:pt x="5511547" y="1551979"/>
                  </a:moveTo>
                  <a:lnTo>
                    <a:pt x="5482972" y="1551979"/>
                  </a:lnTo>
                  <a:lnTo>
                    <a:pt x="5482972" y="1523404"/>
                  </a:lnTo>
                  <a:lnTo>
                    <a:pt x="5511547" y="1523404"/>
                  </a:lnTo>
                  <a:lnTo>
                    <a:pt x="5511547" y="1551979"/>
                  </a:lnTo>
                  <a:close/>
                </a:path>
                <a:path w="7590155" h="1552575">
                  <a:moveTo>
                    <a:pt x="5454397" y="1551979"/>
                  </a:moveTo>
                  <a:lnTo>
                    <a:pt x="5425822" y="1551979"/>
                  </a:lnTo>
                  <a:lnTo>
                    <a:pt x="5425822" y="1523404"/>
                  </a:lnTo>
                  <a:lnTo>
                    <a:pt x="5454397" y="1523404"/>
                  </a:lnTo>
                  <a:lnTo>
                    <a:pt x="5454397" y="1551979"/>
                  </a:lnTo>
                  <a:close/>
                </a:path>
                <a:path w="7590155" h="1552575">
                  <a:moveTo>
                    <a:pt x="5397247" y="1551979"/>
                  </a:moveTo>
                  <a:lnTo>
                    <a:pt x="5368672" y="1551979"/>
                  </a:lnTo>
                  <a:lnTo>
                    <a:pt x="5368672" y="1523404"/>
                  </a:lnTo>
                  <a:lnTo>
                    <a:pt x="5397247" y="1523404"/>
                  </a:lnTo>
                  <a:lnTo>
                    <a:pt x="5397247" y="1551979"/>
                  </a:lnTo>
                  <a:close/>
                </a:path>
                <a:path w="7590155" h="1552575">
                  <a:moveTo>
                    <a:pt x="5340097" y="1551979"/>
                  </a:moveTo>
                  <a:lnTo>
                    <a:pt x="5311522" y="1551979"/>
                  </a:lnTo>
                  <a:lnTo>
                    <a:pt x="5311522" y="1523404"/>
                  </a:lnTo>
                  <a:lnTo>
                    <a:pt x="5340097" y="1523404"/>
                  </a:lnTo>
                  <a:lnTo>
                    <a:pt x="5340097" y="1551979"/>
                  </a:lnTo>
                  <a:close/>
                </a:path>
                <a:path w="7590155" h="1552575">
                  <a:moveTo>
                    <a:pt x="5282947" y="1551979"/>
                  </a:moveTo>
                  <a:lnTo>
                    <a:pt x="5254372" y="1551979"/>
                  </a:lnTo>
                  <a:lnTo>
                    <a:pt x="5254372" y="1523404"/>
                  </a:lnTo>
                  <a:lnTo>
                    <a:pt x="5282947" y="1523404"/>
                  </a:lnTo>
                  <a:lnTo>
                    <a:pt x="5282947" y="1551979"/>
                  </a:lnTo>
                  <a:close/>
                </a:path>
                <a:path w="7590155" h="1552575">
                  <a:moveTo>
                    <a:pt x="5225797" y="1551979"/>
                  </a:moveTo>
                  <a:lnTo>
                    <a:pt x="5197222" y="1551979"/>
                  </a:lnTo>
                  <a:lnTo>
                    <a:pt x="5197222" y="1523404"/>
                  </a:lnTo>
                  <a:lnTo>
                    <a:pt x="5225797" y="1523404"/>
                  </a:lnTo>
                  <a:lnTo>
                    <a:pt x="5225797" y="1551979"/>
                  </a:lnTo>
                  <a:close/>
                </a:path>
                <a:path w="7590155" h="1552575">
                  <a:moveTo>
                    <a:pt x="5168647" y="1551979"/>
                  </a:moveTo>
                  <a:lnTo>
                    <a:pt x="5140072" y="1551979"/>
                  </a:lnTo>
                  <a:lnTo>
                    <a:pt x="5140072" y="1523404"/>
                  </a:lnTo>
                  <a:lnTo>
                    <a:pt x="5168647" y="1523404"/>
                  </a:lnTo>
                  <a:lnTo>
                    <a:pt x="5168647" y="1551979"/>
                  </a:lnTo>
                  <a:close/>
                </a:path>
                <a:path w="7590155" h="1552575">
                  <a:moveTo>
                    <a:pt x="5111497" y="1551979"/>
                  </a:moveTo>
                  <a:lnTo>
                    <a:pt x="5082922" y="1551979"/>
                  </a:lnTo>
                  <a:lnTo>
                    <a:pt x="5082922" y="1523404"/>
                  </a:lnTo>
                  <a:lnTo>
                    <a:pt x="5111497" y="1523404"/>
                  </a:lnTo>
                  <a:lnTo>
                    <a:pt x="5111497" y="1551979"/>
                  </a:lnTo>
                  <a:close/>
                </a:path>
                <a:path w="7590155" h="1552575">
                  <a:moveTo>
                    <a:pt x="5054347" y="1551979"/>
                  </a:moveTo>
                  <a:lnTo>
                    <a:pt x="5025772" y="1551979"/>
                  </a:lnTo>
                  <a:lnTo>
                    <a:pt x="5025772" y="1523404"/>
                  </a:lnTo>
                  <a:lnTo>
                    <a:pt x="5054347" y="1523404"/>
                  </a:lnTo>
                  <a:lnTo>
                    <a:pt x="5054347" y="1551979"/>
                  </a:lnTo>
                  <a:close/>
                </a:path>
                <a:path w="7590155" h="1552575">
                  <a:moveTo>
                    <a:pt x="4997197" y="1551979"/>
                  </a:moveTo>
                  <a:lnTo>
                    <a:pt x="4968622" y="1551979"/>
                  </a:lnTo>
                  <a:lnTo>
                    <a:pt x="4968622" y="1523404"/>
                  </a:lnTo>
                  <a:lnTo>
                    <a:pt x="4997197" y="1523404"/>
                  </a:lnTo>
                  <a:lnTo>
                    <a:pt x="4997197" y="1551979"/>
                  </a:lnTo>
                  <a:close/>
                </a:path>
                <a:path w="7590155" h="1552575">
                  <a:moveTo>
                    <a:pt x="4940047" y="1551979"/>
                  </a:moveTo>
                  <a:lnTo>
                    <a:pt x="4911472" y="1551979"/>
                  </a:lnTo>
                  <a:lnTo>
                    <a:pt x="4911472" y="1523404"/>
                  </a:lnTo>
                  <a:lnTo>
                    <a:pt x="4940047" y="1523404"/>
                  </a:lnTo>
                  <a:lnTo>
                    <a:pt x="4940047" y="1551979"/>
                  </a:lnTo>
                  <a:close/>
                </a:path>
                <a:path w="7590155" h="1552575">
                  <a:moveTo>
                    <a:pt x="4882897" y="1551979"/>
                  </a:moveTo>
                  <a:lnTo>
                    <a:pt x="4854322" y="1551979"/>
                  </a:lnTo>
                  <a:lnTo>
                    <a:pt x="4854322" y="1523404"/>
                  </a:lnTo>
                  <a:lnTo>
                    <a:pt x="4882897" y="1523404"/>
                  </a:lnTo>
                  <a:lnTo>
                    <a:pt x="4882897" y="1551979"/>
                  </a:lnTo>
                  <a:close/>
                </a:path>
                <a:path w="7590155" h="1552575">
                  <a:moveTo>
                    <a:pt x="4825747" y="1551979"/>
                  </a:moveTo>
                  <a:lnTo>
                    <a:pt x="4797172" y="1551979"/>
                  </a:lnTo>
                  <a:lnTo>
                    <a:pt x="4797172" y="1523404"/>
                  </a:lnTo>
                  <a:lnTo>
                    <a:pt x="4825747" y="1523404"/>
                  </a:lnTo>
                  <a:lnTo>
                    <a:pt x="4825747" y="1551979"/>
                  </a:lnTo>
                  <a:close/>
                </a:path>
                <a:path w="7590155" h="1552575">
                  <a:moveTo>
                    <a:pt x="4768597" y="1551979"/>
                  </a:moveTo>
                  <a:lnTo>
                    <a:pt x="4740022" y="1551979"/>
                  </a:lnTo>
                  <a:lnTo>
                    <a:pt x="4740022" y="1523404"/>
                  </a:lnTo>
                  <a:lnTo>
                    <a:pt x="4768597" y="1523404"/>
                  </a:lnTo>
                  <a:lnTo>
                    <a:pt x="4768597" y="1551979"/>
                  </a:lnTo>
                  <a:close/>
                </a:path>
                <a:path w="7590155" h="1552575">
                  <a:moveTo>
                    <a:pt x="4711447" y="1551979"/>
                  </a:moveTo>
                  <a:lnTo>
                    <a:pt x="4682872" y="1551979"/>
                  </a:lnTo>
                  <a:lnTo>
                    <a:pt x="4682872" y="1523404"/>
                  </a:lnTo>
                  <a:lnTo>
                    <a:pt x="4711447" y="1523404"/>
                  </a:lnTo>
                  <a:lnTo>
                    <a:pt x="4711447" y="1551979"/>
                  </a:lnTo>
                  <a:close/>
                </a:path>
                <a:path w="7590155" h="1552575">
                  <a:moveTo>
                    <a:pt x="4654297" y="1551979"/>
                  </a:moveTo>
                  <a:lnTo>
                    <a:pt x="4625722" y="1551979"/>
                  </a:lnTo>
                  <a:lnTo>
                    <a:pt x="4625722" y="1523404"/>
                  </a:lnTo>
                  <a:lnTo>
                    <a:pt x="4654297" y="1523404"/>
                  </a:lnTo>
                  <a:lnTo>
                    <a:pt x="4654297" y="1551979"/>
                  </a:lnTo>
                  <a:close/>
                </a:path>
                <a:path w="7590155" h="1552575">
                  <a:moveTo>
                    <a:pt x="4597147" y="1551979"/>
                  </a:moveTo>
                  <a:lnTo>
                    <a:pt x="4568572" y="1551979"/>
                  </a:lnTo>
                  <a:lnTo>
                    <a:pt x="4568572" y="1523404"/>
                  </a:lnTo>
                  <a:lnTo>
                    <a:pt x="4597147" y="1523404"/>
                  </a:lnTo>
                  <a:lnTo>
                    <a:pt x="4597147" y="1551979"/>
                  </a:lnTo>
                  <a:close/>
                </a:path>
                <a:path w="7590155" h="1552575">
                  <a:moveTo>
                    <a:pt x="4539997" y="1551979"/>
                  </a:moveTo>
                  <a:lnTo>
                    <a:pt x="4511422" y="1551979"/>
                  </a:lnTo>
                  <a:lnTo>
                    <a:pt x="4511422" y="1523404"/>
                  </a:lnTo>
                  <a:lnTo>
                    <a:pt x="4539997" y="1523404"/>
                  </a:lnTo>
                  <a:lnTo>
                    <a:pt x="4539997" y="1551979"/>
                  </a:lnTo>
                  <a:close/>
                </a:path>
                <a:path w="7590155" h="1552575">
                  <a:moveTo>
                    <a:pt x="4482847" y="1551979"/>
                  </a:moveTo>
                  <a:lnTo>
                    <a:pt x="4454272" y="1551979"/>
                  </a:lnTo>
                  <a:lnTo>
                    <a:pt x="4454272" y="1523404"/>
                  </a:lnTo>
                  <a:lnTo>
                    <a:pt x="4482847" y="1523404"/>
                  </a:lnTo>
                  <a:lnTo>
                    <a:pt x="4482847" y="1551979"/>
                  </a:lnTo>
                  <a:close/>
                </a:path>
                <a:path w="7590155" h="1552575">
                  <a:moveTo>
                    <a:pt x="4425697" y="1551979"/>
                  </a:moveTo>
                  <a:lnTo>
                    <a:pt x="4397122" y="1551979"/>
                  </a:lnTo>
                  <a:lnTo>
                    <a:pt x="4397122" y="1523404"/>
                  </a:lnTo>
                  <a:lnTo>
                    <a:pt x="4425697" y="1523404"/>
                  </a:lnTo>
                  <a:lnTo>
                    <a:pt x="4425697" y="1551979"/>
                  </a:lnTo>
                  <a:close/>
                </a:path>
                <a:path w="7590155" h="1552575">
                  <a:moveTo>
                    <a:pt x="4368547" y="1551979"/>
                  </a:moveTo>
                  <a:lnTo>
                    <a:pt x="4339972" y="1551979"/>
                  </a:lnTo>
                  <a:lnTo>
                    <a:pt x="4339972" y="1523404"/>
                  </a:lnTo>
                  <a:lnTo>
                    <a:pt x="4368547" y="1523404"/>
                  </a:lnTo>
                  <a:lnTo>
                    <a:pt x="4368547" y="1551979"/>
                  </a:lnTo>
                  <a:close/>
                </a:path>
                <a:path w="7590155" h="1552575">
                  <a:moveTo>
                    <a:pt x="4311397" y="1551979"/>
                  </a:moveTo>
                  <a:lnTo>
                    <a:pt x="4282822" y="1551979"/>
                  </a:lnTo>
                  <a:lnTo>
                    <a:pt x="4282822" y="1523404"/>
                  </a:lnTo>
                  <a:lnTo>
                    <a:pt x="4311397" y="1523404"/>
                  </a:lnTo>
                  <a:lnTo>
                    <a:pt x="4311397" y="1551979"/>
                  </a:lnTo>
                  <a:close/>
                </a:path>
                <a:path w="7590155" h="1552575">
                  <a:moveTo>
                    <a:pt x="4254247" y="1551979"/>
                  </a:moveTo>
                  <a:lnTo>
                    <a:pt x="4225672" y="1551979"/>
                  </a:lnTo>
                  <a:lnTo>
                    <a:pt x="4225672" y="1523404"/>
                  </a:lnTo>
                  <a:lnTo>
                    <a:pt x="4254247" y="1523404"/>
                  </a:lnTo>
                  <a:lnTo>
                    <a:pt x="4254247" y="1551979"/>
                  </a:lnTo>
                  <a:close/>
                </a:path>
                <a:path w="7590155" h="1552575">
                  <a:moveTo>
                    <a:pt x="4197097" y="1551979"/>
                  </a:moveTo>
                  <a:lnTo>
                    <a:pt x="4168522" y="1551979"/>
                  </a:lnTo>
                  <a:lnTo>
                    <a:pt x="4168522" y="1523404"/>
                  </a:lnTo>
                  <a:lnTo>
                    <a:pt x="4197097" y="1523404"/>
                  </a:lnTo>
                  <a:lnTo>
                    <a:pt x="4197097" y="1551979"/>
                  </a:lnTo>
                  <a:close/>
                </a:path>
                <a:path w="7590155" h="1552575">
                  <a:moveTo>
                    <a:pt x="4139947" y="1551979"/>
                  </a:moveTo>
                  <a:lnTo>
                    <a:pt x="4111372" y="1551979"/>
                  </a:lnTo>
                  <a:lnTo>
                    <a:pt x="4111372" y="1523404"/>
                  </a:lnTo>
                  <a:lnTo>
                    <a:pt x="4139947" y="1523404"/>
                  </a:lnTo>
                  <a:lnTo>
                    <a:pt x="4139947" y="1551979"/>
                  </a:lnTo>
                  <a:close/>
                </a:path>
                <a:path w="7590155" h="1552575">
                  <a:moveTo>
                    <a:pt x="4082797" y="1551979"/>
                  </a:moveTo>
                  <a:lnTo>
                    <a:pt x="4054222" y="1551979"/>
                  </a:lnTo>
                  <a:lnTo>
                    <a:pt x="4054222" y="1523404"/>
                  </a:lnTo>
                  <a:lnTo>
                    <a:pt x="4082797" y="1523404"/>
                  </a:lnTo>
                  <a:lnTo>
                    <a:pt x="4082797" y="1551979"/>
                  </a:lnTo>
                  <a:close/>
                </a:path>
                <a:path w="7590155" h="1552575">
                  <a:moveTo>
                    <a:pt x="4025647" y="1551979"/>
                  </a:moveTo>
                  <a:lnTo>
                    <a:pt x="3997072" y="1551979"/>
                  </a:lnTo>
                  <a:lnTo>
                    <a:pt x="3997072" y="1523404"/>
                  </a:lnTo>
                  <a:lnTo>
                    <a:pt x="4025647" y="1523404"/>
                  </a:lnTo>
                  <a:lnTo>
                    <a:pt x="4025647" y="1551979"/>
                  </a:lnTo>
                  <a:close/>
                </a:path>
                <a:path w="7590155" h="1552575">
                  <a:moveTo>
                    <a:pt x="3968497" y="1551979"/>
                  </a:moveTo>
                  <a:lnTo>
                    <a:pt x="3939922" y="1551979"/>
                  </a:lnTo>
                  <a:lnTo>
                    <a:pt x="3939922" y="1523404"/>
                  </a:lnTo>
                  <a:lnTo>
                    <a:pt x="3968497" y="1523404"/>
                  </a:lnTo>
                  <a:lnTo>
                    <a:pt x="3968497" y="1551979"/>
                  </a:lnTo>
                  <a:close/>
                </a:path>
                <a:path w="7590155" h="1552575">
                  <a:moveTo>
                    <a:pt x="3911347" y="1551979"/>
                  </a:moveTo>
                  <a:lnTo>
                    <a:pt x="3882772" y="1551979"/>
                  </a:lnTo>
                  <a:lnTo>
                    <a:pt x="3882772" y="1523404"/>
                  </a:lnTo>
                  <a:lnTo>
                    <a:pt x="3911347" y="1523404"/>
                  </a:lnTo>
                  <a:lnTo>
                    <a:pt x="3911347" y="1551979"/>
                  </a:lnTo>
                  <a:close/>
                </a:path>
                <a:path w="7590155" h="1552575">
                  <a:moveTo>
                    <a:pt x="3854197" y="1551979"/>
                  </a:moveTo>
                  <a:lnTo>
                    <a:pt x="3825622" y="1551979"/>
                  </a:lnTo>
                  <a:lnTo>
                    <a:pt x="3825622" y="1523404"/>
                  </a:lnTo>
                  <a:lnTo>
                    <a:pt x="3854197" y="1523404"/>
                  </a:lnTo>
                  <a:lnTo>
                    <a:pt x="3854197" y="1551979"/>
                  </a:lnTo>
                  <a:close/>
                </a:path>
                <a:path w="7590155" h="1552575">
                  <a:moveTo>
                    <a:pt x="3797047" y="1551979"/>
                  </a:moveTo>
                  <a:lnTo>
                    <a:pt x="3768472" y="1551979"/>
                  </a:lnTo>
                  <a:lnTo>
                    <a:pt x="3768472" y="1523404"/>
                  </a:lnTo>
                  <a:lnTo>
                    <a:pt x="3797047" y="1523404"/>
                  </a:lnTo>
                  <a:lnTo>
                    <a:pt x="3797047" y="1551979"/>
                  </a:lnTo>
                  <a:close/>
                </a:path>
                <a:path w="7590155" h="1552575">
                  <a:moveTo>
                    <a:pt x="3739897" y="1551979"/>
                  </a:moveTo>
                  <a:lnTo>
                    <a:pt x="3711322" y="1551979"/>
                  </a:lnTo>
                  <a:lnTo>
                    <a:pt x="3711322" y="1523404"/>
                  </a:lnTo>
                  <a:lnTo>
                    <a:pt x="3739897" y="1523404"/>
                  </a:lnTo>
                  <a:lnTo>
                    <a:pt x="3739897" y="1551979"/>
                  </a:lnTo>
                  <a:close/>
                </a:path>
                <a:path w="7590155" h="1552575">
                  <a:moveTo>
                    <a:pt x="3682747" y="1551979"/>
                  </a:moveTo>
                  <a:lnTo>
                    <a:pt x="3654172" y="1551979"/>
                  </a:lnTo>
                  <a:lnTo>
                    <a:pt x="3654172" y="1523404"/>
                  </a:lnTo>
                  <a:lnTo>
                    <a:pt x="3682747" y="1523404"/>
                  </a:lnTo>
                  <a:lnTo>
                    <a:pt x="3682747" y="1551979"/>
                  </a:lnTo>
                  <a:close/>
                </a:path>
                <a:path w="7590155" h="1552575">
                  <a:moveTo>
                    <a:pt x="3625597" y="1551979"/>
                  </a:moveTo>
                  <a:lnTo>
                    <a:pt x="3597022" y="1551979"/>
                  </a:lnTo>
                  <a:lnTo>
                    <a:pt x="3597022" y="1523404"/>
                  </a:lnTo>
                  <a:lnTo>
                    <a:pt x="3625597" y="1523404"/>
                  </a:lnTo>
                  <a:lnTo>
                    <a:pt x="3625597" y="1551979"/>
                  </a:lnTo>
                  <a:close/>
                </a:path>
                <a:path w="7590155" h="1552575">
                  <a:moveTo>
                    <a:pt x="3568447" y="1551979"/>
                  </a:moveTo>
                  <a:lnTo>
                    <a:pt x="3539872" y="1551979"/>
                  </a:lnTo>
                  <a:lnTo>
                    <a:pt x="3539872" y="1523404"/>
                  </a:lnTo>
                  <a:lnTo>
                    <a:pt x="3568447" y="1523404"/>
                  </a:lnTo>
                  <a:lnTo>
                    <a:pt x="3568447" y="1551979"/>
                  </a:lnTo>
                  <a:close/>
                </a:path>
                <a:path w="7590155" h="1552575">
                  <a:moveTo>
                    <a:pt x="3511297" y="1551979"/>
                  </a:moveTo>
                  <a:lnTo>
                    <a:pt x="3482722" y="1551979"/>
                  </a:lnTo>
                  <a:lnTo>
                    <a:pt x="3482722" y="1523404"/>
                  </a:lnTo>
                  <a:lnTo>
                    <a:pt x="3511297" y="1523404"/>
                  </a:lnTo>
                  <a:lnTo>
                    <a:pt x="3511297" y="1551979"/>
                  </a:lnTo>
                  <a:close/>
                </a:path>
                <a:path w="7590155" h="1552575">
                  <a:moveTo>
                    <a:pt x="3454147" y="1551979"/>
                  </a:moveTo>
                  <a:lnTo>
                    <a:pt x="3425572" y="1551979"/>
                  </a:lnTo>
                  <a:lnTo>
                    <a:pt x="3425572" y="1523404"/>
                  </a:lnTo>
                  <a:lnTo>
                    <a:pt x="3454147" y="1523404"/>
                  </a:lnTo>
                  <a:lnTo>
                    <a:pt x="3454147" y="1551979"/>
                  </a:lnTo>
                  <a:close/>
                </a:path>
                <a:path w="7590155" h="1552575">
                  <a:moveTo>
                    <a:pt x="3396997" y="1551979"/>
                  </a:moveTo>
                  <a:lnTo>
                    <a:pt x="3368422" y="1551979"/>
                  </a:lnTo>
                  <a:lnTo>
                    <a:pt x="3368422" y="1523404"/>
                  </a:lnTo>
                  <a:lnTo>
                    <a:pt x="3396997" y="1523404"/>
                  </a:lnTo>
                  <a:lnTo>
                    <a:pt x="3396997" y="1551979"/>
                  </a:lnTo>
                  <a:close/>
                </a:path>
                <a:path w="7590155" h="1552575">
                  <a:moveTo>
                    <a:pt x="3339847" y="1551979"/>
                  </a:moveTo>
                  <a:lnTo>
                    <a:pt x="3311272" y="1551979"/>
                  </a:lnTo>
                  <a:lnTo>
                    <a:pt x="3311272" y="1523404"/>
                  </a:lnTo>
                  <a:lnTo>
                    <a:pt x="3339847" y="1523404"/>
                  </a:lnTo>
                  <a:lnTo>
                    <a:pt x="3339847" y="1551979"/>
                  </a:lnTo>
                  <a:close/>
                </a:path>
                <a:path w="7590155" h="1552575">
                  <a:moveTo>
                    <a:pt x="3282697" y="1551979"/>
                  </a:moveTo>
                  <a:lnTo>
                    <a:pt x="3254122" y="1551979"/>
                  </a:lnTo>
                  <a:lnTo>
                    <a:pt x="3254122" y="1523404"/>
                  </a:lnTo>
                  <a:lnTo>
                    <a:pt x="3282697" y="1523404"/>
                  </a:lnTo>
                  <a:lnTo>
                    <a:pt x="3282697" y="1551979"/>
                  </a:lnTo>
                  <a:close/>
                </a:path>
                <a:path w="7590155" h="1552575">
                  <a:moveTo>
                    <a:pt x="3225547" y="1551979"/>
                  </a:moveTo>
                  <a:lnTo>
                    <a:pt x="3196972" y="1551979"/>
                  </a:lnTo>
                  <a:lnTo>
                    <a:pt x="3196972" y="1523404"/>
                  </a:lnTo>
                  <a:lnTo>
                    <a:pt x="3225547" y="1523404"/>
                  </a:lnTo>
                  <a:lnTo>
                    <a:pt x="3225547" y="1551979"/>
                  </a:lnTo>
                  <a:close/>
                </a:path>
                <a:path w="7590155" h="1552575">
                  <a:moveTo>
                    <a:pt x="3168397" y="1551979"/>
                  </a:moveTo>
                  <a:lnTo>
                    <a:pt x="3139822" y="1551979"/>
                  </a:lnTo>
                  <a:lnTo>
                    <a:pt x="3139822" y="1523404"/>
                  </a:lnTo>
                  <a:lnTo>
                    <a:pt x="3168397" y="1523404"/>
                  </a:lnTo>
                  <a:lnTo>
                    <a:pt x="3168397" y="1551979"/>
                  </a:lnTo>
                  <a:close/>
                </a:path>
                <a:path w="7590155" h="1552575">
                  <a:moveTo>
                    <a:pt x="3111247" y="1551979"/>
                  </a:moveTo>
                  <a:lnTo>
                    <a:pt x="3082672" y="1551979"/>
                  </a:lnTo>
                  <a:lnTo>
                    <a:pt x="3082672" y="1523404"/>
                  </a:lnTo>
                  <a:lnTo>
                    <a:pt x="3111247" y="1523404"/>
                  </a:lnTo>
                  <a:lnTo>
                    <a:pt x="3111247" y="1551979"/>
                  </a:lnTo>
                  <a:close/>
                </a:path>
                <a:path w="7590155" h="1552575">
                  <a:moveTo>
                    <a:pt x="3054097" y="1551979"/>
                  </a:moveTo>
                  <a:lnTo>
                    <a:pt x="3025522" y="1551979"/>
                  </a:lnTo>
                  <a:lnTo>
                    <a:pt x="3025522" y="1523404"/>
                  </a:lnTo>
                  <a:lnTo>
                    <a:pt x="3054097" y="1523404"/>
                  </a:lnTo>
                  <a:lnTo>
                    <a:pt x="3054097" y="1551979"/>
                  </a:lnTo>
                  <a:close/>
                </a:path>
                <a:path w="7590155" h="1552575">
                  <a:moveTo>
                    <a:pt x="2996947" y="1551979"/>
                  </a:moveTo>
                  <a:lnTo>
                    <a:pt x="2968372" y="1551979"/>
                  </a:lnTo>
                  <a:lnTo>
                    <a:pt x="2968372" y="1523404"/>
                  </a:lnTo>
                  <a:lnTo>
                    <a:pt x="2996947" y="1523404"/>
                  </a:lnTo>
                  <a:lnTo>
                    <a:pt x="2996947" y="1551979"/>
                  </a:lnTo>
                  <a:close/>
                </a:path>
                <a:path w="7590155" h="1552575">
                  <a:moveTo>
                    <a:pt x="2939797" y="1551979"/>
                  </a:moveTo>
                  <a:lnTo>
                    <a:pt x="2911222" y="1551979"/>
                  </a:lnTo>
                  <a:lnTo>
                    <a:pt x="2911222" y="1523404"/>
                  </a:lnTo>
                  <a:lnTo>
                    <a:pt x="2939797" y="1523404"/>
                  </a:lnTo>
                  <a:lnTo>
                    <a:pt x="2939797" y="1551979"/>
                  </a:lnTo>
                  <a:close/>
                </a:path>
                <a:path w="7590155" h="1552575">
                  <a:moveTo>
                    <a:pt x="2882647" y="1551979"/>
                  </a:moveTo>
                  <a:lnTo>
                    <a:pt x="2854072" y="1551979"/>
                  </a:lnTo>
                  <a:lnTo>
                    <a:pt x="2854072" y="1523404"/>
                  </a:lnTo>
                  <a:lnTo>
                    <a:pt x="2882647" y="1523404"/>
                  </a:lnTo>
                  <a:lnTo>
                    <a:pt x="2882647" y="1551979"/>
                  </a:lnTo>
                  <a:close/>
                </a:path>
                <a:path w="7590155" h="1552575">
                  <a:moveTo>
                    <a:pt x="2825497" y="1551979"/>
                  </a:moveTo>
                  <a:lnTo>
                    <a:pt x="2796922" y="1551979"/>
                  </a:lnTo>
                  <a:lnTo>
                    <a:pt x="2796922" y="1523404"/>
                  </a:lnTo>
                  <a:lnTo>
                    <a:pt x="2825497" y="1523404"/>
                  </a:lnTo>
                  <a:lnTo>
                    <a:pt x="2825497" y="1551979"/>
                  </a:lnTo>
                  <a:close/>
                </a:path>
                <a:path w="7590155" h="1552575">
                  <a:moveTo>
                    <a:pt x="2768347" y="1551979"/>
                  </a:moveTo>
                  <a:lnTo>
                    <a:pt x="2739772" y="1551979"/>
                  </a:lnTo>
                  <a:lnTo>
                    <a:pt x="2739772" y="1523404"/>
                  </a:lnTo>
                  <a:lnTo>
                    <a:pt x="2768347" y="1523404"/>
                  </a:lnTo>
                  <a:lnTo>
                    <a:pt x="2768347" y="1551979"/>
                  </a:lnTo>
                  <a:close/>
                </a:path>
                <a:path w="7590155" h="1552575">
                  <a:moveTo>
                    <a:pt x="2711197" y="1551979"/>
                  </a:moveTo>
                  <a:lnTo>
                    <a:pt x="2682622" y="1551979"/>
                  </a:lnTo>
                  <a:lnTo>
                    <a:pt x="2682622" y="1523404"/>
                  </a:lnTo>
                  <a:lnTo>
                    <a:pt x="2711197" y="1523404"/>
                  </a:lnTo>
                  <a:lnTo>
                    <a:pt x="2711197" y="1551979"/>
                  </a:lnTo>
                  <a:close/>
                </a:path>
                <a:path w="7590155" h="1552575">
                  <a:moveTo>
                    <a:pt x="2654047" y="1551979"/>
                  </a:moveTo>
                  <a:lnTo>
                    <a:pt x="2625472" y="1551979"/>
                  </a:lnTo>
                  <a:lnTo>
                    <a:pt x="2625472" y="1523404"/>
                  </a:lnTo>
                  <a:lnTo>
                    <a:pt x="2654047" y="1523404"/>
                  </a:lnTo>
                  <a:lnTo>
                    <a:pt x="2654047" y="1551979"/>
                  </a:lnTo>
                  <a:close/>
                </a:path>
                <a:path w="7590155" h="1552575">
                  <a:moveTo>
                    <a:pt x="2596897" y="1551979"/>
                  </a:moveTo>
                  <a:lnTo>
                    <a:pt x="2568322" y="1551979"/>
                  </a:lnTo>
                  <a:lnTo>
                    <a:pt x="2568322" y="1523404"/>
                  </a:lnTo>
                  <a:lnTo>
                    <a:pt x="2596897" y="1523404"/>
                  </a:lnTo>
                  <a:lnTo>
                    <a:pt x="2596897" y="1551979"/>
                  </a:lnTo>
                  <a:close/>
                </a:path>
                <a:path w="7590155" h="1552575">
                  <a:moveTo>
                    <a:pt x="2539747" y="1551979"/>
                  </a:moveTo>
                  <a:lnTo>
                    <a:pt x="2511172" y="1551979"/>
                  </a:lnTo>
                  <a:lnTo>
                    <a:pt x="2511172" y="1523404"/>
                  </a:lnTo>
                  <a:lnTo>
                    <a:pt x="2539747" y="1523404"/>
                  </a:lnTo>
                  <a:lnTo>
                    <a:pt x="2539747" y="1551979"/>
                  </a:lnTo>
                  <a:close/>
                </a:path>
                <a:path w="7590155" h="1552575">
                  <a:moveTo>
                    <a:pt x="2482597" y="1551979"/>
                  </a:moveTo>
                  <a:lnTo>
                    <a:pt x="2454022" y="1551979"/>
                  </a:lnTo>
                  <a:lnTo>
                    <a:pt x="2454022" y="1523404"/>
                  </a:lnTo>
                  <a:lnTo>
                    <a:pt x="2482597" y="1523404"/>
                  </a:lnTo>
                  <a:lnTo>
                    <a:pt x="2482597" y="1551979"/>
                  </a:lnTo>
                  <a:close/>
                </a:path>
                <a:path w="7590155" h="1552575">
                  <a:moveTo>
                    <a:pt x="2425447" y="1551979"/>
                  </a:moveTo>
                  <a:lnTo>
                    <a:pt x="2396872" y="1551979"/>
                  </a:lnTo>
                  <a:lnTo>
                    <a:pt x="2396872" y="1523404"/>
                  </a:lnTo>
                  <a:lnTo>
                    <a:pt x="2425447" y="1523404"/>
                  </a:lnTo>
                  <a:lnTo>
                    <a:pt x="2425447" y="1551979"/>
                  </a:lnTo>
                  <a:close/>
                </a:path>
                <a:path w="7590155" h="1552575">
                  <a:moveTo>
                    <a:pt x="2368297" y="1551979"/>
                  </a:moveTo>
                  <a:lnTo>
                    <a:pt x="2339722" y="1551979"/>
                  </a:lnTo>
                  <a:lnTo>
                    <a:pt x="2339722" y="1523404"/>
                  </a:lnTo>
                  <a:lnTo>
                    <a:pt x="2368297" y="1523404"/>
                  </a:lnTo>
                  <a:lnTo>
                    <a:pt x="2368297" y="1551979"/>
                  </a:lnTo>
                  <a:close/>
                </a:path>
                <a:path w="7590155" h="1552575">
                  <a:moveTo>
                    <a:pt x="2311147" y="1551979"/>
                  </a:moveTo>
                  <a:lnTo>
                    <a:pt x="2282572" y="1551979"/>
                  </a:lnTo>
                  <a:lnTo>
                    <a:pt x="2282572" y="1523404"/>
                  </a:lnTo>
                  <a:lnTo>
                    <a:pt x="2311147" y="1523404"/>
                  </a:lnTo>
                  <a:lnTo>
                    <a:pt x="2311147" y="1551979"/>
                  </a:lnTo>
                  <a:close/>
                </a:path>
                <a:path w="7590155" h="1552575">
                  <a:moveTo>
                    <a:pt x="2253997" y="1551979"/>
                  </a:moveTo>
                  <a:lnTo>
                    <a:pt x="2225422" y="1551979"/>
                  </a:lnTo>
                  <a:lnTo>
                    <a:pt x="2225422" y="1523404"/>
                  </a:lnTo>
                  <a:lnTo>
                    <a:pt x="2253997" y="1523404"/>
                  </a:lnTo>
                  <a:lnTo>
                    <a:pt x="2253997" y="1551979"/>
                  </a:lnTo>
                  <a:close/>
                </a:path>
                <a:path w="7590155" h="1552575">
                  <a:moveTo>
                    <a:pt x="2196847" y="1551979"/>
                  </a:moveTo>
                  <a:lnTo>
                    <a:pt x="2168272" y="1551979"/>
                  </a:lnTo>
                  <a:lnTo>
                    <a:pt x="2168272" y="1523404"/>
                  </a:lnTo>
                  <a:lnTo>
                    <a:pt x="2196847" y="1523404"/>
                  </a:lnTo>
                  <a:lnTo>
                    <a:pt x="2196847" y="1551979"/>
                  </a:lnTo>
                  <a:close/>
                </a:path>
                <a:path w="7590155" h="1552575">
                  <a:moveTo>
                    <a:pt x="2139697" y="1551979"/>
                  </a:moveTo>
                  <a:lnTo>
                    <a:pt x="2111122" y="1551979"/>
                  </a:lnTo>
                  <a:lnTo>
                    <a:pt x="2111122" y="1523404"/>
                  </a:lnTo>
                  <a:lnTo>
                    <a:pt x="2139697" y="1523404"/>
                  </a:lnTo>
                  <a:lnTo>
                    <a:pt x="2139697" y="1551979"/>
                  </a:lnTo>
                  <a:close/>
                </a:path>
                <a:path w="7590155" h="1552575">
                  <a:moveTo>
                    <a:pt x="2082547" y="1551979"/>
                  </a:moveTo>
                  <a:lnTo>
                    <a:pt x="2053972" y="1551979"/>
                  </a:lnTo>
                  <a:lnTo>
                    <a:pt x="2053972" y="1523404"/>
                  </a:lnTo>
                  <a:lnTo>
                    <a:pt x="2082547" y="1523404"/>
                  </a:lnTo>
                  <a:lnTo>
                    <a:pt x="2082547" y="1551979"/>
                  </a:lnTo>
                  <a:close/>
                </a:path>
                <a:path w="7590155" h="1552575">
                  <a:moveTo>
                    <a:pt x="2025397" y="1551979"/>
                  </a:moveTo>
                  <a:lnTo>
                    <a:pt x="1996822" y="1551979"/>
                  </a:lnTo>
                  <a:lnTo>
                    <a:pt x="1996822" y="1523404"/>
                  </a:lnTo>
                  <a:lnTo>
                    <a:pt x="2025397" y="1523404"/>
                  </a:lnTo>
                  <a:lnTo>
                    <a:pt x="2025397" y="1551979"/>
                  </a:lnTo>
                  <a:close/>
                </a:path>
                <a:path w="7590155" h="1552575">
                  <a:moveTo>
                    <a:pt x="1968247" y="1551979"/>
                  </a:moveTo>
                  <a:lnTo>
                    <a:pt x="1939672" y="1551979"/>
                  </a:lnTo>
                  <a:lnTo>
                    <a:pt x="1939672" y="1523404"/>
                  </a:lnTo>
                  <a:lnTo>
                    <a:pt x="1968247" y="1523404"/>
                  </a:lnTo>
                  <a:lnTo>
                    <a:pt x="1968247" y="1551979"/>
                  </a:lnTo>
                  <a:close/>
                </a:path>
                <a:path w="7590155" h="1552575">
                  <a:moveTo>
                    <a:pt x="1911097" y="1551979"/>
                  </a:moveTo>
                  <a:lnTo>
                    <a:pt x="1882522" y="1551979"/>
                  </a:lnTo>
                  <a:lnTo>
                    <a:pt x="1882522" y="1523404"/>
                  </a:lnTo>
                  <a:lnTo>
                    <a:pt x="1911097" y="1523404"/>
                  </a:lnTo>
                  <a:lnTo>
                    <a:pt x="1911097" y="1551979"/>
                  </a:lnTo>
                  <a:close/>
                </a:path>
                <a:path w="7590155" h="1552575">
                  <a:moveTo>
                    <a:pt x="1853947" y="1551979"/>
                  </a:moveTo>
                  <a:lnTo>
                    <a:pt x="1825372" y="1551979"/>
                  </a:lnTo>
                  <a:lnTo>
                    <a:pt x="1825372" y="1523404"/>
                  </a:lnTo>
                  <a:lnTo>
                    <a:pt x="1853947" y="1523404"/>
                  </a:lnTo>
                  <a:lnTo>
                    <a:pt x="1853947" y="1551979"/>
                  </a:lnTo>
                  <a:close/>
                </a:path>
                <a:path w="7590155" h="1552575">
                  <a:moveTo>
                    <a:pt x="1796797" y="1551979"/>
                  </a:moveTo>
                  <a:lnTo>
                    <a:pt x="1768222" y="1551979"/>
                  </a:lnTo>
                  <a:lnTo>
                    <a:pt x="1768222" y="1523404"/>
                  </a:lnTo>
                  <a:lnTo>
                    <a:pt x="1796797" y="1523404"/>
                  </a:lnTo>
                  <a:lnTo>
                    <a:pt x="1796797" y="1551979"/>
                  </a:lnTo>
                  <a:close/>
                </a:path>
                <a:path w="7590155" h="1552575">
                  <a:moveTo>
                    <a:pt x="1739647" y="1551979"/>
                  </a:moveTo>
                  <a:lnTo>
                    <a:pt x="1711072" y="1551979"/>
                  </a:lnTo>
                  <a:lnTo>
                    <a:pt x="1711072" y="1523404"/>
                  </a:lnTo>
                  <a:lnTo>
                    <a:pt x="1739647" y="1523404"/>
                  </a:lnTo>
                  <a:lnTo>
                    <a:pt x="1739647" y="1551979"/>
                  </a:lnTo>
                  <a:close/>
                </a:path>
                <a:path w="7590155" h="1552575">
                  <a:moveTo>
                    <a:pt x="1682497" y="1551979"/>
                  </a:moveTo>
                  <a:lnTo>
                    <a:pt x="1653922" y="1551979"/>
                  </a:lnTo>
                  <a:lnTo>
                    <a:pt x="1653922" y="1523404"/>
                  </a:lnTo>
                  <a:lnTo>
                    <a:pt x="1682497" y="1523404"/>
                  </a:lnTo>
                  <a:lnTo>
                    <a:pt x="1682497" y="1551979"/>
                  </a:lnTo>
                  <a:close/>
                </a:path>
                <a:path w="7590155" h="1552575">
                  <a:moveTo>
                    <a:pt x="1625347" y="1551979"/>
                  </a:moveTo>
                  <a:lnTo>
                    <a:pt x="1596772" y="1551979"/>
                  </a:lnTo>
                  <a:lnTo>
                    <a:pt x="1596772" y="1523404"/>
                  </a:lnTo>
                  <a:lnTo>
                    <a:pt x="1625347" y="1523404"/>
                  </a:lnTo>
                  <a:lnTo>
                    <a:pt x="1625347" y="1551979"/>
                  </a:lnTo>
                  <a:close/>
                </a:path>
                <a:path w="7590155" h="1552575">
                  <a:moveTo>
                    <a:pt x="1568197" y="1551979"/>
                  </a:moveTo>
                  <a:lnTo>
                    <a:pt x="1539622" y="1551979"/>
                  </a:lnTo>
                  <a:lnTo>
                    <a:pt x="1539622" y="1523404"/>
                  </a:lnTo>
                  <a:lnTo>
                    <a:pt x="1568197" y="1523404"/>
                  </a:lnTo>
                  <a:lnTo>
                    <a:pt x="1568197" y="1551979"/>
                  </a:lnTo>
                  <a:close/>
                </a:path>
                <a:path w="7590155" h="1552575">
                  <a:moveTo>
                    <a:pt x="1511047" y="1551979"/>
                  </a:moveTo>
                  <a:lnTo>
                    <a:pt x="1482472" y="1551979"/>
                  </a:lnTo>
                  <a:lnTo>
                    <a:pt x="1482472" y="1523404"/>
                  </a:lnTo>
                  <a:lnTo>
                    <a:pt x="1511047" y="1523404"/>
                  </a:lnTo>
                  <a:lnTo>
                    <a:pt x="1511047" y="1551979"/>
                  </a:lnTo>
                  <a:close/>
                </a:path>
                <a:path w="7590155" h="1552575">
                  <a:moveTo>
                    <a:pt x="1453897" y="1551979"/>
                  </a:moveTo>
                  <a:lnTo>
                    <a:pt x="1425322" y="1551979"/>
                  </a:lnTo>
                  <a:lnTo>
                    <a:pt x="1425322" y="1523404"/>
                  </a:lnTo>
                  <a:lnTo>
                    <a:pt x="1453897" y="1523404"/>
                  </a:lnTo>
                  <a:lnTo>
                    <a:pt x="1453897" y="1551979"/>
                  </a:lnTo>
                  <a:close/>
                </a:path>
                <a:path w="7590155" h="1552575">
                  <a:moveTo>
                    <a:pt x="1396747" y="1551979"/>
                  </a:moveTo>
                  <a:lnTo>
                    <a:pt x="1368172" y="1551979"/>
                  </a:lnTo>
                  <a:lnTo>
                    <a:pt x="1368172" y="1523404"/>
                  </a:lnTo>
                  <a:lnTo>
                    <a:pt x="1396747" y="1523404"/>
                  </a:lnTo>
                  <a:lnTo>
                    <a:pt x="1396747" y="1551979"/>
                  </a:lnTo>
                  <a:close/>
                </a:path>
                <a:path w="7590155" h="1552575">
                  <a:moveTo>
                    <a:pt x="1339597" y="1551979"/>
                  </a:moveTo>
                  <a:lnTo>
                    <a:pt x="1311022" y="1551979"/>
                  </a:lnTo>
                  <a:lnTo>
                    <a:pt x="1311022" y="1523404"/>
                  </a:lnTo>
                  <a:lnTo>
                    <a:pt x="1339597" y="1523404"/>
                  </a:lnTo>
                  <a:lnTo>
                    <a:pt x="1339597" y="1551979"/>
                  </a:lnTo>
                  <a:close/>
                </a:path>
                <a:path w="7590155" h="1552575">
                  <a:moveTo>
                    <a:pt x="1282447" y="1551979"/>
                  </a:moveTo>
                  <a:lnTo>
                    <a:pt x="1253872" y="1551979"/>
                  </a:lnTo>
                  <a:lnTo>
                    <a:pt x="1253872" y="1523404"/>
                  </a:lnTo>
                  <a:lnTo>
                    <a:pt x="1282447" y="1523404"/>
                  </a:lnTo>
                  <a:lnTo>
                    <a:pt x="1282447" y="1551979"/>
                  </a:lnTo>
                  <a:close/>
                </a:path>
                <a:path w="7590155" h="1552575">
                  <a:moveTo>
                    <a:pt x="1225297" y="1551979"/>
                  </a:moveTo>
                  <a:lnTo>
                    <a:pt x="1196722" y="1551979"/>
                  </a:lnTo>
                  <a:lnTo>
                    <a:pt x="1196722" y="1523404"/>
                  </a:lnTo>
                  <a:lnTo>
                    <a:pt x="1225297" y="1523404"/>
                  </a:lnTo>
                  <a:lnTo>
                    <a:pt x="1225297" y="1551979"/>
                  </a:lnTo>
                  <a:close/>
                </a:path>
                <a:path w="7590155" h="1552575">
                  <a:moveTo>
                    <a:pt x="1168147" y="1551979"/>
                  </a:moveTo>
                  <a:lnTo>
                    <a:pt x="1139572" y="1551979"/>
                  </a:lnTo>
                  <a:lnTo>
                    <a:pt x="1139572" y="1523404"/>
                  </a:lnTo>
                  <a:lnTo>
                    <a:pt x="1168147" y="1523404"/>
                  </a:lnTo>
                  <a:lnTo>
                    <a:pt x="1168147" y="1551979"/>
                  </a:lnTo>
                  <a:close/>
                </a:path>
                <a:path w="7590155" h="1552575">
                  <a:moveTo>
                    <a:pt x="1110997" y="1551979"/>
                  </a:moveTo>
                  <a:lnTo>
                    <a:pt x="1082422" y="1551979"/>
                  </a:lnTo>
                  <a:lnTo>
                    <a:pt x="1082422" y="1523404"/>
                  </a:lnTo>
                  <a:lnTo>
                    <a:pt x="1110997" y="1523404"/>
                  </a:lnTo>
                  <a:lnTo>
                    <a:pt x="1110997" y="1551979"/>
                  </a:lnTo>
                  <a:close/>
                </a:path>
                <a:path w="7590155" h="1552575">
                  <a:moveTo>
                    <a:pt x="1053847" y="1551979"/>
                  </a:moveTo>
                  <a:lnTo>
                    <a:pt x="1025272" y="1551979"/>
                  </a:lnTo>
                  <a:lnTo>
                    <a:pt x="1025272" y="1523404"/>
                  </a:lnTo>
                  <a:lnTo>
                    <a:pt x="1053847" y="1523404"/>
                  </a:lnTo>
                  <a:lnTo>
                    <a:pt x="1053847" y="1551979"/>
                  </a:lnTo>
                  <a:close/>
                </a:path>
                <a:path w="7590155" h="1552575">
                  <a:moveTo>
                    <a:pt x="996697" y="1551979"/>
                  </a:moveTo>
                  <a:lnTo>
                    <a:pt x="968122" y="1551979"/>
                  </a:lnTo>
                  <a:lnTo>
                    <a:pt x="968122" y="1523404"/>
                  </a:lnTo>
                  <a:lnTo>
                    <a:pt x="996697" y="1523404"/>
                  </a:lnTo>
                  <a:lnTo>
                    <a:pt x="996697" y="1551979"/>
                  </a:lnTo>
                  <a:close/>
                </a:path>
                <a:path w="7590155" h="1552575">
                  <a:moveTo>
                    <a:pt x="939547" y="1551979"/>
                  </a:moveTo>
                  <a:lnTo>
                    <a:pt x="910972" y="1551979"/>
                  </a:lnTo>
                  <a:lnTo>
                    <a:pt x="910972" y="1523404"/>
                  </a:lnTo>
                  <a:lnTo>
                    <a:pt x="939547" y="1523404"/>
                  </a:lnTo>
                  <a:lnTo>
                    <a:pt x="939547" y="1551979"/>
                  </a:lnTo>
                  <a:close/>
                </a:path>
                <a:path w="7590155" h="1552575">
                  <a:moveTo>
                    <a:pt x="882397" y="1551979"/>
                  </a:moveTo>
                  <a:lnTo>
                    <a:pt x="853822" y="1551979"/>
                  </a:lnTo>
                  <a:lnTo>
                    <a:pt x="853822" y="1523404"/>
                  </a:lnTo>
                  <a:lnTo>
                    <a:pt x="882397" y="1523404"/>
                  </a:lnTo>
                  <a:lnTo>
                    <a:pt x="882397" y="1551979"/>
                  </a:lnTo>
                  <a:close/>
                </a:path>
                <a:path w="7590155" h="1552575">
                  <a:moveTo>
                    <a:pt x="825247" y="1551979"/>
                  </a:moveTo>
                  <a:lnTo>
                    <a:pt x="796672" y="1551979"/>
                  </a:lnTo>
                  <a:lnTo>
                    <a:pt x="796672" y="1523404"/>
                  </a:lnTo>
                  <a:lnTo>
                    <a:pt x="825247" y="1523404"/>
                  </a:lnTo>
                  <a:lnTo>
                    <a:pt x="825247" y="1551979"/>
                  </a:lnTo>
                  <a:close/>
                </a:path>
                <a:path w="7590155" h="1552575">
                  <a:moveTo>
                    <a:pt x="768097" y="1551979"/>
                  </a:moveTo>
                  <a:lnTo>
                    <a:pt x="739522" y="1551979"/>
                  </a:lnTo>
                  <a:lnTo>
                    <a:pt x="739522" y="1523404"/>
                  </a:lnTo>
                  <a:lnTo>
                    <a:pt x="768097" y="1523404"/>
                  </a:lnTo>
                  <a:lnTo>
                    <a:pt x="768097" y="1551979"/>
                  </a:lnTo>
                  <a:close/>
                </a:path>
                <a:path w="7590155" h="1552575">
                  <a:moveTo>
                    <a:pt x="710947" y="1551979"/>
                  </a:moveTo>
                  <a:lnTo>
                    <a:pt x="682372" y="1551979"/>
                  </a:lnTo>
                  <a:lnTo>
                    <a:pt x="682372" y="1523404"/>
                  </a:lnTo>
                  <a:lnTo>
                    <a:pt x="710947" y="1523404"/>
                  </a:lnTo>
                  <a:lnTo>
                    <a:pt x="710947" y="1551979"/>
                  </a:lnTo>
                  <a:close/>
                </a:path>
                <a:path w="7590155" h="1552575">
                  <a:moveTo>
                    <a:pt x="653797" y="1551979"/>
                  </a:moveTo>
                  <a:lnTo>
                    <a:pt x="625222" y="1551979"/>
                  </a:lnTo>
                  <a:lnTo>
                    <a:pt x="625222" y="1523404"/>
                  </a:lnTo>
                  <a:lnTo>
                    <a:pt x="653797" y="1523404"/>
                  </a:lnTo>
                  <a:lnTo>
                    <a:pt x="653797" y="1551979"/>
                  </a:lnTo>
                  <a:close/>
                </a:path>
                <a:path w="7590155" h="1552575">
                  <a:moveTo>
                    <a:pt x="596647" y="1551979"/>
                  </a:moveTo>
                  <a:lnTo>
                    <a:pt x="568072" y="1551979"/>
                  </a:lnTo>
                  <a:lnTo>
                    <a:pt x="568072" y="1523404"/>
                  </a:lnTo>
                  <a:lnTo>
                    <a:pt x="596647" y="1523404"/>
                  </a:lnTo>
                  <a:lnTo>
                    <a:pt x="596647" y="1551979"/>
                  </a:lnTo>
                  <a:close/>
                </a:path>
                <a:path w="7590155" h="1552575">
                  <a:moveTo>
                    <a:pt x="539497" y="1551979"/>
                  </a:moveTo>
                  <a:lnTo>
                    <a:pt x="510922" y="1551979"/>
                  </a:lnTo>
                  <a:lnTo>
                    <a:pt x="510922" y="1523404"/>
                  </a:lnTo>
                  <a:lnTo>
                    <a:pt x="539497" y="1523404"/>
                  </a:lnTo>
                  <a:lnTo>
                    <a:pt x="539497" y="1551979"/>
                  </a:lnTo>
                  <a:close/>
                </a:path>
                <a:path w="7590155" h="1552575">
                  <a:moveTo>
                    <a:pt x="482347" y="1551979"/>
                  </a:moveTo>
                  <a:lnTo>
                    <a:pt x="453772" y="1551979"/>
                  </a:lnTo>
                  <a:lnTo>
                    <a:pt x="453772" y="1523404"/>
                  </a:lnTo>
                  <a:lnTo>
                    <a:pt x="482347" y="1523404"/>
                  </a:lnTo>
                  <a:lnTo>
                    <a:pt x="482347" y="1551979"/>
                  </a:lnTo>
                  <a:close/>
                </a:path>
                <a:path w="7590155" h="1552575">
                  <a:moveTo>
                    <a:pt x="425197" y="1551979"/>
                  </a:moveTo>
                  <a:lnTo>
                    <a:pt x="396622" y="1551979"/>
                  </a:lnTo>
                  <a:lnTo>
                    <a:pt x="396622" y="1523404"/>
                  </a:lnTo>
                  <a:lnTo>
                    <a:pt x="425197" y="1523404"/>
                  </a:lnTo>
                  <a:lnTo>
                    <a:pt x="425197" y="1551979"/>
                  </a:lnTo>
                  <a:close/>
                </a:path>
                <a:path w="7590155" h="1552575">
                  <a:moveTo>
                    <a:pt x="368047" y="1551979"/>
                  </a:moveTo>
                  <a:lnTo>
                    <a:pt x="339472" y="1551979"/>
                  </a:lnTo>
                  <a:lnTo>
                    <a:pt x="339472" y="1523404"/>
                  </a:lnTo>
                  <a:lnTo>
                    <a:pt x="368047" y="1523404"/>
                  </a:lnTo>
                  <a:lnTo>
                    <a:pt x="368047" y="1551979"/>
                  </a:lnTo>
                  <a:close/>
                </a:path>
                <a:path w="7590155" h="1552575">
                  <a:moveTo>
                    <a:pt x="310897" y="1551979"/>
                  </a:moveTo>
                  <a:lnTo>
                    <a:pt x="282322" y="1551979"/>
                  </a:lnTo>
                  <a:lnTo>
                    <a:pt x="282322" y="1523404"/>
                  </a:lnTo>
                  <a:lnTo>
                    <a:pt x="310897" y="1523404"/>
                  </a:lnTo>
                  <a:lnTo>
                    <a:pt x="310897" y="1551979"/>
                  </a:lnTo>
                  <a:close/>
                </a:path>
                <a:path w="7590155" h="1552575">
                  <a:moveTo>
                    <a:pt x="253747" y="1551979"/>
                  </a:moveTo>
                  <a:lnTo>
                    <a:pt x="225172" y="1551979"/>
                  </a:lnTo>
                  <a:lnTo>
                    <a:pt x="225172" y="1523404"/>
                  </a:lnTo>
                  <a:lnTo>
                    <a:pt x="253747" y="1523404"/>
                  </a:lnTo>
                  <a:lnTo>
                    <a:pt x="253747" y="1551979"/>
                  </a:lnTo>
                  <a:close/>
                </a:path>
                <a:path w="7590155" h="1552575">
                  <a:moveTo>
                    <a:pt x="196597" y="1551979"/>
                  </a:moveTo>
                  <a:lnTo>
                    <a:pt x="168022" y="1551979"/>
                  </a:lnTo>
                  <a:lnTo>
                    <a:pt x="168022" y="1523404"/>
                  </a:lnTo>
                  <a:lnTo>
                    <a:pt x="196597" y="1523404"/>
                  </a:lnTo>
                  <a:lnTo>
                    <a:pt x="196597" y="1551979"/>
                  </a:lnTo>
                  <a:close/>
                </a:path>
                <a:path w="7590155" h="1552575">
                  <a:moveTo>
                    <a:pt x="139316" y="1549744"/>
                  </a:moveTo>
                  <a:lnTo>
                    <a:pt x="130176" y="1548839"/>
                  </a:lnTo>
                  <a:lnTo>
                    <a:pt x="111559" y="1543182"/>
                  </a:lnTo>
                  <a:lnTo>
                    <a:pt x="120258" y="1516731"/>
                  </a:lnTo>
                  <a:lnTo>
                    <a:pt x="127758" y="1519197"/>
                  </a:lnTo>
                  <a:lnTo>
                    <a:pt x="135414" y="1520984"/>
                  </a:lnTo>
                  <a:lnTo>
                    <a:pt x="143229" y="1522089"/>
                  </a:lnTo>
                  <a:lnTo>
                    <a:pt x="139316" y="1549744"/>
                  </a:lnTo>
                  <a:close/>
                </a:path>
                <a:path w="7590155" h="1552575">
                  <a:moveTo>
                    <a:pt x="40712" y="1496373"/>
                  </a:moveTo>
                  <a:lnTo>
                    <a:pt x="27203" y="1479896"/>
                  </a:lnTo>
                  <a:lnTo>
                    <a:pt x="23701" y="1473337"/>
                  </a:lnTo>
                  <a:lnTo>
                    <a:pt x="47701" y="1458877"/>
                  </a:lnTo>
                  <a:lnTo>
                    <a:pt x="51789" y="1465663"/>
                  </a:lnTo>
                  <a:lnTo>
                    <a:pt x="56445" y="1472034"/>
                  </a:lnTo>
                  <a:lnTo>
                    <a:pt x="61669" y="1477990"/>
                  </a:lnTo>
                  <a:lnTo>
                    <a:pt x="40712" y="1496373"/>
                  </a:lnTo>
                  <a:close/>
                </a:path>
                <a:path w="7590155" h="1552575">
                  <a:moveTo>
                    <a:pt x="85465" y="1531921"/>
                  </a:moveTo>
                  <a:lnTo>
                    <a:pt x="72083" y="1524776"/>
                  </a:lnTo>
                  <a:lnTo>
                    <a:pt x="61638" y="1516212"/>
                  </a:lnTo>
                  <a:lnTo>
                    <a:pt x="78942" y="1494446"/>
                  </a:lnTo>
                  <a:lnTo>
                    <a:pt x="85126" y="1499362"/>
                  </a:lnTo>
                  <a:lnTo>
                    <a:pt x="91698" y="1503695"/>
                  </a:lnTo>
                  <a:lnTo>
                    <a:pt x="98655" y="1507445"/>
                  </a:lnTo>
                  <a:lnTo>
                    <a:pt x="85465" y="1531921"/>
                  </a:lnTo>
                  <a:close/>
                </a:path>
                <a:path w="7590155" h="1552575">
                  <a:moveTo>
                    <a:pt x="11045" y="1447819"/>
                  </a:moveTo>
                  <a:lnTo>
                    <a:pt x="3139" y="1421802"/>
                  </a:lnTo>
                  <a:lnTo>
                    <a:pt x="3003" y="1420421"/>
                  </a:lnTo>
                  <a:lnTo>
                    <a:pt x="30942" y="1415084"/>
                  </a:lnTo>
                  <a:lnTo>
                    <a:pt x="32420" y="1422823"/>
                  </a:lnTo>
                  <a:lnTo>
                    <a:pt x="34568" y="1430374"/>
                  </a:lnTo>
                  <a:lnTo>
                    <a:pt x="37386" y="1437735"/>
                  </a:lnTo>
                  <a:lnTo>
                    <a:pt x="11045" y="1447819"/>
                  </a:lnTo>
                  <a:close/>
                </a:path>
                <a:path w="7590155" h="1552575">
                  <a:moveTo>
                    <a:pt x="164" y="1391735"/>
                  </a:moveTo>
                  <a:lnTo>
                    <a:pt x="0" y="1390067"/>
                  </a:lnTo>
                  <a:lnTo>
                    <a:pt x="0" y="1363129"/>
                  </a:lnTo>
                  <a:lnTo>
                    <a:pt x="28574" y="1363129"/>
                  </a:lnTo>
                  <a:lnTo>
                    <a:pt x="28583" y="1391588"/>
                  </a:lnTo>
                  <a:lnTo>
                    <a:pt x="164" y="1391735"/>
                  </a:lnTo>
                  <a:close/>
                </a:path>
                <a:path w="7590155" h="1552575">
                  <a:moveTo>
                    <a:pt x="28574" y="1334554"/>
                  </a:moveTo>
                  <a:lnTo>
                    <a:pt x="0" y="1334554"/>
                  </a:lnTo>
                  <a:lnTo>
                    <a:pt x="0" y="1305979"/>
                  </a:lnTo>
                  <a:lnTo>
                    <a:pt x="28574" y="1305979"/>
                  </a:lnTo>
                  <a:lnTo>
                    <a:pt x="28574" y="1334554"/>
                  </a:lnTo>
                  <a:close/>
                </a:path>
                <a:path w="7590155" h="1552575">
                  <a:moveTo>
                    <a:pt x="28574" y="1277404"/>
                  </a:moveTo>
                  <a:lnTo>
                    <a:pt x="0" y="1277404"/>
                  </a:lnTo>
                  <a:lnTo>
                    <a:pt x="0" y="1248829"/>
                  </a:lnTo>
                  <a:lnTo>
                    <a:pt x="28574" y="1248829"/>
                  </a:lnTo>
                  <a:lnTo>
                    <a:pt x="28574" y="1277404"/>
                  </a:lnTo>
                  <a:close/>
                </a:path>
                <a:path w="7590155" h="1552575">
                  <a:moveTo>
                    <a:pt x="28574" y="1220254"/>
                  </a:moveTo>
                  <a:lnTo>
                    <a:pt x="0" y="1220254"/>
                  </a:lnTo>
                  <a:lnTo>
                    <a:pt x="0" y="1191679"/>
                  </a:lnTo>
                  <a:lnTo>
                    <a:pt x="28574" y="1191679"/>
                  </a:lnTo>
                  <a:lnTo>
                    <a:pt x="28574" y="1220254"/>
                  </a:lnTo>
                  <a:close/>
                </a:path>
                <a:path w="7590155" h="1552575">
                  <a:moveTo>
                    <a:pt x="28574" y="1163104"/>
                  </a:moveTo>
                  <a:lnTo>
                    <a:pt x="0" y="1163104"/>
                  </a:lnTo>
                  <a:lnTo>
                    <a:pt x="0" y="1134529"/>
                  </a:lnTo>
                  <a:lnTo>
                    <a:pt x="28574" y="1134529"/>
                  </a:lnTo>
                  <a:lnTo>
                    <a:pt x="28574" y="1163104"/>
                  </a:lnTo>
                  <a:close/>
                </a:path>
                <a:path w="7590155" h="1552575">
                  <a:moveTo>
                    <a:pt x="28574" y="1105954"/>
                  </a:moveTo>
                  <a:lnTo>
                    <a:pt x="0" y="1105954"/>
                  </a:lnTo>
                  <a:lnTo>
                    <a:pt x="0" y="1077379"/>
                  </a:lnTo>
                  <a:lnTo>
                    <a:pt x="28574" y="1077379"/>
                  </a:lnTo>
                  <a:lnTo>
                    <a:pt x="28574" y="1105954"/>
                  </a:lnTo>
                  <a:close/>
                </a:path>
                <a:path w="7590155" h="1552575">
                  <a:moveTo>
                    <a:pt x="28574" y="1048804"/>
                  </a:moveTo>
                  <a:lnTo>
                    <a:pt x="0" y="1048804"/>
                  </a:lnTo>
                  <a:lnTo>
                    <a:pt x="0" y="1020229"/>
                  </a:lnTo>
                  <a:lnTo>
                    <a:pt x="28574" y="1020229"/>
                  </a:lnTo>
                  <a:lnTo>
                    <a:pt x="28574" y="1048804"/>
                  </a:lnTo>
                  <a:close/>
                </a:path>
                <a:path w="7590155" h="1552575">
                  <a:moveTo>
                    <a:pt x="28574" y="991654"/>
                  </a:moveTo>
                  <a:lnTo>
                    <a:pt x="0" y="991654"/>
                  </a:lnTo>
                  <a:lnTo>
                    <a:pt x="0" y="963079"/>
                  </a:lnTo>
                  <a:lnTo>
                    <a:pt x="28574" y="963079"/>
                  </a:lnTo>
                  <a:lnTo>
                    <a:pt x="28574" y="991654"/>
                  </a:lnTo>
                  <a:close/>
                </a:path>
                <a:path w="7590155" h="1552575">
                  <a:moveTo>
                    <a:pt x="28574" y="934504"/>
                  </a:moveTo>
                  <a:lnTo>
                    <a:pt x="0" y="934504"/>
                  </a:lnTo>
                  <a:lnTo>
                    <a:pt x="0" y="905929"/>
                  </a:lnTo>
                  <a:lnTo>
                    <a:pt x="28574" y="905929"/>
                  </a:lnTo>
                  <a:lnTo>
                    <a:pt x="28574" y="934504"/>
                  </a:lnTo>
                  <a:close/>
                </a:path>
                <a:path w="7590155" h="1552575">
                  <a:moveTo>
                    <a:pt x="28574" y="877355"/>
                  </a:moveTo>
                  <a:lnTo>
                    <a:pt x="0" y="877355"/>
                  </a:lnTo>
                  <a:lnTo>
                    <a:pt x="0" y="848780"/>
                  </a:lnTo>
                  <a:lnTo>
                    <a:pt x="28574" y="848780"/>
                  </a:lnTo>
                  <a:lnTo>
                    <a:pt x="28574" y="877355"/>
                  </a:lnTo>
                  <a:close/>
                </a:path>
                <a:path w="7590155" h="1552575">
                  <a:moveTo>
                    <a:pt x="28574" y="820205"/>
                  </a:moveTo>
                  <a:lnTo>
                    <a:pt x="0" y="820205"/>
                  </a:lnTo>
                  <a:lnTo>
                    <a:pt x="0" y="791630"/>
                  </a:lnTo>
                  <a:lnTo>
                    <a:pt x="28574" y="791630"/>
                  </a:lnTo>
                  <a:lnTo>
                    <a:pt x="28574" y="820205"/>
                  </a:lnTo>
                  <a:close/>
                </a:path>
                <a:path w="7590155" h="1552575">
                  <a:moveTo>
                    <a:pt x="28574" y="763055"/>
                  </a:moveTo>
                  <a:lnTo>
                    <a:pt x="0" y="763055"/>
                  </a:lnTo>
                  <a:lnTo>
                    <a:pt x="0" y="734480"/>
                  </a:lnTo>
                  <a:lnTo>
                    <a:pt x="28574" y="734480"/>
                  </a:lnTo>
                  <a:lnTo>
                    <a:pt x="28574" y="763055"/>
                  </a:lnTo>
                  <a:close/>
                </a:path>
                <a:path w="7590155" h="1552575">
                  <a:moveTo>
                    <a:pt x="28574" y="705905"/>
                  </a:moveTo>
                  <a:lnTo>
                    <a:pt x="0" y="705905"/>
                  </a:lnTo>
                  <a:lnTo>
                    <a:pt x="0" y="677330"/>
                  </a:lnTo>
                  <a:lnTo>
                    <a:pt x="28574" y="677330"/>
                  </a:lnTo>
                  <a:lnTo>
                    <a:pt x="28574" y="705905"/>
                  </a:lnTo>
                  <a:close/>
                </a:path>
                <a:path w="7590155" h="1552575">
                  <a:moveTo>
                    <a:pt x="28574" y="648755"/>
                  </a:moveTo>
                  <a:lnTo>
                    <a:pt x="0" y="648755"/>
                  </a:lnTo>
                  <a:lnTo>
                    <a:pt x="0" y="620180"/>
                  </a:lnTo>
                  <a:lnTo>
                    <a:pt x="28574" y="620180"/>
                  </a:lnTo>
                  <a:lnTo>
                    <a:pt x="28574" y="648755"/>
                  </a:lnTo>
                  <a:close/>
                </a:path>
                <a:path w="7590155" h="1552575">
                  <a:moveTo>
                    <a:pt x="28574" y="591605"/>
                  </a:moveTo>
                  <a:lnTo>
                    <a:pt x="0" y="591605"/>
                  </a:lnTo>
                  <a:lnTo>
                    <a:pt x="0" y="563030"/>
                  </a:lnTo>
                  <a:lnTo>
                    <a:pt x="28574" y="563030"/>
                  </a:lnTo>
                  <a:lnTo>
                    <a:pt x="28574" y="591605"/>
                  </a:lnTo>
                  <a:close/>
                </a:path>
                <a:path w="7590155" h="1552575">
                  <a:moveTo>
                    <a:pt x="28574" y="534455"/>
                  </a:moveTo>
                  <a:lnTo>
                    <a:pt x="0" y="534455"/>
                  </a:lnTo>
                  <a:lnTo>
                    <a:pt x="0" y="505880"/>
                  </a:lnTo>
                  <a:lnTo>
                    <a:pt x="28574" y="505880"/>
                  </a:lnTo>
                  <a:lnTo>
                    <a:pt x="28574" y="534455"/>
                  </a:lnTo>
                  <a:close/>
                </a:path>
                <a:path w="7590155" h="1552575">
                  <a:moveTo>
                    <a:pt x="28574" y="477305"/>
                  </a:moveTo>
                  <a:lnTo>
                    <a:pt x="0" y="477305"/>
                  </a:lnTo>
                  <a:lnTo>
                    <a:pt x="0" y="448730"/>
                  </a:lnTo>
                  <a:lnTo>
                    <a:pt x="28574" y="448730"/>
                  </a:lnTo>
                  <a:lnTo>
                    <a:pt x="28574" y="477305"/>
                  </a:lnTo>
                  <a:close/>
                </a:path>
                <a:path w="7590155" h="1552575">
                  <a:moveTo>
                    <a:pt x="28574" y="420155"/>
                  </a:moveTo>
                  <a:lnTo>
                    <a:pt x="0" y="420155"/>
                  </a:lnTo>
                  <a:lnTo>
                    <a:pt x="0" y="391580"/>
                  </a:lnTo>
                  <a:lnTo>
                    <a:pt x="28574" y="391580"/>
                  </a:lnTo>
                  <a:lnTo>
                    <a:pt x="28574" y="420155"/>
                  </a:lnTo>
                  <a:close/>
                </a:path>
                <a:path w="7590155" h="1552575">
                  <a:moveTo>
                    <a:pt x="28574" y="363005"/>
                  </a:moveTo>
                  <a:lnTo>
                    <a:pt x="0" y="363005"/>
                  </a:lnTo>
                  <a:lnTo>
                    <a:pt x="0" y="334430"/>
                  </a:lnTo>
                  <a:lnTo>
                    <a:pt x="28574" y="334430"/>
                  </a:lnTo>
                  <a:lnTo>
                    <a:pt x="28574" y="363005"/>
                  </a:lnTo>
                  <a:close/>
                </a:path>
                <a:path w="7590155" h="1552575">
                  <a:moveTo>
                    <a:pt x="28574" y="305855"/>
                  </a:moveTo>
                  <a:lnTo>
                    <a:pt x="0" y="305855"/>
                  </a:lnTo>
                  <a:lnTo>
                    <a:pt x="0" y="277280"/>
                  </a:lnTo>
                  <a:lnTo>
                    <a:pt x="28574" y="277280"/>
                  </a:lnTo>
                  <a:lnTo>
                    <a:pt x="28574" y="305855"/>
                  </a:lnTo>
                  <a:close/>
                </a:path>
                <a:path w="7590155" h="1552575">
                  <a:moveTo>
                    <a:pt x="28574" y="248705"/>
                  </a:moveTo>
                  <a:lnTo>
                    <a:pt x="0" y="248705"/>
                  </a:lnTo>
                  <a:lnTo>
                    <a:pt x="0" y="220130"/>
                  </a:lnTo>
                  <a:lnTo>
                    <a:pt x="28574" y="220130"/>
                  </a:lnTo>
                  <a:lnTo>
                    <a:pt x="28574" y="248705"/>
                  </a:lnTo>
                  <a:close/>
                </a:path>
                <a:path w="7590155" h="1552575">
                  <a:moveTo>
                    <a:pt x="28574" y="191555"/>
                  </a:moveTo>
                  <a:lnTo>
                    <a:pt x="0" y="191555"/>
                  </a:lnTo>
                  <a:lnTo>
                    <a:pt x="0" y="162980"/>
                  </a:lnTo>
                  <a:lnTo>
                    <a:pt x="28574" y="162980"/>
                  </a:lnTo>
                  <a:lnTo>
                    <a:pt x="28574" y="191555"/>
                  </a:lnTo>
                  <a:close/>
                </a:path>
                <a:path w="7590155" h="1552575">
                  <a:moveTo>
                    <a:pt x="30540" y="139098"/>
                  </a:moveTo>
                  <a:lnTo>
                    <a:pt x="2734" y="134270"/>
                  </a:lnTo>
                  <a:lnTo>
                    <a:pt x="3025" y="131331"/>
                  </a:lnTo>
                  <a:lnTo>
                    <a:pt x="3139" y="130176"/>
                  </a:lnTo>
                  <a:lnTo>
                    <a:pt x="10259" y="106747"/>
                  </a:lnTo>
                  <a:lnTo>
                    <a:pt x="36607" y="116331"/>
                  </a:lnTo>
                  <a:lnTo>
                    <a:pt x="33911" y="123742"/>
                  </a:lnTo>
                  <a:lnTo>
                    <a:pt x="31889" y="131331"/>
                  </a:lnTo>
                  <a:lnTo>
                    <a:pt x="30540" y="139098"/>
                  </a:lnTo>
                  <a:close/>
                </a:path>
                <a:path w="7590155" h="1552575">
                  <a:moveTo>
                    <a:pt x="77191" y="58948"/>
                  </a:moveTo>
                  <a:lnTo>
                    <a:pt x="59535" y="37491"/>
                  </a:lnTo>
                  <a:lnTo>
                    <a:pt x="72083" y="27202"/>
                  </a:lnTo>
                  <a:lnTo>
                    <a:pt x="83086" y="21328"/>
                  </a:lnTo>
                  <a:lnTo>
                    <a:pt x="96699" y="45609"/>
                  </a:lnTo>
                  <a:lnTo>
                    <a:pt x="89800" y="49477"/>
                  </a:lnTo>
                  <a:lnTo>
                    <a:pt x="83298" y="53923"/>
                  </a:lnTo>
                  <a:lnTo>
                    <a:pt x="77191" y="58948"/>
                  </a:lnTo>
                  <a:close/>
                </a:path>
                <a:path w="7590155" h="1552575">
                  <a:moveTo>
                    <a:pt x="46564" y="95024"/>
                  </a:moveTo>
                  <a:lnTo>
                    <a:pt x="22427" y="81028"/>
                  </a:lnTo>
                  <a:lnTo>
                    <a:pt x="27203" y="72082"/>
                  </a:lnTo>
                  <a:lnTo>
                    <a:pt x="38983" y="57715"/>
                  </a:lnTo>
                  <a:lnTo>
                    <a:pt x="60196" y="75697"/>
                  </a:lnTo>
                  <a:lnTo>
                    <a:pt x="55079" y="81734"/>
                  </a:lnTo>
                  <a:lnTo>
                    <a:pt x="50535" y="88177"/>
                  </a:lnTo>
                  <a:lnTo>
                    <a:pt x="46564" y="95024"/>
                  </a:lnTo>
                  <a:close/>
                </a:path>
                <a:path w="7590155" h="1552575">
                  <a:moveTo>
                    <a:pt x="118146" y="35961"/>
                  </a:moveTo>
                  <a:lnTo>
                    <a:pt x="108978" y="9581"/>
                  </a:lnTo>
                  <a:lnTo>
                    <a:pt x="130176" y="3139"/>
                  </a:lnTo>
                  <a:lnTo>
                    <a:pt x="136610" y="2503"/>
                  </a:lnTo>
                  <a:lnTo>
                    <a:pt x="141009" y="30222"/>
                  </a:lnTo>
                  <a:lnTo>
                    <a:pt x="133220" y="31458"/>
                  </a:lnTo>
                  <a:lnTo>
                    <a:pt x="125599" y="33372"/>
                  </a:lnTo>
                  <a:lnTo>
                    <a:pt x="118146" y="35961"/>
                  </a:lnTo>
                  <a:close/>
                </a:path>
                <a:path w="7590155" h="1552575">
                  <a:moveTo>
                    <a:pt x="190486" y="28574"/>
                  </a:moveTo>
                  <a:lnTo>
                    <a:pt x="161911" y="28574"/>
                  </a:lnTo>
                  <a:lnTo>
                    <a:pt x="161911" y="0"/>
                  </a:lnTo>
                  <a:lnTo>
                    <a:pt x="190486" y="0"/>
                  </a:lnTo>
                  <a:lnTo>
                    <a:pt x="190486" y="28574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1094" y="8211017"/>
              <a:ext cx="76200" cy="7619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1094" y="8572967"/>
              <a:ext cx="76200" cy="7619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1094" y="8934917"/>
              <a:ext cx="76200" cy="76199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673119" y="1838624"/>
            <a:ext cx="6759575" cy="728472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455"/>
              </a:spcBef>
            </a:pPr>
            <a:r>
              <a:rPr dirty="0" sz="2400" spc="-20" b="1">
                <a:solidFill>
                  <a:srgbClr val="006FBF"/>
                </a:solidFill>
                <a:latin typeface="Calibri"/>
                <a:cs typeface="Calibri"/>
              </a:rPr>
              <a:t>Data-</a:t>
            </a: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Related</a:t>
            </a:r>
            <a:r>
              <a:rPr dirty="0" sz="2400" spc="-45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6FBF"/>
                </a:solidFill>
                <a:latin typeface="Calibri"/>
                <a:cs typeface="Calibri"/>
              </a:rPr>
              <a:t>Challenges</a:t>
            </a:r>
            <a:endParaRPr sz="240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295"/>
              </a:spcBef>
            </a:pPr>
            <a:r>
              <a:rPr dirty="0" sz="2000" spc="-20" b="1">
                <a:latin typeface="Calibri"/>
                <a:cs typeface="Calibri"/>
              </a:rPr>
              <a:t>Data-</a:t>
            </a:r>
            <a:r>
              <a:rPr dirty="0" sz="2000" b="1">
                <a:latin typeface="Calibri"/>
                <a:cs typeface="Calibri"/>
              </a:rPr>
              <a:t>Related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Challenges</a:t>
            </a:r>
            <a:endParaRPr sz="2000">
              <a:latin typeface="Calibri"/>
              <a:cs typeface="Calibri"/>
            </a:endParaRPr>
          </a:p>
          <a:p>
            <a:pPr marL="470534" marR="813435">
              <a:lnSpc>
                <a:spcPct val="125000"/>
              </a:lnSpc>
            </a:pPr>
            <a:r>
              <a:rPr dirty="0" sz="2000">
                <a:latin typeface="Calibri"/>
                <a:cs typeface="Calibri"/>
              </a:rPr>
              <a:t>Limited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structured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hospital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admission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data </a:t>
            </a:r>
            <a:r>
              <a:rPr dirty="0" sz="2000" spc="-10" b="1">
                <a:latin typeface="Calibri"/>
                <a:cs typeface="Calibri"/>
              </a:rPr>
              <a:t>Inconsistent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missing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historical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health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records </a:t>
            </a:r>
            <a:r>
              <a:rPr dirty="0" sz="2000" spc="-20">
                <a:latin typeface="Calibri"/>
                <a:cs typeface="Calibri"/>
              </a:rPr>
              <a:t>Real-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availability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issues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2000">
              <a:latin typeface="Calibri"/>
              <a:cs typeface="Calibri"/>
            </a:endParaRPr>
          </a:p>
          <a:p>
            <a:pPr marL="38735">
              <a:lnSpc>
                <a:spcPts val="2865"/>
              </a:lnSpc>
            </a:pP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Technical</a:t>
            </a:r>
            <a:r>
              <a:rPr dirty="0" sz="2400" spc="-70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006FBF"/>
                </a:solidFill>
                <a:latin typeface="Calibri"/>
                <a:cs typeface="Calibri"/>
              </a:rPr>
              <a:t>Risks</a:t>
            </a:r>
            <a:endParaRPr sz="2400">
              <a:latin typeface="Calibri"/>
              <a:cs typeface="Calibri"/>
            </a:endParaRPr>
          </a:p>
          <a:p>
            <a:pPr marL="492125">
              <a:lnSpc>
                <a:spcPts val="2485"/>
              </a:lnSpc>
            </a:pPr>
            <a:r>
              <a:rPr dirty="0" sz="2100">
                <a:latin typeface="Calibri"/>
                <a:cs typeface="Calibri"/>
              </a:rPr>
              <a:t>Model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accuracy</a:t>
            </a:r>
            <a:r>
              <a:rPr dirty="0" sz="2100" spc="-2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during</a:t>
            </a:r>
            <a:r>
              <a:rPr dirty="0" sz="2100" spc="-30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rare</a:t>
            </a:r>
            <a:r>
              <a:rPr dirty="0" sz="2100" spc="-25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extreme</a:t>
            </a:r>
            <a:r>
              <a:rPr dirty="0" sz="2100" spc="-30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climate</a:t>
            </a:r>
            <a:r>
              <a:rPr dirty="0" sz="2100" spc="-25" b="1">
                <a:latin typeface="Calibri"/>
                <a:cs typeface="Calibri"/>
              </a:rPr>
              <a:t> </a:t>
            </a:r>
            <a:r>
              <a:rPr dirty="0" sz="2100" spc="-10" b="1">
                <a:latin typeface="Calibri"/>
                <a:cs typeface="Calibri"/>
              </a:rPr>
              <a:t>events</a:t>
            </a:r>
            <a:endParaRPr sz="2100">
              <a:latin typeface="Calibri"/>
              <a:cs typeface="Calibri"/>
            </a:endParaRPr>
          </a:p>
          <a:p>
            <a:pPr marL="492125">
              <a:lnSpc>
                <a:spcPts val="2475"/>
              </a:lnSpc>
            </a:pPr>
            <a:r>
              <a:rPr dirty="0" sz="2100">
                <a:latin typeface="Calibri"/>
                <a:cs typeface="Calibri"/>
              </a:rPr>
              <a:t>Overfitting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due</a:t>
            </a:r>
            <a:r>
              <a:rPr dirty="0" sz="2100" spc="-1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to</a:t>
            </a:r>
            <a:r>
              <a:rPr dirty="0" sz="2100" spc="-10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limited</a:t>
            </a:r>
            <a:r>
              <a:rPr dirty="0" sz="2100" spc="-15" b="1">
                <a:latin typeface="Calibri"/>
                <a:cs typeface="Calibri"/>
              </a:rPr>
              <a:t> </a:t>
            </a:r>
            <a:r>
              <a:rPr dirty="0" sz="2100" b="1">
                <a:latin typeface="Calibri"/>
                <a:cs typeface="Calibri"/>
              </a:rPr>
              <a:t>health</a:t>
            </a:r>
            <a:r>
              <a:rPr dirty="0" sz="2100" spc="-15" b="1">
                <a:latin typeface="Calibri"/>
                <a:cs typeface="Calibri"/>
              </a:rPr>
              <a:t> </a:t>
            </a:r>
            <a:r>
              <a:rPr dirty="0" sz="2100" spc="-10" b="1">
                <a:latin typeface="Calibri"/>
                <a:cs typeface="Calibri"/>
              </a:rPr>
              <a:t>datasets</a:t>
            </a:r>
            <a:endParaRPr sz="2100">
              <a:latin typeface="Calibri"/>
              <a:cs typeface="Calibri"/>
            </a:endParaRPr>
          </a:p>
          <a:p>
            <a:pPr marL="492125">
              <a:lnSpc>
                <a:spcPts val="2495"/>
              </a:lnSpc>
            </a:pPr>
            <a:r>
              <a:rPr dirty="0" sz="2100">
                <a:latin typeface="Calibri"/>
                <a:cs typeface="Calibri"/>
              </a:rPr>
              <a:t>Integration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complexity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between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climate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&amp;</a:t>
            </a:r>
            <a:r>
              <a:rPr dirty="0" sz="2100" spc="-45">
                <a:latin typeface="Calibri"/>
                <a:cs typeface="Calibri"/>
              </a:rPr>
              <a:t> </a:t>
            </a:r>
            <a:r>
              <a:rPr dirty="0" sz="2100">
                <a:latin typeface="Calibri"/>
                <a:cs typeface="Calibri"/>
              </a:rPr>
              <a:t>health</a:t>
            </a:r>
            <a:r>
              <a:rPr dirty="0" sz="2100" spc="-40">
                <a:latin typeface="Calibri"/>
                <a:cs typeface="Calibri"/>
              </a:rPr>
              <a:t> </a:t>
            </a:r>
            <a:r>
              <a:rPr dirty="0" sz="2100" spc="-10">
                <a:latin typeface="Calibri"/>
                <a:cs typeface="Calibri"/>
              </a:rPr>
              <a:t>systems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2100">
              <a:latin typeface="Calibri"/>
              <a:cs typeface="Calibri"/>
            </a:endParaRPr>
          </a:p>
          <a:p>
            <a:pPr marL="38735">
              <a:lnSpc>
                <a:spcPts val="2865"/>
              </a:lnSpc>
              <a:spcBef>
                <a:spcPts val="5"/>
              </a:spcBef>
            </a:pP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Privacy</a:t>
            </a:r>
            <a:r>
              <a:rPr dirty="0" sz="2400" spc="-50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&amp;</a:t>
            </a:r>
            <a:r>
              <a:rPr dirty="0" sz="2400" spc="-45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Ethical</a:t>
            </a:r>
            <a:r>
              <a:rPr dirty="0" sz="2400" spc="-50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006FBF"/>
                </a:solidFill>
                <a:latin typeface="Calibri"/>
                <a:cs typeface="Calibri"/>
              </a:rPr>
              <a:t>Risks</a:t>
            </a:r>
            <a:endParaRPr sz="2400">
              <a:latin typeface="Calibri"/>
              <a:cs typeface="Calibri"/>
            </a:endParaRPr>
          </a:p>
          <a:p>
            <a:pPr marL="556895" marR="565150">
              <a:lnSpc>
                <a:spcPts val="2850"/>
              </a:lnSpc>
              <a:spcBef>
                <a:spcPts val="105"/>
              </a:spcBef>
            </a:pPr>
            <a:r>
              <a:rPr dirty="0" sz="2400">
                <a:latin typeface="Calibri"/>
                <a:cs typeface="Calibri"/>
              </a:rPr>
              <a:t>Handling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sensitive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health-</a:t>
            </a:r>
            <a:r>
              <a:rPr dirty="0" sz="2400">
                <a:latin typeface="Calibri"/>
                <a:cs typeface="Calibri"/>
              </a:rPr>
              <a:t>related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information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security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vulnerabilities</a:t>
            </a:r>
            <a:endParaRPr sz="2400">
              <a:latin typeface="Calibri"/>
              <a:cs typeface="Calibri"/>
            </a:endParaRPr>
          </a:p>
          <a:p>
            <a:pPr marL="556895">
              <a:lnSpc>
                <a:spcPts val="2760"/>
              </a:lnSpc>
            </a:pPr>
            <a:r>
              <a:rPr dirty="0" sz="2400">
                <a:latin typeface="Calibri"/>
                <a:cs typeface="Calibri"/>
              </a:rPr>
              <a:t>Compliance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protection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regulations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  <a:spcBef>
                <a:spcPts val="1989"/>
              </a:spcBef>
            </a:pPr>
            <a:r>
              <a:rPr dirty="0" sz="2400" b="1">
                <a:solidFill>
                  <a:srgbClr val="006FBF"/>
                </a:solidFill>
                <a:latin typeface="Calibri"/>
                <a:cs typeface="Calibri"/>
              </a:rPr>
              <a:t>Implementation</a:t>
            </a:r>
            <a:r>
              <a:rPr dirty="0" sz="2400" spc="-125" b="1">
                <a:solidFill>
                  <a:srgbClr val="006FBF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006FBF"/>
                </a:solidFill>
                <a:latin typeface="Calibri"/>
                <a:cs typeface="Calibri"/>
              </a:rPr>
              <a:t>Risks</a:t>
            </a:r>
            <a:endParaRPr sz="2400">
              <a:latin typeface="Calibri"/>
              <a:cs typeface="Calibri"/>
            </a:endParaRPr>
          </a:p>
          <a:p>
            <a:pPr marL="530225" marR="247650">
              <a:lnSpc>
                <a:spcPts val="2850"/>
              </a:lnSpc>
              <a:spcBef>
                <a:spcPts val="105"/>
              </a:spcBef>
            </a:pPr>
            <a:r>
              <a:rPr dirty="0" sz="2400">
                <a:latin typeface="Calibri"/>
                <a:cs typeface="Calibri"/>
              </a:rPr>
              <a:t>Resistance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hospitals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government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bodies Infrastructure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limitations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smaller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cities Dependence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external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APIs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9165" y="315912"/>
            <a:ext cx="8027670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64815" algn="l"/>
                <a:tab pos="4622165" algn="l"/>
              </a:tabLst>
            </a:pPr>
            <a:r>
              <a:rPr dirty="0" spc="-10"/>
              <a:t>IMPACT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BENEFITS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575" y="122062"/>
            <a:ext cx="1643252" cy="154343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533419" y="21440"/>
            <a:ext cx="17531080" cy="9069070"/>
            <a:chOff x="533419" y="21440"/>
            <a:chExt cx="17531080" cy="906907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50352" y="21440"/>
              <a:ext cx="2511647" cy="251164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58604" y="304561"/>
              <a:ext cx="1791674" cy="152885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58272" y="2146453"/>
              <a:ext cx="8705849" cy="694372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33419" y="1975789"/>
              <a:ext cx="8949690" cy="7105650"/>
            </a:xfrm>
            <a:custGeom>
              <a:avLst/>
              <a:gdLst/>
              <a:ahLst/>
              <a:cxnLst/>
              <a:rect l="l" t="t" r="r" b="b"/>
              <a:pathLst>
                <a:path w="8949690" h="7105650">
                  <a:moveTo>
                    <a:pt x="247648" y="28582"/>
                  </a:moveTo>
                  <a:lnTo>
                    <a:pt x="219073" y="28582"/>
                  </a:lnTo>
                  <a:lnTo>
                    <a:pt x="219073" y="0"/>
                  </a:lnTo>
                  <a:lnTo>
                    <a:pt x="247648" y="0"/>
                  </a:lnTo>
                  <a:lnTo>
                    <a:pt x="247648" y="28582"/>
                  </a:lnTo>
                  <a:close/>
                </a:path>
                <a:path w="8949690" h="7105650">
                  <a:moveTo>
                    <a:pt x="304798" y="28582"/>
                  </a:moveTo>
                  <a:lnTo>
                    <a:pt x="276223" y="28582"/>
                  </a:lnTo>
                  <a:lnTo>
                    <a:pt x="276223" y="0"/>
                  </a:lnTo>
                  <a:lnTo>
                    <a:pt x="304798" y="0"/>
                  </a:lnTo>
                  <a:lnTo>
                    <a:pt x="304798" y="28582"/>
                  </a:lnTo>
                  <a:close/>
                </a:path>
                <a:path w="8949690" h="7105650">
                  <a:moveTo>
                    <a:pt x="361948" y="28582"/>
                  </a:moveTo>
                  <a:lnTo>
                    <a:pt x="333373" y="28582"/>
                  </a:lnTo>
                  <a:lnTo>
                    <a:pt x="333373" y="0"/>
                  </a:lnTo>
                  <a:lnTo>
                    <a:pt x="361948" y="0"/>
                  </a:lnTo>
                  <a:lnTo>
                    <a:pt x="361948" y="28582"/>
                  </a:lnTo>
                  <a:close/>
                </a:path>
                <a:path w="8949690" h="7105650">
                  <a:moveTo>
                    <a:pt x="419098" y="28582"/>
                  </a:moveTo>
                  <a:lnTo>
                    <a:pt x="390523" y="28582"/>
                  </a:lnTo>
                  <a:lnTo>
                    <a:pt x="390523" y="0"/>
                  </a:lnTo>
                  <a:lnTo>
                    <a:pt x="419098" y="0"/>
                  </a:lnTo>
                  <a:lnTo>
                    <a:pt x="419098" y="28582"/>
                  </a:lnTo>
                  <a:close/>
                </a:path>
                <a:path w="8949690" h="7105650">
                  <a:moveTo>
                    <a:pt x="476248" y="28582"/>
                  </a:moveTo>
                  <a:lnTo>
                    <a:pt x="447673" y="28582"/>
                  </a:lnTo>
                  <a:lnTo>
                    <a:pt x="447673" y="0"/>
                  </a:lnTo>
                  <a:lnTo>
                    <a:pt x="476248" y="0"/>
                  </a:lnTo>
                  <a:lnTo>
                    <a:pt x="476248" y="28582"/>
                  </a:lnTo>
                  <a:close/>
                </a:path>
                <a:path w="8949690" h="7105650">
                  <a:moveTo>
                    <a:pt x="533398" y="28582"/>
                  </a:moveTo>
                  <a:lnTo>
                    <a:pt x="504823" y="28582"/>
                  </a:lnTo>
                  <a:lnTo>
                    <a:pt x="504823" y="0"/>
                  </a:lnTo>
                  <a:lnTo>
                    <a:pt x="533398" y="0"/>
                  </a:lnTo>
                  <a:lnTo>
                    <a:pt x="533398" y="28582"/>
                  </a:lnTo>
                  <a:close/>
                </a:path>
                <a:path w="8949690" h="7105650">
                  <a:moveTo>
                    <a:pt x="590548" y="28582"/>
                  </a:moveTo>
                  <a:lnTo>
                    <a:pt x="561973" y="28582"/>
                  </a:lnTo>
                  <a:lnTo>
                    <a:pt x="561973" y="0"/>
                  </a:lnTo>
                  <a:lnTo>
                    <a:pt x="590548" y="0"/>
                  </a:lnTo>
                  <a:lnTo>
                    <a:pt x="590548" y="28582"/>
                  </a:lnTo>
                  <a:close/>
                </a:path>
                <a:path w="8949690" h="7105650">
                  <a:moveTo>
                    <a:pt x="647698" y="28582"/>
                  </a:moveTo>
                  <a:lnTo>
                    <a:pt x="619123" y="28582"/>
                  </a:lnTo>
                  <a:lnTo>
                    <a:pt x="619123" y="0"/>
                  </a:lnTo>
                  <a:lnTo>
                    <a:pt x="647698" y="0"/>
                  </a:lnTo>
                  <a:lnTo>
                    <a:pt x="647698" y="28582"/>
                  </a:lnTo>
                  <a:close/>
                </a:path>
                <a:path w="8949690" h="7105650">
                  <a:moveTo>
                    <a:pt x="704848" y="28582"/>
                  </a:moveTo>
                  <a:lnTo>
                    <a:pt x="676273" y="28582"/>
                  </a:lnTo>
                  <a:lnTo>
                    <a:pt x="676273" y="0"/>
                  </a:lnTo>
                  <a:lnTo>
                    <a:pt x="704848" y="0"/>
                  </a:lnTo>
                  <a:lnTo>
                    <a:pt x="704848" y="28582"/>
                  </a:lnTo>
                  <a:close/>
                </a:path>
                <a:path w="8949690" h="7105650">
                  <a:moveTo>
                    <a:pt x="761998" y="28582"/>
                  </a:moveTo>
                  <a:lnTo>
                    <a:pt x="733423" y="28582"/>
                  </a:lnTo>
                  <a:lnTo>
                    <a:pt x="733423" y="0"/>
                  </a:lnTo>
                  <a:lnTo>
                    <a:pt x="761998" y="0"/>
                  </a:lnTo>
                  <a:lnTo>
                    <a:pt x="761998" y="28582"/>
                  </a:lnTo>
                  <a:close/>
                </a:path>
                <a:path w="8949690" h="7105650">
                  <a:moveTo>
                    <a:pt x="819148" y="28582"/>
                  </a:moveTo>
                  <a:lnTo>
                    <a:pt x="790573" y="28582"/>
                  </a:lnTo>
                  <a:lnTo>
                    <a:pt x="790573" y="0"/>
                  </a:lnTo>
                  <a:lnTo>
                    <a:pt x="819148" y="0"/>
                  </a:lnTo>
                  <a:lnTo>
                    <a:pt x="819148" y="28582"/>
                  </a:lnTo>
                  <a:close/>
                </a:path>
                <a:path w="8949690" h="7105650">
                  <a:moveTo>
                    <a:pt x="876298" y="28582"/>
                  </a:moveTo>
                  <a:lnTo>
                    <a:pt x="847723" y="28582"/>
                  </a:lnTo>
                  <a:lnTo>
                    <a:pt x="847723" y="0"/>
                  </a:lnTo>
                  <a:lnTo>
                    <a:pt x="876298" y="0"/>
                  </a:lnTo>
                  <a:lnTo>
                    <a:pt x="876298" y="28582"/>
                  </a:lnTo>
                  <a:close/>
                </a:path>
                <a:path w="8949690" h="7105650">
                  <a:moveTo>
                    <a:pt x="933448" y="28582"/>
                  </a:moveTo>
                  <a:lnTo>
                    <a:pt x="904873" y="28582"/>
                  </a:lnTo>
                  <a:lnTo>
                    <a:pt x="904873" y="0"/>
                  </a:lnTo>
                  <a:lnTo>
                    <a:pt x="933448" y="0"/>
                  </a:lnTo>
                  <a:lnTo>
                    <a:pt x="933448" y="28582"/>
                  </a:lnTo>
                  <a:close/>
                </a:path>
                <a:path w="8949690" h="7105650">
                  <a:moveTo>
                    <a:pt x="990598" y="28582"/>
                  </a:moveTo>
                  <a:lnTo>
                    <a:pt x="962023" y="28582"/>
                  </a:lnTo>
                  <a:lnTo>
                    <a:pt x="962023" y="0"/>
                  </a:lnTo>
                  <a:lnTo>
                    <a:pt x="990598" y="0"/>
                  </a:lnTo>
                  <a:lnTo>
                    <a:pt x="990598" y="28582"/>
                  </a:lnTo>
                  <a:close/>
                </a:path>
                <a:path w="8949690" h="7105650">
                  <a:moveTo>
                    <a:pt x="1047748" y="28582"/>
                  </a:moveTo>
                  <a:lnTo>
                    <a:pt x="1019173" y="28582"/>
                  </a:lnTo>
                  <a:lnTo>
                    <a:pt x="1019173" y="0"/>
                  </a:lnTo>
                  <a:lnTo>
                    <a:pt x="1047748" y="0"/>
                  </a:lnTo>
                  <a:lnTo>
                    <a:pt x="1047748" y="28582"/>
                  </a:lnTo>
                  <a:close/>
                </a:path>
                <a:path w="8949690" h="7105650">
                  <a:moveTo>
                    <a:pt x="1104898" y="28582"/>
                  </a:moveTo>
                  <a:lnTo>
                    <a:pt x="1076323" y="28582"/>
                  </a:lnTo>
                  <a:lnTo>
                    <a:pt x="1076323" y="0"/>
                  </a:lnTo>
                  <a:lnTo>
                    <a:pt x="1104898" y="0"/>
                  </a:lnTo>
                  <a:lnTo>
                    <a:pt x="1104898" y="28582"/>
                  </a:lnTo>
                  <a:close/>
                </a:path>
                <a:path w="8949690" h="7105650">
                  <a:moveTo>
                    <a:pt x="1162048" y="28582"/>
                  </a:moveTo>
                  <a:lnTo>
                    <a:pt x="1133473" y="28582"/>
                  </a:lnTo>
                  <a:lnTo>
                    <a:pt x="1133473" y="0"/>
                  </a:lnTo>
                  <a:lnTo>
                    <a:pt x="1162048" y="0"/>
                  </a:lnTo>
                  <a:lnTo>
                    <a:pt x="1162048" y="28582"/>
                  </a:lnTo>
                  <a:close/>
                </a:path>
                <a:path w="8949690" h="7105650">
                  <a:moveTo>
                    <a:pt x="1219198" y="28582"/>
                  </a:moveTo>
                  <a:lnTo>
                    <a:pt x="1190623" y="28582"/>
                  </a:lnTo>
                  <a:lnTo>
                    <a:pt x="1190623" y="0"/>
                  </a:lnTo>
                  <a:lnTo>
                    <a:pt x="1219198" y="0"/>
                  </a:lnTo>
                  <a:lnTo>
                    <a:pt x="1219198" y="28582"/>
                  </a:lnTo>
                  <a:close/>
                </a:path>
                <a:path w="8949690" h="7105650">
                  <a:moveTo>
                    <a:pt x="1276348" y="28582"/>
                  </a:moveTo>
                  <a:lnTo>
                    <a:pt x="1247773" y="28582"/>
                  </a:lnTo>
                  <a:lnTo>
                    <a:pt x="1247773" y="0"/>
                  </a:lnTo>
                  <a:lnTo>
                    <a:pt x="1276348" y="0"/>
                  </a:lnTo>
                  <a:lnTo>
                    <a:pt x="1276348" y="28582"/>
                  </a:lnTo>
                  <a:close/>
                </a:path>
                <a:path w="8949690" h="7105650">
                  <a:moveTo>
                    <a:pt x="1333498" y="28582"/>
                  </a:moveTo>
                  <a:lnTo>
                    <a:pt x="1304923" y="28582"/>
                  </a:lnTo>
                  <a:lnTo>
                    <a:pt x="1304923" y="0"/>
                  </a:lnTo>
                  <a:lnTo>
                    <a:pt x="1333498" y="0"/>
                  </a:lnTo>
                  <a:lnTo>
                    <a:pt x="1333498" y="28582"/>
                  </a:lnTo>
                  <a:close/>
                </a:path>
                <a:path w="8949690" h="7105650">
                  <a:moveTo>
                    <a:pt x="1390648" y="28582"/>
                  </a:moveTo>
                  <a:lnTo>
                    <a:pt x="1362073" y="28582"/>
                  </a:lnTo>
                  <a:lnTo>
                    <a:pt x="1362073" y="0"/>
                  </a:lnTo>
                  <a:lnTo>
                    <a:pt x="1390648" y="0"/>
                  </a:lnTo>
                  <a:lnTo>
                    <a:pt x="1390648" y="28582"/>
                  </a:lnTo>
                  <a:close/>
                </a:path>
                <a:path w="8949690" h="7105650">
                  <a:moveTo>
                    <a:pt x="1447798" y="28582"/>
                  </a:moveTo>
                  <a:lnTo>
                    <a:pt x="1419223" y="28582"/>
                  </a:lnTo>
                  <a:lnTo>
                    <a:pt x="1419223" y="0"/>
                  </a:lnTo>
                  <a:lnTo>
                    <a:pt x="1447798" y="0"/>
                  </a:lnTo>
                  <a:lnTo>
                    <a:pt x="1447798" y="28582"/>
                  </a:lnTo>
                  <a:close/>
                </a:path>
                <a:path w="8949690" h="7105650">
                  <a:moveTo>
                    <a:pt x="1504948" y="28582"/>
                  </a:moveTo>
                  <a:lnTo>
                    <a:pt x="1476373" y="28582"/>
                  </a:lnTo>
                  <a:lnTo>
                    <a:pt x="1476373" y="0"/>
                  </a:lnTo>
                  <a:lnTo>
                    <a:pt x="1504948" y="0"/>
                  </a:lnTo>
                  <a:lnTo>
                    <a:pt x="1504948" y="28582"/>
                  </a:lnTo>
                  <a:close/>
                </a:path>
                <a:path w="8949690" h="7105650">
                  <a:moveTo>
                    <a:pt x="1562098" y="28582"/>
                  </a:moveTo>
                  <a:lnTo>
                    <a:pt x="1533523" y="28582"/>
                  </a:lnTo>
                  <a:lnTo>
                    <a:pt x="1533523" y="0"/>
                  </a:lnTo>
                  <a:lnTo>
                    <a:pt x="1562098" y="0"/>
                  </a:lnTo>
                  <a:lnTo>
                    <a:pt x="1562098" y="28582"/>
                  </a:lnTo>
                  <a:close/>
                </a:path>
                <a:path w="8949690" h="7105650">
                  <a:moveTo>
                    <a:pt x="1619248" y="28582"/>
                  </a:moveTo>
                  <a:lnTo>
                    <a:pt x="1590673" y="28582"/>
                  </a:lnTo>
                  <a:lnTo>
                    <a:pt x="1590673" y="0"/>
                  </a:lnTo>
                  <a:lnTo>
                    <a:pt x="1619248" y="0"/>
                  </a:lnTo>
                  <a:lnTo>
                    <a:pt x="1619248" y="28582"/>
                  </a:lnTo>
                  <a:close/>
                </a:path>
                <a:path w="8949690" h="7105650">
                  <a:moveTo>
                    <a:pt x="1676398" y="28582"/>
                  </a:moveTo>
                  <a:lnTo>
                    <a:pt x="1647823" y="28582"/>
                  </a:lnTo>
                  <a:lnTo>
                    <a:pt x="1647823" y="0"/>
                  </a:lnTo>
                  <a:lnTo>
                    <a:pt x="1676398" y="0"/>
                  </a:lnTo>
                  <a:lnTo>
                    <a:pt x="1676398" y="28582"/>
                  </a:lnTo>
                  <a:close/>
                </a:path>
                <a:path w="8949690" h="7105650">
                  <a:moveTo>
                    <a:pt x="1733548" y="28582"/>
                  </a:moveTo>
                  <a:lnTo>
                    <a:pt x="1704973" y="28582"/>
                  </a:lnTo>
                  <a:lnTo>
                    <a:pt x="1704973" y="0"/>
                  </a:lnTo>
                  <a:lnTo>
                    <a:pt x="1733548" y="0"/>
                  </a:lnTo>
                  <a:lnTo>
                    <a:pt x="1733548" y="28582"/>
                  </a:lnTo>
                  <a:close/>
                </a:path>
                <a:path w="8949690" h="7105650">
                  <a:moveTo>
                    <a:pt x="1790698" y="28582"/>
                  </a:moveTo>
                  <a:lnTo>
                    <a:pt x="1762123" y="28582"/>
                  </a:lnTo>
                  <a:lnTo>
                    <a:pt x="1762123" y="0"/>
                  </a:lnTo>
                  <a:lnTo>
                    <a:pt x="1790698" y="0"/>
                  </a:lnTo>
                  <a:lnTo>
                    <a:pt x="1790698" y="28582"/>
                  </a:lnTo>
                  <a:close/>
                </a:path>
                <a:path w="8949690" h="7105650">
                  <a:moveTo>
                    <a:pt x="1847848" y="28582"/>
                  </a:moveTo>
                  <a:lnTo>
                    <a:pt x="1819273" y="28582"/>
                  </a:lnTo>
                  <a:lnTo>
                    <a:pt x="1819273" y="0"/>
                  </a:lnTo>
                  <a:lnTo>
                    <a:pt x="1847848" y="0"/>
                  </a:lnTo>
                  <a:lnTo>
                    <a:pt x="1847848" y="28582"/>
                  </a:lnTo>
                  <a:close/>
                </a:path>
                <a:path w="8949690" h="7105650">
                  <a:moveTo>
                    <a:pt x="1904998" y="28582"/>
                  </a:moveTo>
                  <a:lnTo>
                    <a:pt x="1876423" y="28582"/>
                  </a:lnTo>
                  <a:lnTo>
                    <a:pt x="1876423" y="0"/>
                  </a:lnTo>
                  <a:lnTo>
                    <a:pt x="1904998" y="0"/>
                  </a:lnTo>
                  <a:lnTo>
                    <a:pt x="1904998" y="28582"/>
                  </a:lnTo>
                  <a:close/>
                </a:path>
                <a:path w="8949690" h="7105650">
                  <a:moveTo>
                    <a:pt x="1962148" y="28582"/>
                  </a:moveTo>
                  <a:lnTo>
                    <a:pt x="1933573" y="28582"/>
                  </a:lnTo>
                  <a:lnTo>
                    <a:pt x="1933573" y="0"/>
                  </a:lnTo>
                  <a:lnTo>
                    <a:pt x="1962148" y="0"/>
                  </a:lnTo>
                  <a:lnTo>
                    <a:pt x="1962148" y="28582"/>
                  </a:lnTo>
                  <a:close/>
                </a:path>
                <a:path w="8949690" h="7105650">
                  <a:moveTo>
                    <a:pt x="2019298" y="28582"/>
                  </a:moveTo>
                  <a:lnTo>
                    <a:pt x="1990723" y="28582"/>
                  </a:lnTo>
                  <a:lnTo>
                    <a:pt x="1990723" y="0"/>
                  </a:lnTo>
                  <a:lnTo>
                    <a:pt x="2019298" y="0"/>
                  </a:lnTo>
                  <a:lnTo>
                    <a:pt x="2019298" y="28582"/>
                  </a:lnTo>
                  <a:close/>
                </a:path>
                <a:path w="8949690" h="7105650">
                  <a:moveTo>
                    <a:pt x="2076448" y="28582"/>
                  </a:moveTo>
                  <a:lnTo>
                    <a:pt x="2047873" y="28582"/>
                  </a:lnTo>
                  <a:lnTo>
                    <a:pt x="2047873" y="0"/>
                  </a:lnTo>
                  <a:lnTo>
                    <a:pt x="2076448" y="0"/>
                  </a:lnTo>
                  <a:lnTo>
                    <a:pt x="2076448" y="28582"/>
                  </a:lnTo>
                  <a:close/>
                </a:path>
                <a:path w="8949690" h="7105650">
                  <a:moveTo>
                    <a:pt x="2133598" y="28582"/>
                  </a:moveTo>
                  <a:lnTo>
                    <a:pt x="2105023" y="28582"/>
                  </a:lnTo>
                  <a:lnTo>
                    <a:pt x="2105023" y="0"/>
                  </a:lnTo>
                  <a:lnTo>
                    <a:pt x="2133598" y="0"/>
                  </a:lnTo>
                  <a:lnTo>
                    <a:pt x="2133598" y="28582"/>
                  </a:lnTo>
                  <a:close/>
                </a:path>
                <a:path w="8949690" h="7105650">
                  <a:moveTo>
                    <a:pt x="2190748" y="28582"/>
                  </a:moveTo>
                  <a:lnTo>
                    <a:pt x="2162173" y="28582"/>
                  </a:lnTo>
                  <a:lnTo>
                    <a:pt x="2162173" y="0"/>
                  </a:lnTo>
                  <a:lnTo>
                    <a:pt x="2190748" y="0"/>
                  </a:lnTo>
                  <a:lnTo>
                    <a:pt x="2190748" y="28582"/>
                  </a:lnTo>
                  <a:close/>
                </a:path>
                <a:path w="8949690" h="7105650">
                  <a:moveTo>
                    <a:pt x="2247898" y="28582"/>
                  </a:moveTo>
                  <a:lnTo>
                    <a:pt x="2219323" y="28582"/>
                  </a:lnTo>
                  <a:lnTo>
                    <a:pt x="2219323" y="0"/>
                  </a:lnTo>
                  <a:lnTo>
                    <a:pt x="2247898" y="0"/>
                  </a:lnTo>
                  <a:lnTo>
                    <a:pt x="2247898" y="28582"/>
                  </a:lnTo>
                  <a:close/>
                </a:path>
                <a:path w="8949690" h="7105650">
                  <a:moveTo>
                    <a:pt x="2305048" y="28582"/>
                  </a:moveTo>
                  <a:lnTo>
                    <a:pt x="2276473" y="28582"/>
                  </a:lnTo>
                  <a:lnTo>
                    <a:pt x="2276473" y="0"/>
                  </a:lnTo>
                  <a:lnTo>
                    <a:pt x="2305048" y="0"/>
                  </a:lnTo>
                  <a:lnTo>
                    <a:pt x="2305048" y="28582"/>
                  </a:lnTo>
                  <a:close/>
                </a:path>
                <a:path w="8949690" h="7105650">
                  <a:moveTo>
                    <a:pt x="2362198" y="28582"/>
                  </a:moveTo>
                  <a:lnTo>
                    <a:pt x="2333623" y="28582"/>
                  </a:lnTo>
                  <a:lnTo>
                    <a:pt x="2333623" y="0"/>
                  </a:lnTo>
                  <a:lnTo>
                    <a:pt x="2362198" y="0"/>
                  </a:lnTo>
                  <a:lnTo>
                    <a:pt x="2362198" y="28582"/>
                  </a:lnTo>
                  <a:close/>
                </a:path>
                <a:path w="8949690" h="7105650">
                  <a:moveTo>
                    <a:pt x="2419348" y="28582"/>
                  </a:moveTo>
                  <a:lnTo>
                    <a:pt x="2390773" y="28582"/>
                  </a:lnTo>
                  <a:lnTo>
                    <a:pt x="2390773" y="0"/>
                  </a:lnTo>
                  <a:lnTo>
                    <a:pt x="2419348" y="0"/>
                  </a:lnTo>
                  <a:lnTo>
                    <a:pt x="2419348" y="28582"/>
                  </a:lnTo>
                  <a:close/>
                </a:path>
                <a:path w="8949690" h="7105650">
                  <a:moveTo>
                    <a:pt x="2476498" y="28582"/>
                  </a:moveTo>
                  <a:lnTo>
                    <a:pt x="2447923" y="28582"/>
                  </a:lnTo>
                  <a:lnTo>
                    <a:pt x="2447923" y="0"/>
                  </a:lnTo>
                  <a:lnTo>
                    <a:pt x="2476498" y="0"/>
                  </a:lnTo>
                  <a:lnTo>
                    <a:pt x="2476498" y="28582"/>
                  </a:lnTo>
                  <a:close/>
                </a:path>
                <a:path w="8949690" h="7105650">
                  <a:moveTo>
                    <a:pt x="2533648" y="28582"/>
                  </a:moveTo>
                  <a:lnTo>
                    <a:pt x="2505073" y="28582"/>
                  </a:lnTo>
                  <a:lnTo>
                    <a:pt x="2505073" y="0"/>
                  </a:lnTo>
                  <a:lnTo>
                    <a:pt x="2533648" y="0"/>
                  </a:lnTo>
                  <a:lnTo>
                    <a:pt x="2533648" y="28582"/>
                  </a:lnTo>
                  <a:close/>
                </a:path>
                <a:path w="8949690" h="7105650">
                  <a:moveTo>
                    <a:pt x="2590798" y="28582"/>
                  </a:moveTo>
                  <a:lnTo>
                    <a:pt x="2562223" y="28582"/>
                  </a:lnTo>
                  <a:lnTo>
                    <a:pt x="2562223" y="0"/>
                  </a:lnTo>
                  <a:lnTo>
                    <a:pt x="2590798" y="0"/>
                  </a:lnTo>
                  <a:lnTo>
                    <a:pt x="2590798" y="28582"/>
                  </a:lnTo>
                  <a:close/>
                </a:path>
                <a:path w="8949690" h="7105650">
                  <a:moveTo>
                    <a:pt x="2647948" y="28582"/>
                  </a:moveTo>
                  <a:lnTo>
                    <a:pt x="2619373" y="28582"/>
                  </a:lnTo>
                  <a:lnTo>
                    <a:pt x="2619373" y="0"/>
                  </a:lnTo>
                  <a:lnTo>
                    <a:pt x="2647948" y="0"/>
                  </a:lnTo>
                  <a:lnTo>
                    <a:pt x="2647948" y="28582"/>
                  </a:lnTo>
                  <a:close/>
                </a:path>
                <a:path w="8949690" h="7105650">
                  <a:moveTo>
                    <a:pt x="2705098" y="28582"/>
                  </a:moveTo>
                  <a:lnTo>
                    <a:pt x="2676523" y="28582"/>
                  </a:lnTo>
                  <a:lnTo>
                    <a:pt x="2676523" y="0"/>
                  </a:lnTo>
                  <a:lnTo>
                    <a:pt x="2705098" y="0"/>
                  </a:lnTo>
                  <a:lnTo>
                    <a:pt x="2705098" y="28582"/>
                  </a:lnTo>
                  <a:close/>
                </a:path>
                <a:path w="8949690" h="7105650">
                  <a:moveTo>
                    <a:pt x="2762248" y="28582"/>
                  </a:moveTo>
                  <a:lnTo>
                    <a:pt x="2733673" y="28582"/>
                  </a:lnTo>
                  <a:lnTo>
                    <a:pt x="2733673" y="0"/>
                  </a:lnTo>
                  <a:lnTo>
                    <a:pt x="2762248" y="0"/>
                  </a:lnTo>
                  <a:lnTo>
                    <a:pt x="2762248" y="28582"/>
                  </a:lnTo>
                  <a:close/>
                </a:path>
                <a:path w="8949690" h="7105650">
                  <a:moveTo>
                    <a:pt x="2819398" y="28582"/>
                  </a:moveTo>
                  <a:lnTo>
                    <a:pt x="2790823" y="28582"/>
                  </a:lnTo>
                  <a:lnTo>
                    <a:pt x="2790823" y="0"/>
                  </a:lnTo>
                  <a:lnTo>
                    <a:pt x="2819398" y="0"/>
                  </a:lnTo>
                  <a:lnTo>
                    <a:pt x="2819398" y="28582"/>
                  </a:lnTo>
                  <a:close/>
                </a:path>
                <a:path w="8949690" h="7105650">
                  <a:moveTo>
                    <a:pt x="2876548" y="28582"/>
                  </a:moveTo>
                  <a:lnTo>
                    <a:pt x="2847973" y="28582"/>
                  </a:lnTo>
                  <a:lnTo>
                    <a:pt x="2847973" y="0"/>
                  </a:lnTo>
                  <a:lnTo>
                    <a:pt x="2876548" y="0"/>
                  </a:lnTo>
                  <a:lnTo>
                    <a:pt x="2876548" y="28582"/>
                  </a:lnTo>
                  <a:close/>
                </a:path>
                <a:path w="8949690" h="7105650">
                  <a:moveTo>
                    <a:pt x="2933698" y="28582"/>
                  </a:moveTo>
                  <a:lnTo>
                    <a:pt x="2905123" y="28582"/>
                  </a:lnTo>
                  <a:lnTo>
                    <a:pt x="2905123" y="0"/>
                  </a:lnTo>
                  <a:lnTo>
                    <a:pt x="2933698" y="0"/>
                  </a:lnTo>
                  <a:lnTo>
                    <a:pt x="2933698" y="28582"/>
                  </a:lnTo>
                  <a:close/>
                </a:path>
                <a:path w="8949690" h="7105650">
                  <a:moveTo>
                    <a:pt x="2990848" y="28582"/>
                  </a:moveTo>
                  <a:lnTo>
                    <a:pt x="2962273" y="28582"/>
                  </a:lnTo>
                  <a:lnTo>
                    <a:pt x="2962273" y="0"/>
                  </a:lnTo>
                  <a:lnTo>
                    <a:pt x="2990848" y="0"/>
                  </a:lnTo>
                  <a:lnTo>
                    <a:pt x="2990848" y="28582"/>
                  </a:lnTo>
                  <a:close/>
                </a:path>
                <a:path w="8949690" h="7105650">
                  <a:moveTo>
                    <a:pt x="3047998" y="28582"/>
                  </a:moveTo>
                  <a:lnTo>
                    <a:pt x="3019423" y="28582"/>
                  </a:lnTo>
                  <a:lnTo>
                    <a:pt x="3019423" y="0"/>
                  </a:lnTo>
                  <a:lnTo>
                    <a:pt x="3047998" y="0"/>
                  </a:lnTo>
                  <a:lnTo>
                    <a:pt x="3047998" y="28582"/>
                  </a:lnTo>
                  <a:close/>
                </a:path>
                <a:path w="8949690" h="7105650">
                  <a:moveTo>
                    <a:pt x="3105147" y="28582"/>
                  </a:moveTo>
                  <a:lnTo>
                    <a:pt x="3076573" y="28582"/>
                  </a:lnTo>
                  <a:lnTo>
                    <a:pt x="3076573" y="0"/>
                  </a:lnTo>
                  <a:lnTo>
                    <a:pt x="3105147" y="0"/>
                  </a:lnTo>
                  <a:lnTo>
                    <a:pt x="3105147" y="28582"/>
                  </a:lnTo>
                  <a:close/>
                </a:path>
                <a:path w="8949690" h="7105650">
                  <a:moveTo>
                    <a:pt x="3162297" y="28582"/>
                  </a:moveTo>
                  <a:lnTo>
                    <a:pt x="3133722" y="28582"/>
                  </a:lnTo>
                  <a:lnTo>
                    <a:pt x="3133722" y="0"/>
                  </a:lnTo>
                  <a:lnTo>
                    <a:pt x="3162297" y="0"/>
                  </a:lnTo>
                  <a:lnTo>
                    <a:pt x="3162297" y="28582"/>
                  </a:lnTo>
                  <a:close/>
                </a:path>
                <a:path w="8949690" h="7105650">
                  <a:moveTo>
                    <a:pt x="3219447" y="28582"/>
                  </a:moveTo>
                  <a:lnTo>
                    <a:pt x="3190872" y="28582"/>
                  </a:lnTo>
                  <a:lnTo>
                    <a:pt x="3190872" y="0"/>
                  </a:lnTo>
                  <a:lnTo>
                    <a:pt x="3219447" y="0"/>
                  </a:lnTo>
                  <a:lnTo>
                    <a:pt x="3219447" y="28582"/>
                  </a:lnTo>
                  <a:close/>
                </a:path>
                <a:path w="8949690" h="7105650">
                  <a:moveTo>
                    <a:pt x="3276597" y="28582"/>
                  </a:moveTo>
                  <a:lnTo>
                    <a:pt x="3248022" y="28582"/>
                  </a:lnTo>
                  <a:lnTo>
                    <a:pt x="3248022" y="0"/>
                  </a:lnTo>
                  <a:lnTo>
                    <a:pt x="3276597" y="0"/>
                  </a:lnTo>
                  <a:lnTo>
                    <a:pt x="3276597" y="28582"/>
                  </a:lnTo>
                  <a:close/>
                </a:path>
                <a:path w="8949690" h="7105650">
                  <a:moveTo>
                    <a:pt x="3333747" y="28582"/>
                  </a:moveTo>
                  <a:lnTo>
                    <a:pt x="3305172" y="28582"/>
                  </a:lnTo>
                  <a:lnTo>
                    <a:pt x="3305172" y="0"/>
                  </a:lnTo>
                  <a:lnTo>
                    <a:pt x="3333747" y="0"/>
                  </a:lnTo>
                  <a:lnTo>
                    <a:pt x="3333747" y="28582"/>
                  </a:lnTo>
                  <a:close/>
                </a:path>
                <a:path w="8949690" h="7105650">
                  <a:moveTo>
                    <a:pt x="3390897" y="28582"/>
                  </a:moveTo>
                  <a:lnTo>
                    <a:pt x="3362322" y="28582"/>
                  </a:lnTo>
                  <a:lnTo>
                    <a:pt x="3362322" y="0"/>
                  </a:lnTo>
                  <a:lnTo>
                    <a:pt x="3390897" y="0"/>
                  </a:lnTo>
                  <a:lnTo>
                    <a:pt x="3390897" y="28582"/>
                  </a:lnTo>
                  <a:close/>
                </a:path>
                <a:path w="8949690" h="7105650">
                  <a:moveTo>
                    <a:pt x="3448047" y="28582"/>
                  </a:moveTo>
                  <a:lnTo>
                    <a:pt x="3419472" y="28582"/>
                  </a:lnTo>
                  <a:lnTo>
                    <a:pt x="3419472" y="0"/>
                  </a:lnTo>
                  <a:lnTo>
                    <a:pt x="3448047" y="0"/>
                  </a:lnTo>
                  <a:lnTo>
                    <a:pt x="3448047" y="28582"/>
                  </a:lnTo>
                  <a:close/>
                </a:path>
                <a:path w="8949690" h="7105650">
                  <a:moveTo>
                    <a:pt x="3505197" y="28582"/>
                  </a:moveTo>
                  <a:lnTo>
                    <a:pt x="3476622" y="28582"/>
                  </a:lnTo>
                  <a:lnTo>
                    <a:pt x="3476622" y="0"/>
                  </a:lnTo>
                  <a:lnTo>
                    <a:pt x="3505197" y="0"/>
                  </a:lnTo>
                  <a:lnTo>
                    <a:pt x="3505197" y="28582"/>
                  </a:lnTo>
                  <a:close/>
                </a:path>
                <a:path w="8949690" h="7105650">
                  <a:moveTo>
                    <a:pt x="3562347" y="28582"/>
                  </a:moveTo>
                  <a:lnTo>
                    <a:pt x="3533772" y="28582"/>
                  </a:lnTo>
                  <a:lnTo>
                    <a:pt x="3533772" y="0"/>
                  </a:lnTo>
                  <a:lnTo>
                    <a:pt x="3562347" y="0"/>
                  </a:lnTo>
                  <a:lnTo>
                    <a:pt x="3562347" y="28582"/>
                  </a:lnTo>
                  <a:close/>
                </a:path>
                <a:path w="8949690" h="7105650">
                  <a:moveTo>
                    <a:pt x="3619497" y="28582"/>
                  </a:moveTo>
                  <a:lnTo>
                    <a:pt x="3590922" y="28582"/>
                  </a:lnTo>
                  <a:lnTo>
                    <a:pt x="3590922" y="0"/>
                  </a:lnTo>
                  <a:lnTo>
                    <a:pt x="3619497" y="0"/>
                  </a:lnTo>
                  <a:lnTo>
                    <a:pt x="3619497" y="28582"/>
                  </a:lnTo>
                  <a:close/>
                </a:path>
                <a:path w="8949690" h="7105650">
                  <a:moveTo>
                    <a:pt x="3676647" y="28582"/>
                  </a:moveTo>
                  <a:lnTo>
                    <a:pt x="3648072" y="28582"/>
                  </a:lnTo>
                  <a:lnTo>
                    <a:pt x="3648072" y="0"/>
                  </a:lnTo>
                  <a:lnTo>
                    <a:pt x="3676647" y="0"/>
                  </a:lnTo>
                  <a:lnTo>
                    <a:pt x="3676647" y="28582"/>
                  </a:lnTo>
                  <a:close/>
                </a:path>
                <a:path w="8949690" h="7105650">
                  <a:moveTo>
                    <a:pt x="3733797" y="28582"/>
                  </a:moveTo>
                  <a:lnTo>
                    <a:pt x="3705222" y="28582"/>
                  </a:lnTo>
                  <a:lnTo>
                    <a:pt x="3705222" y="0"/>
                  </a:lnTo>
                  <a:lnTo>
                    <a:pt x="3733797" y="0"/>
                  </a:lnTo>
                  <a:lnTo>
                    <a:pt x="3733797" y="28582"/>
                  </a:lnTo>
                  <a:close/>
                </a:path>
                <a:path w="8949690" h="7105650">
                  <a:moveTo>
                    <a:pt x="3790947" y="28582"/>
                  </a:moveTo>
                  <a:lnTo>
                    <a:pt x="3762372" y="28582"/>
                  </a:lnTo>
                  <a:lnTo>
                    <a:pt x="3762372" y="0"/>
                  </a:lnTo>
                  <a:lnTo>
                    <a:pt x="3790947" y="0"/>
                  </a:lnTo>
                  <a:lnTo>
                    <a:pt x="3790947" y="28582"/>
                  </a:lnTo>
                  <a:close/>
                </a:path>
                <a:path w="8949690" h="7105650">
                  <a:moveTo>
                    <a:pt x="3848097" y="28582"/>
                  </a:moveTo>
                  <a:lnTo>
                    <a:pt x="3819522" y="28582"/>
                  </a:lnTo>
                  <a:lnTo>
                    <a:pt x="3819522" y="0"/>
                  </a:lnTo>
                  <a:lnTo>
                    <a:pt x="3848097" y="0"/>
                  </a:lnTo>
                  <a:lnTo>
                    <a:pt x="3848097" y="28582"/>
                  </a:lnTo>
                  <a:close/>
                </a:path>
                <a:path w="8949690" h="7105650">
                  <a:moveTo>
                    <a:pt x="3905247" y="28582"/>
                  </a:moveTo>
                  <a:lnTo>
                    <a:pt x="3876672" y="28582"/>
                  </a:lnTo>
                  <a:lnTo>
                    <a:pt x="3876672" y="0"/>
                  </a:lnTo>
                  <a:lnTo>
                    <a:pt x="3905247" y="0"/>
                  </a:lnTo>
                  <a:lnTo>
                    <a:pt x="3905247" y="28582"/>
                  </a:lnTo>
                  <a:close/>
                </a:path>
                <a:path w="8949690" h="7105650">
                  <a:moveTo>
                    <a:pt x="3962397" y="28582"/>
                  </a:moveTo>
                  <a:lnTo>
                    <a:pt x="3933822" y="28582"/>
                  </a:lnTo>
                  <a:lnTo>
                    <a:pt x="3933822" y="0"/>
                  </a:lnTo>
                  <a:lnTo>
                    <a:pt x="3962397" y="0"/>
                  </a:lnTo>
                  <a:lnTo>
                    <a:pt x="3962397" y="28582"/>
                  </a:lnTo>
                  <a:close/>
                </a:path>
                <a:path w="8949690" h="7105650">
                  <a:moveTo>
                    <a:pt x="4019547" y="28582"/>
                  </a:moveTo>
                  <a:lnTo>
                    <a:pt x="3990972" y="28582"/>
                  </a:lnTo>
                  <a:lnTo>
                    <a:pt x="3990972" y="0"/>
                  </a:lnTo>
                  <a:lnTo>
                    <a:pt x="4019547" y="0"/>
                  </a:lnTo>
                  <a:lnTo>
                    <a:pt x="4019547" y="28582"/>
                  </a:lnTo>
                  <a:close/>
                </a:path>
                <a:path w="8949690" h="7105650">
                  <a:moveTo>
                    <a:pt x="4076697" y="28582"/>
                  </a:moveTo>
                  <a:lnTo>
                    <a:pt x="4048122" y="28582"/>
                  </a:lnTo>
                  <a:lnTo>
                    <a:pt x="4048122" y="0"/>
                  </a:lnTo>
                  <a:lnTo>
                    <a:pt x="4076697" y="0"/>
                  </a:lnTo>
                  <a:lnTo>
                    <a:pt x="4076697" y="28582"/>
                  </a:lnTo>
                  <a:close/>
                </a:path>
                <a:path w="8949690" h="7105650">
                  <a:moveTo>
                    <a:pt x="4133847" y="28582"/>
                  </a:moveTo>
                  <a:lnTo>
                    <a:pt x="4105272" y="28582"/>
                  </a:lnTo>
                  <a:lnTo>
                    <a:pt x="4105272" y="0"/>
                  </a:lnTo>
                  <a:lnTo>
                    <a:pt x="4133847" y="0"/>
                  </a:lnTo>
                  <a:lnTo>
                    <a:pt x="4133847" y="28582"/>
                  </a:lnTo>
                  <a:close/>
                </a:path>
                <a:path w="8949690" h="7105650">
                  <a:moveTo>
                    <a:pt x="4190997" y="28582"/>
                  </a:moveTo>
                  <a:lnTo>
                    <a:pt x="4162422" y="28582"/>
                  </a:lnTo>
                  <a:lnTo>
                    <a:pt x="4162422" y="0"/>
                  </a:lnTo>
                  <a:lnTo>
                    <a:pt x="4190997" y="0"/>
                  </a:lnTo>
                  <a:lnTo>
                    <a:pt x="4190997" y="28582"/>
                  </a:lnTo>
                  <a:close/>
                </a:path>
                <a:path w="8949690" h="7105650">
                  <a:moveTo>
                    <a:pt x="4248147" y="28582"/>
                  </a:moveTo>
                  <a:lnTo>
                    <a:pt x="4219572" y="28582"/>
                  </a:lnTo>
                  <a:lnTo>
                    <a:pt x="4219572" y="0"/>
                  </a:lnTo>
                  <a:lnTo>
                    <a:pt x="4248147" y="0"/>
                  </a:lnTo>
                  <a:lnTo>
                    <a:pt x="4248147" y="28582"/>
                  </a:lnTo>
                  <a:close/>
                </a:path>
                <a:path w="8949690" h="7105650">
                  <a:moveTo>
                    <a:pt x="4305297" y="28582"/>
                  </a:moveTo>
                  <a:lnTo>
                    <a:pt x="4276722" y="28582"/>
                  </a:lnTo>
                  <a:lnTo>
                    <a:pt x="4276722" y="0"/>
                  </a:lnTo>
                  <a:lnTo>
                    <a:pt x="4305297" y="0"/>
                  </a:lnTo>
                  <a:lnTo>
                    <a:pt x="4305297" y="28582"/>
                  </a:lnTo>
                  <a:close/>
                </a:path>
                <a:path w="8949690" h="7105650">
                  <a:moveTo>
                    <a:pt x="4362447" y="28582"/>
                  </a:moveTo>
                  <a:lnTo>
                    <a:pt x="4333872" y="28582"/>
                  </a:lnTo>
                  <a:lnTo>
                    <a:pt x="4333872" y="0"/>
                  </a:lnTo>
                  <a:lnTo>
                    <a:pt x="4362447" y="0"/>
                  </a:lnTo>
                  <a:lnTo>
                    <a:pt x="4362447" y="28582"/>
                  </a:lnTo>
                  <a:close/>
                </a:path>
                <a:path w="8949690" h="7105650">
                  <a:moveTo>
                    <a:pt x="4419597" y="28582"/>
                  </a:moveTo>
                  <a:lnTo>
                    <a:pt x="4391022" y="28582"/>
                  </a:lnTo>
                  <a:lnTo>
                    <a:pt x="4391022" y="0"/>
                  </a:lnTo>
                  <a:lnTo>
                    <a:pt x="4419597" y="0"/>
                  </a:lnTo>
                  <a:lnTo>
                    <a:pt x="4419597" y="28582"/>
                  </a:lnTo>
                  <a:close/>
                </a:path>
                <a:path w="8949690" h="7105650">
                  <a:moveTo>
                    <a:pt x="4476747" y="28582"/>
                  </a:moveTo>
                  <a:lnTo>
                    <a:pt x="4448172" y="28582"/>
                  </a:lnTo>
                  <a:lnTo>
                    <a:pt x="4448172" y="0"/>
                  </a:lnTo>
                  <a:lnTo>
                    <a:pt x="4476747" y="0"/>
                  </a:lnTo>
                  <a:lnTo>
                    <a:pt x="4476747" y="28582"/>
                  </a:lnTo>
                  <a:close/>
                </a:path>
                <a:path w="8949690" h="7105650">
                  <a:moveTo>
                    <a:pt x="4533897" y="28582"/>
                  </a:moveTo>
                  <a:lnTo>
                    <a:pt x="4505322" y="28582"/>
                  </a:lnTo>
                  <a:lnTo>
                    <a:pt x="4505322" y="0"/>
                  </a:lnTo>
                  <a:lnTo>
                    <a:pt x="4533897" y="0"/>
                  </a:lnTo>
                  <a:lnTo>
                    <a:pt x="4533897" y="28582"/>
                  </a:lnTo>
                  <a:close/>
                </a:path>
                <a:path w="8949690" h="7105650">
                  <a:moveTo>
                    <a:pt x="4591047" y="28582"/>
                  </a:moveTo>
                  <a:lnTo>
                    <a:pt x="4562472" y="28582"/>
                  </a:lnTo>
                  <a:lnTo>
                    <a:pt x="4562472" y="0"/>
                  </a:lnTo>
                  <a:lnTo>
                    <a:pt x="4591047" y="0"/>
                  </a:lnTo>
                  <a:lnTo>
                    <a:pt x="4591047" y="28582"/>
                  </a:lnTo>
                  <a:close/>
                </a:path>
                <a:path w="8949690" h="7105650">
                  <a:moveTo>
                    <a:pt x="4648197" y="28582"/>
                  </a:moveTo>
                  <a:lnTo>
                    <a:pt x="4619622" y="28582"/>
                  </a:lnTo>
                  <a:lnTo>
                    <a:pt x="4619622" y="0"/>
                  </a:lnTo>
                  <a:lnTo>
                    <a:pt x="4648197" y="0"/>
                  </a:lnTo>
                  <a:lnTo>
                    <a:pt x="4648197" y="28582"/>
                  </a:lnTo>
                  <a:close/>
                </a:path>
                <a:path w="8949690" h="7105650">
                  <a:moveTo>
                    <a:pt x="4705347" y="28582"/>
                  </a:moveTo>
                  <a:lnTo>
                    <a:pt x="4676772" y="28582"/>
                  </a:lnTo>
                  <a:lnTo>
                    <a:pt x="4676772" y="0"/>
                  </a:lnTo>
                  <a:lnTo>
                    <a:pt x="4705347" y="0"/>
                  </a:lnTo>
                  <a:lnTo>
                    <a:pt x="4705347" y="28582"/>
                  </a:lnTo>
                  <a:close/>
                </a:path>
                <a:path w="8949690" h="7105650">
                  <a:moveTo>
                    <a:pt x="4762497" y="28582"/>
                  </a:moveTo>
                  <a:lnTo>
                    <a:pt x="4733922" y="28582"/>
                  </a:lnTo>
                  <a:lnTo>
                    <a:pt x="4733922" y="0"/>
                  </a:lnTo>
                  <a:lnTo>
                    <a:pt x="4762497" y="0"/>
                  </a:lnTo>
                  <a:lnTo>
                    <a:pt x="4762497" y="28582"/>
                  </a:lnTo>
                  <a:close/>
                </a:path>
                <a:path w="8949690" h="7105650">
                  <a:moveTo>
                    <a:pt x="4819648" y="28582"/>
                  </a:moveTo>
                  <a:lnTo>
                    <a:pt x="4791072" y="28582"/>
                  </a:lnTo>
                  <a:lnTo>
                    <a:pt x="4791072" y="0"/>
                  </a:lnTo>
                  <a:lnTo>
                    <a:pt x="4819648" y="0"/>
                  </a:lnTo>
                  <a:lnTo>
                    <a:pt x="4819648" y="28582"/>
                  </a:lnTo>
                  <a:close/>
                </a:path>
                <a:path w="8949690" h="7105650">
                  <a:moveTo>
                    <a:pt x="4876798" y="28582"/>
                  </a:moveTo>
                  <a:lnTo>
                    <a:pt x="4848222" y="28582"/>
                  </a:lnTo>
                  <a:lnTo>
                    <a:pt x="4848222" y="0"/>
                  </a:lnTo>
                  <a:lnTo>
                    <a:pt x="4876798" y="0"/>
                  </a:lnTo>
                  <a:lnTo>
                    <a:pt x="4876798" y="28582"/>
                  </a:lnTo>
                  <a:close/>
                </a:path>
                <a:path w="8949690" h="7105650">
                  <a:moveTo>
                    <a:pt x="4933948" y="28582"/>
                  </a:moveTo>
                  <a:lnTo>
                    <a:pt x="4905372" y="28582"/>
                  </a:lnTo>
                  <a:lnTo>
                    <a:pt x="4905372" y="0"/>
                  </a:lnTo>
                  <a:lnTo>
                    <a:pt x="4933948" y="0"/>
                  </a:lnTo>
                  <a:lnTo>
                    <a:pt x="4933948" y="28582"/>
                  </a:lnTo>
                  <a:close/>
                </a:path>
                <a:path w="8949690" h="7105650">
                  <a:moveTo>
                    <a:pt x="4991098" y="28582"/>
                  </a:moveTo>
                  <a:lnTo>
                    <a:pt x="4962522" y="28582"/>
                  </a:lnTo>
                  <a:lnTo>
                    <a:pt x="4962522" y="0"/>
                  </a:lnTo>
                  <a:lnTo>
                    <a:pt x="4991098" y="0"/>
                  </a:lnTo>
                  <a:lnTo>
                    <a:pt x="4991098" y="28582"/>
                  </a:lnTo>
                  <a:close/>
                </a:path>
                <a:path w="8949690" h="7105650">
                  <a:moveTo>
                    <a:pt x="5048247" y="28582"/>
                  </a:moveTo>
                  <a:lnTo>
                    <a:pt x="5019672" y="28582"/>
                  </a:lnTo>
                  <a:lnTo>
                    <a:pt x="5019672" y="0"/>
                  </a:lnTo>
                  <a:lnTo>
                    <a:pt x="5048247" y="0"/>
                  </a:lnTo>
                  <a:lnTo>
                    <a:pt x="5048247" y="28582"/>
                  </a:lnTo>
                  <a:close/>
                </a:path>
                <a:path w="8949690" h="7105650">
                  <a:moveTo>
                    <a:pt x="5105397" y="28582"/>
                  </a:moveTo>
                  <a:lnTo>
                    <a:pt x="5076822" y="28582"/>
                  </a:lnTo>
                  <a:lnTo>
                    <a:pt x="5076822" y="0"/>
                  </a:lnTo>
                  <a:lnTo>
                    <a:pt x="5105397" y="0"/>
                  </a:lnTo>
                  <a:lnTo>
                    <a:pt x="5105397" y="28582"/>
                  </a:lnTo>
                  <a:close/>
                </a:path>
                <a:path w="8949690" h="7105650">
                  <a:moveTo>
                    <a:pt x="5162547" y="28582"/>
                  </a:moveTo>
                  <a:lnTo>
                    <a:pt x="5133972" y="28582"/>
                  </a:lnTo>
                  <a:lnTo>
                    <a:pt x="5133972" y="0"/>
                  </a:lnTo>
                  <a:lnTo>
                    <a:pt x="5162547" y="0"/>
                  </a:lnTo>
                  <a:lnTo>
                    <a:pt x="5162547" y="28582"/>
                  </a:lnTo>
                  <a:close/>
                </a:path>
                <a:path w="8949690" h="7105650">
                  <a:moveTo>
                    <a:pt x="5219697" y="28582"/>
                  </a:moveTo>
                  <a:lnTo>
                    <a:pt x="5191122" y="28582"/>
                  </a:lnTo>
                  <a:lnTo>
                    <a:pt x="5191122" y="0"/>
                  </a:lnTo>
                  <a:lnTo>
                    <a:pt x="5219697" y="0"/>
                  </a:lnTo>
                  <a:lnTo>
                    <a:pt x="5219697" y="28582"/>
                  </a:lnTo>
                  <a:close/>
                </a:path>
                <a:path w="8949690" h="7105650">
                  <a:moveTo>
                    <a:pt x="5276847" y="28582"/>
                  </a:moveTo>
                  <a:lnTo>
                    <a:pt x="5248272" y="28582"/>
                  </a:lnTo>
                  <a:lnTo>
                    <a:pt x="5248272" y="0"/>
                  </a:lnTo>
                  <a:lnTo>
                    <a:pt x="5276847" y="0"/>
                  </a:lnTo>
                  <a:lnTo>
                    <a:pt x="5276847" y="28582"/>
                  </a:lnTo>
                  <a:close/>
                </a:path>
                <a:path w="8949690" h="7105650">
                  <a:moveTo>
                    <a:pt x="5333997" y="28582"/>
                  </a:moveTo>
                  <a:lnTo>
                    <a:pt x="5305422" y="28582"/>
                  </a:lnTo>
                  <a:lnTo>
                    <a:pt x="5305422" y="0"/>
                  </a:lnTo>
                  <a:lnTo>
                    <a:pt x="5333997" y="0"/>
                  </a:lnTo>
                  <a:lnTo>
                    <a:pt x="5333997" y="28582"/>
                  </a:lnTo>
                  <a:close/>
                </a:path>
                <a:path w="8949690" h="7105650">
                  <a:moveTo>
                    <a:pt x="5391147" y="28582"/>
                  </a:moveTo>
                  <a:lnTo>
                    <a:pt x="5362572" y="28582"/>
                  </a:lnTo>
                  <a:lnTo>
                    <a:pt x="5362572" y="0"/>
                  </a:lnTo>
                  <a:lnTo>
                    <a:pt x="5391147" y="0"/>
                  </a:lnTo>
                  <a:lnTo>
                    <a:pt x="5391147" y="28582"/>
                  </a:lnTo>
                  <a:close/>
                </a:path>
                <a:path w="8949690" h="7105650">
                  <a:moveTo>
                    <a:pt x="5448297" y="28582"/>
                  </a:moveTo>
                  <a:lnTo>
                    <a:pt x="5419722" y="28582"/>
                  </a:lnTo>
                  <a:lnTo>
                    <a:pt x="5419722" y="0"/>
                  </a:lnTo>
                  <a:lnTo>
                    <a:pt x="5448297" y="0"/>
                  </a:lnTo>
                  <a:lnTo>
                    <a:pt x="5448297" y="28582"/>
                  </a:lnTo>
                  <a:close/>
                </a:path>
                <a:path w="8949690" h="7105650">
                  <a:moveTo>
                    <a:pt x="5505447" y="28582"/>
                  </a:moveTo>
                  <a:lnTo>
                    <a:pt x="5476872" y="28582"/>
                  </a:lnTo>
                  <a:lnTo>
                    <a:pt x="5476872" y="0"/>
                  </a:lnTo>
                  <a:lnTo>
                    <a:pt x="5505447" y="0"/>
                  </a:lnTo>
                  <a:lnTo>
                    <a:pt x="5505447" y="28582"/>
                  </a:lnTo>
                  <a:close/>
                </a:path>
                <a:path w="8949690" h="7105650">
                  <a:moveTo>
                    <a:pt x="5562597" y="28582"/>
                  </a:moveTo>
                  <a:lnTo>
                    <a:pt x="5534022" y="28582"/>
                  </a:lnTo>
                  <a:lnTo>
                    <a:pt x="5534022" y="0"/>
                  </a:lnTo>
                  <a:lnTo>
                    <a:pt x="5562597" y="0"/>
                  </a:lnTo>
                  <a:lnTo>
                    <a:pt x="5562597" y="28582"/>
                  </a:lnTo>
                  <a:close/>
                </a:path>
                <a:path w="8949690" h="7105650">
                  <a:moveTo>
                    <a:pt x="5619747" y="28582"/>
                  </a:moveTo>
                  <a:lnTo>
                    <a:pt x="5591172" y="28582"/>
                  </a:lnTo>
                  <a:lnTo>
                    <a:pt x="5591172" y="0"/>
                  </a:lnTo>
                  <a:lnTo>
                    <a:pt x="5619747" y="0"/>
                  </a:lnTo>
                  <a:lnTo>
                    <a:pt x="5619747" y="28582"/>
                  </a:lnTo>
                  <a:close/>
                </a:path>
                <a:path w="8949690" h="7105650">
                  <a:moveTo>
                    <a:pt x="5676897" y="28582"/>
                  </a:moveTo>
                  <a:lnTo>
                    <a:pt x="5648322" y="28582"/>
                  </a:lnTo>
                  <a:lnTo>
                    <a:pt x="5648322" y="0"/>
                  </a:lnTo>
                  <a:lnTo>
                    <a:pt x="5676897" y="0"/>
                  </a:lnTo>
                  <a:lnTo>
                    <a:pt x="5676897" y="28582"/>
                  </a:lnTo>
                  <a:close/>
                </a:path>
                <a:path w="8949690" h="7105650">
                  <a:moveTo>
                    <a:pt x="5734047" y="28582"/>
                  </a:moveTo>
                  <a:lnTo>
                    <a:pt x="5705472" y="28582"/>
                  </a:lnTo>
                  <a:lnTo>
                    <a:pt x="5705472" y="0"/>
                  </a:lnTo>
                  <a:lnTo>
                    <a:pt x="5734047" y="0"/>
                  </a:lnTo>
                  <a:lnTo>
                    <a:pt x="5734047" y="28582"/>
                  </a:lnTo>
                  <a:close/>
                </a:path>
                <a:path w="8949690" h="7105650">
                  <a:moveTo>
                    <a:pt x="5791197" y="28582"/>
                  </a:moveTo>
                  <a:lnTo>
                    <a:pt x="5762622" y="28582"/>
                  </a:lnTo>
                  <a:lnTo>
                    <a:pt x="5762622" y="0"/>
                  </a:lnTo>
                  <a:lnTo>
                    <a:pt x="5791197" y="0"/>
                  </a:lnTo>
                  <a:lnTo>
                    <a:pt x="5791197" y="28582"/>
                  </a:lnTo>
                  <a:close/>
                </a:path>
                <a:path w="8949690" h="7105650">
                  <a:moveTo>
                    <a:pt x="5848347" y="28582"/>
                  </a:moveTo>
                  <a:lnTo>
                    <a:pt x="5819772" y="28582"/>
                  </a:lnTo>
                  <a:lnTo>
                    <a:pt x="5819772" y="0"/>
                  </a:lnTo>
                  <a:lnTo>
                    <a:pt x="5848347" y="0"/>
                  </a:lnTo>
                  <a:lnTo>
                    <a:pt x="5848347" y="28582"/>
                  </a:lnTo>
                  <a:close/>
                </a:path>
                <a:path w="8949690" h="7105650">
                  <a:moveTo>
                    <a:pt x="5905497" y="28582"/>
                  </a:moveTo>
                  <a:lnTo>
                    <a:pt x="5876922" y="28582"/>
                  </a:lnTo>
                  <a:lnTo>
                    <a:pt x="5876922" y="0"/>
                  </a:lnTo>
                  <a:lnTo>
                    <a:pt x="5905497" y="0"/>
                  </a:lnTo>
                  <a:lnTo>
                    <a:pt x="5905497" y="28582"/>
                  </a:lnTo>
                  <a:close/>
                </a:path>
                <a:path w="8949690" h="7105650">
                  <a:moveTo>
                    <a:pt x="5962647" y="28582"/>
                  </a:moveTo>
                  <a:lnTo>
                    <a:pt x="5934072" y="28582"/>
                  </a:lnTo>
                  <a:lnTo>
                    <a:pt x="5934072" y="0"/>
                  </a:lnTo>
                  <a:lnTo>
                    <a:pt x="5962647" y="0"/>
                  </a:lnTo>
                  <a:lnTo>
                    <a:pt x="5962647" y="28582"/>
                  </a:lnTo>
                  <a:close/>
                </a:path>
                <a:path w="8949690" h="7105650">
                  <a:moveTo>
                    <a:pt x="6019797" y="28582"/>
                  </a:moveTo>
                  <a:lnTo>
                    <a:pt x="5991222" y="28582"/>
                  </a:lnTo>
                  <a:lnTo>
                    <a:pt x="5991222" y="0"/>
                  </a:lnTo>
                  <a:lnTo>
                    <a:pt x="6019797" y="0"/>
                  </a:lnTo>
                  <a:lnTo>
                    <a:pt x="6019797" y="28582"/>
                  </a:lnTo>
                  <a:close/>
                </a:path>
                <a:path w="8949690" h="7105650">
                  <a:moveTo>
                    <a:pt x="6076947" y="28582"/>
                  </a:moveTo>
                  <a:lnTo>
                    <a:pt x="6048372" y="28582"/>
                  </a:lnTo>
                  <a:lnTo>
                    <a:pt x="6048372" y="0"/>
                  </a:lnTo>
                  <a:lnTo>
                    <a:pt x="6076947" y="0"/>
                  </a:lnTo>
                  <a:lnTo>
                    <a:pt x="6076947" y="28582"/>
                  </a:lnTo>
                  <a:close/>
                </a:path>
                <a:path w="8949690" h="7105650">
                  <a:moveTo>
                    <a:pt x="6134097" y="28582"/>
                  </a:moveTo>
                  <a:lnTo>
                    <a:pt x="6105522" y="28582"/>
                  </a:lnTo>
                  <a:lnTo>
                    <a:pt x="6105522" y="0"/>
                  </a:lnTo>
                  <a:lnTo>
                    <a:pt x="6134097" y="0"/>
                  </a:lnTo>
                  <a:lnTo>
                    <a:pt x="6134097" y="28582"/>
                  </a:lnTo>
                  <a:close/>
                </a:path>
                <a:path w="8949690" h="7105650">
                  <a:moveTo>
                    <a:pt x="6191247" y="28582"/>
                  </a:moveTo>
                  <a:lnTo>
                    <a:pt x="6162672" y="28582"/>
                  </a:lnTo>
                  <a:lnTo>
                    <a:pt x="6162672" y="0"/>
                  </a:lnTo>
                  <a:lnTo>
                    <a:pt x="6191247" y="0"/>
                  </a:lnTo>
                  <a:lnTo>
                    <a:pt x="6191247" y="28582"/>
                  </a:lnTo>
                  <a:close/>
                </a:path>
                <a:path w="8949690" h="7105650">
                  <a:moveTo>
                    <a:pt x="6248397" y="28582"/>
                  </a:moveTo>
                  <a:lnTo>
                    <a:pt x="6219822" y="28582"/>
                  </a:lnTo>
                  <a:lnTo>
                    <a:pt x="6219822" y="0"/>
                  </a:lnTo>
                  <a:lnTo>
                    <a:pt x="6248397" y="0"/>
                  </a:lnTo>
                  <a:lnTo>
                    <a:pt x="6248397" y="28582"/>
                  </a:lnTo>
                  <a:close/>
                </a:path>
                <a:path w="8949690" h="7105650">
                  <a:moveTo>
                    <a:pt x="6305547" y="28582"/>
                  </a:moveTo>
                  <a:lnTo>
                    <a:pt x="6276972" y="28582"/>
                  </a:lnTo>
                  <a:lnTo>
                    <a:pt x="6276972" y="0"/>
                  </a:lnTo>
                  <a:lnTo>
                    <a:pt x="6305547" y="0"/>
                  </a:lnTo>
                  <a:lnTo>
                    <a:pt x="6305547" y="28582"/>
                  </a:lnTo>
                  <a:close/>
                </a:path>
                <a:path w="8949690" h="7105650">
                  <a:moveTo>
                    <a:pt x="6362697" y="28582"/>
                  </a:moveTo>
                  <a:lnTo>
                    <a:pt x="6334122" y="28582"/>
                  </a:lnTo>
                  <a:lnTo>
                    <a:pt x="6334122" y="0"/>
                  </a:lnTo>
                  <a:lnTo>
                    <a:pt x="6362697" y="0"/>
                  </a:lnTo>
                  <a:lnTo>
                    <a:pt x="6362697" y="28582"/>
                  </a:lnTo>
                  <a:close/>
                </a:path>
                <a:path w="8949690" h="7105650">
                  <a:moveTo>
                    <a:pt x="6419847" y="28582"/>
                  </a:moveTo>
                  <a:lnTo>
                    <a:pt x="6391272" y="28582"/>
                  </a:lnTo>
                  <a:lnTo>
                    <a:pt x="6391272" y="0"/>
                  </a:lnTo>
                  <a:lnTo>
                    <a:pt x="6419847" y="0"/>
                  </a:lnTo>
                  <a:lnTo>
                    <a:pt x="6419847" y="28582"/>
                  </a:lnTo>
                  <a:close/>
                </a:path>
                <a:path w="8949690" h="7105650">
                  <a:moveTo>
                    <a:pt x="6476997" y="28582"/>
                  </a:moveTo>
                  <a:lnTo>
                    <a:pt x="6448422" y="28582"/>
                  </a:lnTo>
                  <a:lnTo>
                    <a:pt x="6448422" y="0"/>
                  </a:lnTo>
                  <a:lnTo>
                    <a:pt x="6476997" y="0"/>
                  </a:lnTo>
                  <a:lnTo>
                    <a:pt x="6476997" y="28582"/>
                  </a:lnTo>
                  <a:close/>
                </a:path>
                <a:path w="8949690" h="7105650">
                  <a:moveTo>
                    <a:pt x="6534147" y="28582"/>
                  </a:moveTo>
                  <a:lnTo>
                    <a:pt x="6505572" y="28582"/>
                  </a:lnTo>
                  <a:lnTo>
                    <a:pt x="6505572" y="0"/>
                  </a:lnTo>
                  <a:lnTo>
                    <a:pt x="6534147" y="0"/>
                  </a:lnTo>
                  <a:lnTo>
                    <a:pt x="6534147" y="28582"/>
                  </a:lnTo>
                  <a:close/>
                </a:path>
                <a:path w="8949690" h="7105650">
                  <a:moveTo>
                    <a:pt x="6591297" y="28582"/>
                  </a:moveTo>
                  <a:lnTo>
                    <a:pt x="6562722" y="28582"/>
                  </a:lnTo>
                  <a:lnTo>
                    <a:pt x="6562722" y="0"/>
                  </a:lnTo>
                  <a:lnTo>
                    <a:pt x="6591297" y="0"/>
                  </a:lnTo>
                  <a:lnTo>
                    <a:pt x="6591297" y="28582"/>
                  </a:lnTo>
                  <a:close/>
                </a:path>
                <a:path w="8949690" h="7105650">
                  <a:moveTo>
                    <a:pt x="6648447" y="28582"/>
                  </a:moveTo>
                  <a:lnTo>
                    <a:pt x="6619872" y="28582"/>
                  </a:lnTo>
                  <a:lnTo>
                    <a:pt x="6619872" y="0"/>
                  </a:lnTo>
                  <a:lnTo>
                    <a:pt x="6648447" y="0"/>
                  </a:lnTo>
                  <a:lnTo>
                    <a:pt x="6648447" y="28582"/>
                  </a:lnTo>
                  <a:close/>
                </a:path>
                <a:path w="8949690" h="7105650">
                  <a:moveTo>
                    <a:pt x="6705597" y="28582"/>
                  </a:moveTo>
                  <a:lnTo>
                    <a:pt x="6677022" y="28582"/>
                  </a:lnTo>
                  <a:lnTo>
                    <a:pt x="6677022" y="0"/>
                  </a:lnTo>
                  <a:lnTo>
                    <a:pt x="6705597" y="0"/>
                  </a:lnTo>
                  <a:lnTo>
                    <a:pt x="6705597" y="28582"/>
                  </a:lnTo>
                  <a:close/>
                </a:path>
                <a:path w="8949690" h="7105650">
                  <a:moveTo>
                    <a:pt x="6762747" y="28582"/>
                  </a:moveTo>
                  <a:lnTo>
                    <a:pt x="6734172" y="28582"/>
                  </a:lnTo>
                  <a:lnTo>
                    <a:pt x="6734172" y="0"/>
                  </a:lnTo>
                  <a:lnTo>
                    <a:pt x="6762747" y="0"/>
                  </a:lnTo>
                  <a:lnTo>
                    <a:pt x="6762747" y="28582"/>
                  </a:lnTo>
                  <a:close/>
                </a:path>
                <a:path w="8949690" h="7105650">
                  <a:moveTo>
                    <a:pt x="6819897" y="28582"/>
                  </a:moveTo>
                  <a:lnTo>
                    <a:pt x="6791322" y="28582"/>
                  </a:lnTo>
                  <a:lnTo>
                    <a:pt x="6791322" y="0"/>
                  </a:lnTo>
                  <a:lnTo>
                    <a:pt x="6819897" y="0"/>
                  </a:lnTo>
                  <a:lnTo>
                    <a:pt x="6819897" y="28582"/>
                  </a:lnTo>
                  <a:close/>
                </a:path>
                <a:path w="8949690" h="7105650">
                  <a:moveTo>
                    <a:pt x="6877047" y="28582"/>
                  </a:moveTo>
                  <a:lnTo>
                    <a:pt x="6848472" y="28582"/>
                  </a:lnTo>
                  <a:lnTo>
                    <a:pt x="6848472" y="0"/>
                  </a:lnTo>
                  <a:lnTo>
                    <a:pt x="6877047" y="0"/>
                  </a:lnTo>
                  <a:lnTo>
                    <a:pt x="6877047" y="28582"/>
                  </a:lnTo>
                  <a:close/>
                </a:path>
                <a:path w="8949690" h="7105650">
                  <a:moveTo>
                    <a:pt x="6934197" y="28582"/>
                  </a:moveTo>
                  <a:lnTo>
                    <a:pt x="6905622" y="28582"/>
                  </a:lnTo>
                  <a:lnTo>
                    <a:pt x="6905622" y="0"/>
                  </a:lnTo>
                  <a:lnTo>
                    <a:pt x="6934197" y="0"/>
                  </a:lnTo>
                  <a:lnTo>
                    <a:pt x="6934197" y="28582"/>
                  </a:lnTo>
                  <a:close/>
                </a:path>
                <a:path w="8949690" h="7105650">
                  <a:moveTo>
                    <a:pt x="6991347" y="28582"/>
                  </a:moveTo>
                  <a:lnTo>
                    <a:pt x="6962772" y="28582"/>
                  </a:lnTo>
                  <a:lnTo>
                    <a:pt x="6962772" y="0"/>
                  </a:lnTo>
                  <a:lnTo>
                    <a:pt x="6991347" y="0"/>
                  </a:lnTo>
                  <a:lnTo>
                    <a:pt x="6991347" y="28582"/>
                  </a:lnTo>
                  <a:close/>
                </a:path>
                <a:path w="8949690" h="7105650">
                  <a:moveTo>
                    <a:pt x="7048497" y="28582"/>
                  </a:moveTo>
                  <a:lnTo>
                    <a:pt x="7019922" y="28582"/>
                  </a:lnTo>
                  <a:lnTo>
                    <a:pt x="7019922" y="0"/>
                  </a:lnTo>
                  <a:lnTo>
                    <a:pt x="7048497" y="0"/>
                  </a:lnTo>
                  <a:lnTo>
                    <a:pt x="7048497" y="28582"/>
                  </a:lnTo>
                  <a:close/>
                </a:path>
                <a:path w="8949690" h="7105650">
                  <a:moveTo>
                    <a:pt x="7105647" y="28582"/>
                  </a:moveTo>
                  <a:lnTo>
                    <a:pt x="7077072" y="28582"/>
                  </a:lnTo>
                  <a:lnTo>
                    <a:pt x="7077072" y="0"/>
                  </a:lnTo>
                  <a:lnTo>
                    <a:pt x="7105647" y="0"/>
                  </a:lnTo>
                  <a:lnTo>
                    <a:pt x="7105647" y="28582"/>
                  </a:lnTo>
                  <a:close/>
                </a:path>
                <a:path w="8949690" h="7105650">
                  <a:moveTo>
                    <a:pt x="7162797" y="28582"/>
                  </a:moveTo>
                  <a:lnTo>
                    <a:pt x="7134222" y="28582"/>
                  </a:lnTo>
                  <a:lnTo>
                    <a:pt x="7134222" y="0"/>
                  </a:lnTo>
                  <a:lnTo>
                    <a:pt x="7162797" y="0"/>
                  </a:lnTo>
                  <a:lnTo>
                    <a:pt x="7162797" y="28582"/>
                  </a:lnTo>
                  <a:close/>
                </a:path>
                <a:path w="8949690" h="7105650">
                  <a:moveTo>
                    <a:pt x="7219947" y="28582"/>
                  </a:moveTo>
                  <a:lnTo>
                    <a:pt x="7191372" y="28582"/>
                  </a:lnTo>
                  <a:lnTo>
                    <a:pt x="7191372" y="0"/>
                  </a:lnTo>
                  <a:lnTo>
                    <a:pt x="7219947" y="0"/>
                  </a:lnTo>
                  <a:lnTo>
                    <a:pt x="7219947" y="28582"/>
                  </a:lnTo>
                  <a:close/>
                </a:path>
                <a:path w="8949690" h="7105650">
                  <a:moveTo>
                    <a:pt x="7277097" y="28582"/>
                  </a:moveTo>
                  <a:lnTo>
                    <a:pt x="7248522" y="28582"/>
                  </a:lnTo>
                  <a:lnTo>
                    <a:pt x="7248522" y="0"/>
                  </a:lnTo>
                  <a:lnTo>
                    <a:pt x="7277097" y="0"/>
                  </a:lnTo>
                  <a:lnTo>
                    <a:pt x="7277097" y="28582"/>
                  </a:lnTo>
                  <a:close/>
                </a:path>
                <a:path w="8949690" h="7105650">
                  <a:moveTo>
                    <a:pt x="7334247" y="28582"/>
                  </a:moveTo>
                  <a:lnTo>
                    <a:pt x="7305672" y="28582"/>
                  </a:lnTo>
                  <a:lnTo>
                    <a:pt x="7305672" y="0"/>
                  </a:lnTo>
                  <a:lnTo>
                    <a:pt x="7334247" y="0"/>
                  </a:lnTo>
                  <a:lnTo>
                    <a:pt x="7334247" y="28582"/>
                  </a:lnTo>
                  <a:close/>
                </a:path>
                <a:path w="8949690" h="7105650">
                  <a:moveTo>
                    <a:pt x="7391397" y="28582"/>
                  </a:moveTo>
                  <a:lnTo>
                    <a:pt x="7362822" y="28582"/>
                  </a:lnTo>
                  <a:lnTo>
                    <a:pt x="7362822" y="0"/>
                  </a:lnTo>
                  <a:lnTo>
                    <a:pt x="7391397" y="0"/>
                  </a:lnTo>
                  <a:lnTo>
                    <a:pt x="7391397" y="28582"/>
                  </a:lnTo>
                  <a:close/>
                </a:path>
                <a:path w="8949690" h="7105650">
                  <a:moveTo>
                    <a:pt x="7448547" y="28582"/>
                  </a:moveTo>
                  <a:lnTo>
                    <a:pt x="7419972" y="28582"/>
                  </a:lnTo>
                  <a:lnTo>
                    <a:pt x="7419972" y="0"/>
                  </a:lnTo>
                  <a:lnTo>
                    <a:pt x="7448547" y="0"/>
                  </a:lnTo>
                  <a:lnTo>
                    <a:pt x="7448547" y="28582"/>
                  </a:lnTo>
                  <a:close/>
                </a:path>
                <a:path w="8949690" h="7105650">
                  <a:moveTo>
                    <a:pt x="7505697" y="28582"/>
                  </a:moveTo>
                  <a:lnTo>
                    <a:pt x="7477122" y="28582"/>
                  </a:lnTo>
                  <a:lnTo>
                    <a:pt x="7477122" y="0"/>
                  </a:lnTo>
                  <a:lnTo>
                    <a:pt x="7505697" y="0"/>
                  </a:lnTo>
                  <a:lnTo>
                    <a:pt x="7505697" y="28582"/>
                  </a:lnTo>
                  <a:close/>
                </a:path>
                <a:path w="8949690" h="7105650">
                  <a:moveTo>
                    <a:pt x="7562847" y="28582"/>
                  </a:moveTo>
                  <a:lnTo>
                    <a:pt x="7534272" y="28582"/>
                  </a:lnTo>
                  <a:lnTo>
                    <a:pt x="7534272" y="0"/>
                  </a:lnTo>
                  <a:lnTo>
                    <a:pt x="7562847" y="0"/>
                  </a:lnTo>
                  <a:lnTo>
                    <a:pt x="7562847" y="28582"/>
                  </a:lnTo>
                  <a:close/>
                </a:path>
                <a:path w="8949690" h="7105650">
                  <a:moveTo>
                    <a:pt x="7619997" y="28582"/>
                  </a:moveTo>
                  <a:lnTo>
                    <a:pt x="7591422" y="28582"/>
                  </a:lnTo>
                  <a:lnTo>
                    <a:pt x="7591422" y="0"/>
                  </a:lnTo>
                  <a:lnTo>
                    <a:pt x="7619997" y="0"/>
                  </a:lnTo>
                  <a:lnTo>
                    <a:pt x="7619997" y="28582"/>
                  </a:lnTo>
                  <a:close/>
                </a:path>
                <a:path w="8949690" h="7105650">
                  <a:moveTo>
                    <a:pt x="7677147" y="28582"/>
                  </a:moveTo>
                  <a:lnTo>
                    <a:pt x="7648572" y="28582"/>
                  </a:lnTo>
                  <a:lnTo>
                    <a:pt x="7648572" y="0"/>
                  </a:lnTo>
                  <a:lnTo>
                    <a:pt x="7677147" y="0"/>
                  </a:lnTo>
                  <a:lnTo>
                    <a:pt x="7677147" y="28582"/>
                  </a:lnTo>
                  <a:close/>
                </a:path>
                <a:path w="8949690" h="7105650">
                  <a:moveTo>
                    <a:pt x="7734297" y="28582"/>
                  </a:moveTo>
                  <a:lnTo>
                    <a:pt x="7705722" y="28582"/>
                  </a:lnTo>
                  <a:lnTo>
                    <a:pt x="7705722" y="0"/>
                  </a:lnTo>
                  <a:lnTo>
                    <a:pt x="7734297" y="0"/>
                  </a:lnTo>
                  <a:lnTo>
                    <a:pt x="7734297" y="28582"/>
                  </a:lnTo>
                  <a:close/>
                </a:path>
                <a:path w="8949690" h="7105650">
                  <a:moveTo>
                    <a:pt x="7791447" y="28582"/>
                  </a:moveTo>
                  <a:lnTo>
                    <a:pt x="7762872" y="28582"/>
                  </a:lnTo>
                  <a:lnTo>
                    <a:pt x="7762872" y="0"/>
                  </a:lnTo>
                  <a:lnTo>
                    <a:pt x="7791447" y="0"/>
                  </a:lnTo>
                  <a:lnTo>
                    <a:pt x="7791447" y="28582"/>
                  </a:lnTo>
                  <a:close/>
                </a:path>
                <a:path w="8949690" h="7105650">
                  <a:moveTo>
                    <a:pt x="7848597" y="28582"/>
                  </a:moveTo>
                  <a:lnTo>
                    <a:pt x="7820022" y="28582"/>
                  </a:lnTo>
                  <a:lnTo>
                    <a:pt x="7820022" y="0"/>
                  </a:lnTo>
                  <a:lnTo>
                    <a:pt x="7848597" y="0"/>
                  </a:lnTo>
                  <a:lnTo>
                    <a:pt x="7848597" y="28582"/>
                  </a:lnTo>
                  <a:close/>
                </a:path>
                <a:path w="8949690" h="7105650">
                  <a:moveTo>
                    <a:pt x="7905747" y="28582"/>
                  </a:moveTo>
                  <a:lnTo>
                    <a:pt x="7877172" y="28582"/>
                  </a:lnTo>
                  <a:lnTo>
                    <a:pt x="7877172" y="0"/>
                  </a:lnTo>
                  <a:lnTo>
                    <a:pt x="7905747" y="0"/>
                  </a:lnTo>
                  <a:lnTo>
                    <a:pt x="7905747" y="28582"/>
                  </a:lnTo>
                  <a:close/>
                </a:path>
                <a:path w="8949690" h="7105650">
                  <a:moveTo>
                    <a:pt x="7962897" y="28582"/>
                  </a:moveTo>
                  <a:lnTo>
                    <a:pt x="7934322" y="28582"/>
                  </a:lnTo>
                  <a:lnTo>
                    <a:pt x="7934322" y="0"/>
                  </a:lnTo>
                  <a:lnTo>
                    <a:pt x="7962897" y="0"/>
                  </a:lnTo>
                  <a:lnTo>
                    <a:pt x="7962897" y="28582"/>
                  </a:lnTo>
                  <a:close/>
                </a:path>
                <a:path w="8949690" h="7105650">
                  <a:moveTo>
                    <a:pt x="8020047" y="28582"/>
                  </a:moveTo>
                  <a:lnTo>
                    <a:pt x="7991472" y="28582"/>
                  </a:lnTo>
                  <a:lnTo>
                    <a:pt x="7991472" y="0"/>
                  </a:lnTo>
                  <a:lnTo>
                    <a:pt x="8020047" y="0"/>
                  </a:lnTo>
                  <a:lnTo>
                    <a:pt x="8020047" y="28582"/>
                  </a:lnTo>
                  <a:close/>
                </a:path>
                <a:path w="8949690" h="7105650">
                  <a:moveTo>
                    <a:pt x="8077197" y="28582"/>
                  </a:moveTo>
                  <a:lnTo>
                    <a:pt x="8048622" y="28582"/>
                  </a:lnTo>
                  <a:lnTo>
                    <a:pt x="8048622" y="0"/>
                  </a:lnTo>
                  <a:lnTo>
                    <a:pt x="8077197" y="0"/>
                  </a:lnTo>
                  <a:lnTo>
                    <a:pt x="8077197" y="28582"/>
                  </a:lnTo>
                  <a:close/>
                </a:path>
                <a:path w="8949690" h="7105650">
                  <a:moveTo>
                    <a:pt x="8134347" y="28582"/>
                  </a:moveTo>
                  <a:lnTo>
                    <a:pt x="8105772" y="28582"/>
                  </a:lnTo>
                  <a:lnTo>
                    <a:pt x="8105772" y="0"/>
                  </a:lnTo>
                  <a:lnTo>
                    <a:pt x="8134347" y="0"/>
                  </a:lnTo>
                  <a:lnTo>
                    <a:pt x="8134347" y="28582"/>
                  </a:lnTo>
                  <a:close/>
                </a:path>
                <a:path w="8949690" h="7105650">
                  <a:moveTo>
                    <a:pt x="8191497" y="28582"/>
                  </a:moveTo>
                  <a:lnTo>
                    <a:pt x="8162922" y="28582"/>
                  </a:lnTo>
                  <a:lnTo>
                    <a:pt x="8162922" y="0"/>
                  </a:lnTo>
                  <a:lnTo>
                    <a:pt x="8191497" y="0"/>
                  </a:lnTo>
                  <a:lnTo>
                    <a:pt x="8191497" y="28582"/>
                  </a:lnTo>
                  <a:close/>
                </a:path>
                <a:path w="8949690" h="7105650">
                  <a:moveTo>
                    <a:pt x="8248647" y="28582"/>
                  </a:moveTo>
                  <a:lnTo>
                    <a:pt x="8220072" y="28582"/>
                  </a:lnTo>
                  <a:lnTo>
                    <a:pt x="8220072" y="0"/>
                  </a:lnTo>
                  <a:lnTo>
                    <a:pt x="8248647" y="0"/>
                  </a:lnTo>
                  <a:lnTo>
                    <a:pt x="8248647" y="28582"/>
                  </a:lnTo>
                  <a:close/>
                </a:path>
                <a:path w="8949690" h="7105650">
                  <a:moveTo>
                    <a:pt x="8305797" y="28582"/>
                  </a:moveTo>
                  <a:lnTo>
                    <a:pt x="8277222" y="28582"/>
                  </a:lnTo>
                  <a:lnTo>
                    <a:pt x="8277222" y="0"/>
                  </a:lnTo>
                  <a:lnTo>
                    <a:pt x="8305797" y="0"/>
                  </a:lnTo>
                  <a:lnTo>
                    <a:pt x="8305797" y="28582"/>
                  </a:lnTo>
                  <a:close/>
                </a:path>
                <a:path w="8949690" h="7105650">
                  <a:moveTo>
                    <a:pt x="8362947" y="28582"/>
                  </a:moveTo>
                  <a:lnTo>
                    <a:pt x="8334372" y="28582"/>
                  </a:lnTo>
                  <a:lnTo>
                    <a:pt x="8334372" y="0"/>
                  </a:lnTo>
                  <a:lnTo>
                    <a:pt x="8362947" y="0"/>
                  </a:lnTo>
                  <a:lnTo>
                    <a:pt x="8362947" y="28582"/>
                  </a:lnTo>
                  <a:close/>
                </a:path>
                <a:path w="8949690" h="7105650">
                  <a:moveTo>
                    <a:pt x="8420097" y="28582"/>
                  </a:moveTo>
                  <a:lnTo>
                    <a:pt x="8391522" y="28582"/>
                  </a:lnTo>
                  <a:lnTo>
                    <a:pt x="8391522" y="0"/>
                  </a:lnTo>
                  <a:lnTo>
                    <a:pt x="8420097" y="0"/>
                  </a:lnTo>
                  <a:lnTo>
                    <a:pt x="8420097" y="28582"/>
                  </a:lnTo>
                  <a:close/>
                </a:path>
                <a:path w="8949690" h="7105650">
                  <a:moveTo>
                    <a:pt x="8477247" y="28582"/>
                  </a:moveTo>
                  <a:lnTo>
                    <a:pt x="8448672" y="28582"/>
                  </a:lnTo>
                  <a:lnTo>
                    <a:pt x="8448672" y="0"/>
                  </a:lnTo>
                  <a:lnTo>
                    <a:pt x="8477247" y="0"/>
                  </a:lnTo>
                  <a:lnTo>
                    <a:pt x="8477247" y="28582"/>
                  </a:lnTo>
                  <a:close/>
                </a:path>
                <a:path w="8949690" h="7105650">
                  <a:moveTo>
                    <a:pt x="8534397" y="28582"/>
                  </a:moveTo>
                  <a:lnTo>
                    <a:pt x="8505822" y="28582"/>
                  </a:lnTo>
                  <a:lnTo>
                    <a:pt x="8505822" y="0"/>
                  </a:lnTo>
                  <a:lnTo>
                    <a:pt x="8534397" y="0"/>
                  </a:lnTo>
                  <a:lnTo>
                    <a:pt x="8534397" y="28582"/>
                  </a:lnTo>
                  <a:close/>
                </a:path>
                <a:path w="8949690" h="7105650">
                  <a:moveTo>
                    <a:pt x="8591547" y="28582"/>
                  </a:moveTo>
                  <a:lnTo>
                    <a:pt x="8562972" y="28582"/>
                  </a:lnTo>
                  <a:lnTo>
                    <a:pt x="8562972" y="0"/>
                  </a:lnTo>
                  <a:lnTo>
                    <a:pt x="8591547" y="0"/>
                  </a:lnTo>
                  <a:lnTo>
                    <a:pt x="8591547" y="28582"/>
                  </a:lnTo>
                  <a:close/>
                </a:path>
                <a:path w="8949690" h="7105650">
                  <a:moveTo>
                    <a:pt x="8648697" y="28582"/>
                  </a:moveTo>
                  <a:lnTo>
                    <a:pt x="8620122" y="28582"/>
                  </a:lnTo>
                  <a:lnTo>
                    <a:pt x="8620122" y="0"/>
                  </a:lnTo>
                  <a:lnTo>
                    <a:pt x="8648697" y="0"/>
                  </a:lnTo>
                  <a:lnTo>
                    <a:pt x="8648697" y="28582"/>
                  </a:lnTo>
                  <a:close/>
                </a:path>
                <a:path w="8949690" h="7105650">
                  <a:moveTo>
                    <a:pt x="8705847" y="28582"/>
                  </a:moveTo>
                  <a:lnTo>
                    <a:pt x="8677272" y="28582"/>
                  </a:lnTo>
                  <a:lnTo>
                    <a:pt x="8677272" y="0"/>
                  </a:lnTo>
                  <a:lnTo>
                    <a:pt x="8705847" y="0"/>
                  </a:lnTo>
                  <a:lnTo>
                    <a:pt x="8705847" y="28582"/>
                  </a:lnTo>
                  <a:close/>
                </a:path>
                <a:path w="8949690" h="7105650">
                  <a:moveTo>
                    <a:pt x="8762997" y="28582"/>
                  </a:moveTo>
                  <a:lnTo>
                    <a:pt x="8734422" y="28582"/>
                  </a:lnTo>
                  <a:lnTo>
                    <a:pt x="8734422" y="0"/>
                  </a:lnTo>
                  <a:lnTo>
                    <a:pt x="8762997" y="0"/>
                  </a:lnTo>
                  <a:lnTo>
                    <a:pt x="8762997" y="28582"/>
                  </a:lnTo>
                  <a:close/>
                </a:path>
                <a:path w="8949690" h="7105650">
                  <a:moveTo>
                    <a:pt x="8814476" y="31357"/>
                  </a:moveTo>
                  <a:lnTo>
                    <a:pt x="8806700" y="29745"/>
                  </a:lnTo>
                  <a:lnTo>
                    <a:pt x="8798841" y="28835"/>
                  </a:lnTo>
                  <a:lnTo>
                    <a:pt x="8790900" y="28627"/>
                  </a:lnTo>
                  <a:lnTo>
                    <a:pt x="8791558" y="3484"/>
                  </a:lnTo>
                  <a:lnTo>
                    <a:pt x="8791638" y="419"/>
                  </a:lnTo>
                  <a:lnTo>
                    <a:pt x="8819145" y="3147"/>
                  </a:lnTo>
                  <a:lnTo>
                    <a:pt x="8820254" y="3484"/>
                  </a:lnTo>
                  <a:lnTo>
                    <a:pt x="8814476" y="31357"/>
                  </a:lnTo>
                  <a:close/>
                </a:path>
                <a:path w="8949690" h="7105650">
                  <a:moveTo>
                    <a:pt x="8857999" y="48798"/>
                  </a:moveTo>
                  <a:lnTo>
                    <a:pt x="8851320" y="44631"/>
                  </a:lnTo>
                  <a:lnTo>
                    <a:pt x="8844325" y="41082"/>
                  </a:lnTo>
                  <a:lnTo>
                    <a:pt x="8837015" y="38152"/>
                  </a:lnTo>
                  <a:lnTo>
                    <a:pt x="8847581" y="11788"/>
                  </a:lnTo>
                  <a:lnTo>
                    <a:pt x="8849373" y="12332"/>
                  </a:lnTo>
                  <a:lnTo>
                    <a:pt x="8872911" y="24899"/>
                  </a:lnTo>
                  <a:lnTo>
                    <a:pt x="8857999" y="48798"/>
                  </a:lnTo>
                  <a:close/>
                </a:path>
                <a:path w="8949690" h="7105650">
                  <a:moveTo>
                    <a:pt x="8893084" y="80600"/>
                  </a:moveTo>
                  <a:lnTo>
                    <a:pt x="8876909" y="63079"/>
                  </a:lnTo>
                  <a:lnTo>
                    <a:pt x="8895691" y="42337"/>
                  </a:lnTo>
                  <a:lnTo>
                    <a:pt x="8901905" y="47433"/>
                  </a:lnTo>
                  <a:lnTo>
                    <a:pt x="8915166" y="63606"/>
                  </a:lnTo>
                  <a:lnTo>
                    <a:pt x="8893084" y="80600"/>
                  </a:lnTo>
                  <a:close/>
                </a:path>
                <a:path w="8949690" h="7105650">
                  <a:moveTo>
                    <a:pt x="8914714" y="122247"/>
                  </a:moveTo>
                  <a:lnTo>
                    <a:pt x="8912372" y="114732"/>
                  </a:lnTo>
                  <a:lnTo>
                    <a:pt x="8909389" y="107484"/>
                  </a:lnTo>
                  <a:lnTo>
                    <a:pt x="8905765" y="100502"/>
                  </a:lnTo>
                  <a:lnTo>
                    <a:pt x="8930452" y="87690"/>
                  </a:lnTo>
                  <a:lnTo>
                    <a:pt x="8937006" y="99965"/>
                  </a:lnTo>
                  <a:lnTo>
                    <a:pt x="8941262" y="113971"/>
                  </a:lnTo>
                  <a:lnTo>
                    <a:pt x="8914714" y="122247"/>
                  </a:lnTo>
                  <a:close/>
                </a:path>
                <a:path w="8949690" h="7105650">
                  <a:moveTo>
                    <a:pt x="8949332" y="170552"/>
                  </a:moveTo>
                  <a:lnTo>
                    <a:pt x="8920756" y="170552"/>
                  </a:lnTo>
                  <a:lnTo>
                    <a:pt x="8920756" y="156368"/>
                  </a:lnTo>
                  <a:lnTo>
                    <a:pt x="8920409" y="150829"/>
                  </a:lnTo>
                  <a:lnTo>
                    <a:pt x="8919717" y="145313"/>
                  </a:lnTo>
                  <a:lnTo>
                    <a:pt x="8947345" y="141844"/>
                  </a:lnTo>
                  <a:lnTo>
                    <a:pt x="8949332" y="161930"/>
                  </a:lnTo>
                  <a:lnTo>
                    <a:pt x="8949332" y="170552"/>
                  </a:lnTo>
                  <a:close/>
                </a:path>
                <a:path w="8949690" h="7105650">
                  <a:moveTo>
                    <a:pt x="8949332" y="227702"/>
                  </a:moveTo>
                  <a:lnTo>
                    <a:pt x="8920756" y="227702"/>
                  </a:lnTo>
                  <a:lnTo>
                    <a:pt x="8920756" y="199127"/>
                  </a:lnTo>
                  <a:lnTo>
                    <a:pt x="8949332" y="199127"/>
                  </a:lnTo>
                  <a:lnTo>
                    <a:pt x="8949332" y="227702"/>
                  </a:lnTo>
                  <a:close/>
                </a:path>
                <a:path w="8949690" h="7105650">
                  <a:moveTo>
                    <a:pt x="8949332" y="284852"/>
                  </a:moveTo>
                  <a:lnTo>
                    <a:pt x="8920756" y="284852"/>
                  </a:lnTo>
                  <a:lnTo>
                    <a:pt x="8920756" y="256277"/>
                  </a:lnTo>
                  <a:lnTo>
                    <a:pt x="8949332" y="256277"/>
                  </a:lnTo>
                  <a:lnTo>
                    <a:pt x="8949332" y="284852"/>
                  </a:lnTo>
                  <a:close/>
                </a:path>
                <a:path w="8949690" h="7105650">
                  <a:moveTo>
                    <a:pt x="8949332" y="342002"/>
                  </a:moveTo>
                  <a:lnTo>
                    <a:pt x="8920756" y="342002"/>
                  </a:lnTo>
                  <a:lnTo>
                    <a:pt x="8920756" y="313427"/>
                  </a:lnTo>
                  <a:lnTo>
                    <a:pt x="8949332" y="313427"/>
                  </a:lnTo>
                  <a:lnTo>
                    <a:pt x="8949332" y="342002"/>
                  </a:lnTo>
                  <a:close/>
                </a:path>
                <a:path w="8949690" h="7105650">
                  <a:moveTo>
                    <a:pt x="8949332" y="399152"/>
                  </a:moveTo>
                  <a:lnTo>
                    <a:pt x="8920756" y="399152"/>
                  </a:lnTo>
                  <a:lnTo>
                    <a:pt x="8920756" y="370577"/>
                  </a:lnTo>
                  <a:lnTo>
                    <a:pt x="8949332" y="370577"/>
                  </a:lnTo>
                  <a:lnTo>
                    <a:pt x="8949332" y="399152"/>
                  </a:lnTo>
                  <a:close/>
                </a:path>
                <a:path w="8949690" h="7105650">
                  <a:moveTo>
                    <a:pt x="8949332" y="456301"/>
                  </a:moveTo>
                  <a:lnTo>
                    <a:pt x="8920756" y="456301"/>
                  </a:lnTo>
                  <a:lnTo>
                    <a:pt x="8920756" y="427726"/>
                  </a:lnTo>
                  <a:lnTo>
                    <a:pt x="8949332" y="427726"/>
                  </a:lnTo>
                  <a:lnTo>
                    <a:pt x="8949332" y="456301"/>
                  </a:lnTo>
                  <a:close/>
                </a:path>
                <a:path w="8949690" h="7105650">
                  <a:moveTo>
                    <a:pt x="8949332" y="513451"/>
                  </a:moveTo>
                  <a:lnTo>
                    <a:pt x="8920756" y="513451"/>
                  </a:lnTo>
                  <a:lnTo>
                    <a:pt x="8920756" y="484876"/>
                  </a:lnTo>
                  <a:lnTo>
                    <a:pt x="8949332" y="484876"/>
                  </a:lnTo>
                  <a:lnTo>
                    <a:pt x="8949332" y="513451"/>
                  </a:lnTo>
                  <a:close/>
                </a:path>
                <a:path w="8949690" h="7105650">
                  <a:moveTo>
                    <a:pt x="8949332" y="570601"/>
                  </a:moveTo>
                  <a:lnTo>
                    <a:pt x="8920756" y="570601"/>
                  </a:lnTo>
                  <a:lnTo>
                    <a:pt x="8920756" y="542026"/>
                  </a:lnTo>
                  <a:lnTo>
                    <a:pt x="8949332" y="542026"/>
                  </a:lnTo>
                  <a:lnTo>
                    <a:pt x="8949332" y="570601"/>
                  </a:lnTo>
                  <a:close/>
                </a:path>
                <a:path w="8949690" h="7105650">
                  <a:moveTo>
                    <a:pt x="8949332" y="627751"/>
                  </a:moveTo>
                  <a:lnTo>
                    <a:pt x="8920756" y="627751"/>
                  </a:lnTo>
                  <a:lnTo>
                    <a:pt x="8920756" y="599176"/>
                  </a:lnTo>
                  <a:lnTo>
                    <a:pt x="8949332" y="599176"/>
                  </a:lnTo>
                  <a:lnTo>
                    <a:pt x="8949332" y="627751"/>
                  </a:lnTo>
                  <a:close/>
                </a:path>
                <a:path w="8949690" h="7105650">
                  <a:moveTo>
                    <a:pt x="8949332" y="684901"/>
                  </a:moveTo>
                  <a:lnTo>
                    <a:pt x="8920756" y="684901"/>
                  </a:lnTo>
                  <a:lnTo>
                    <a:pt x="8920756" y="656326"/>
                  </a:lnTo>
                  <a:lnTo>
                    <a:pt x="8949332" y="656326"/>
                  </a:lnTo>
                  <a:lnTo>
                    <a:pt x="8949332" y="684901"/>
                  </a:lnTo>
                  <a:close/>
                </a:path>
                <a:path w="8949690" h="7105650">
                  <a:moveTo>
                    <a:pt x="8949332" y="742051"/>
                  </a:moveTo>
                  <a:lnTo>
                    <a:pt x="8920756" y="742051"/>
                  </a:lnTo>
                  <a:lnTo>
                    <a:pt x="8920756" y="713476"/>
                  </a:lnTo>
                  <a:lnTo>
                    <a:pt x="8949332" y="713476"/>
                  </a:lnTo>
                  <a:lnTo>
                    <a:pt x="8949332" y="742051"/>
                  </a:lnTo>
                  <a:close/>
                </a:path>
                <a:path w="8949690" h="7105650">
                  <a:moveTo>
                    <a:pt x="8949332" y="799201"/>
                  </a:moveTo>
                  <a:lnTo>
                    <a:pt x="8920756" y="799201"/>
                  </a:lnTo>
                  <a:lnTo>
                    <a:pt x="8920756" y="770626"/>
                  </a:lnTo>
                  <a:lnTo>
                    <a:pt x="8949332" y="770626"/>
                  </a:lnTo>
                  <a:lnTo>
                    <a:pt x="8949332" y="799201"/>
                  </a:lnTo>
                  <a:close/>
                </a:path>
                <a:path w="8949690" h="7105650">
                  <a:moveTo>
                    <a:pt x="8949332" y="856351"/>
                  </a:moveTo>
                  <a:lnTo>
                    <a:pt x="8920756" y="856351"/>
                  </a:lnTo>
                  <a:lnTo>
                    <a:pt x="8920756" y="827776"/>
                  </a:lnTo>
                  <a:lnTo>
                    <a:pt x="8949332" y="827776"/>
                  </a:lnTo>
                  <a:lnTo>
                    <a:pt x="8949332" y="856351"/>
                  </a:lnTo>
                  <a:close/>
                </a:path>
                <a:path w="8949690" h="7105650">
                  <a:moveTo>
                    <a:pt x="8949332" y="913501"/>
                  </a:moveTo>
                  <a:lnTo>
                    <a:pt x="8920756" y="913501"/>
                  </a:lnTo>
                  <a:lnTo>
                    <a:pt x="8920756" y="884926"/>
                  </a:lnTo>
                  <a:lnTo>
                    <a:pt x="8949332" y="884926"/>
                  </a:lnTo>
                  <a:lnTo>
                    <a:pt x="8949332" y="913501"/>
                  </a:lnTo>
                  <a:close/>
                </a:path>
                <a:path w="8949690" h="7105650">
                  <a:moveTo>
                    <a:pt x="8949332" y="970651"/>
                  </a:moveTo>
                  <a:lnTo>
                    <a:pt x="8920756" y="970651"/>
                  </a:lnTo>
                  <a:lnTo>
                    <a:pt x="8920756" y="942076"/>
                  </a:lnTo>
                  <a:lnTo>
                    <a:pt x="8949332" y="942076"/>
                  </a:lnTo>
                  <a:lnTo>
                    <a:pt x="8949332" y="970651"/>
                  </a:lnTo>
                  <a:close/>
                </a:path>
                <a:path w="8949690" h="7105650">
                  <a:moveTo>
                    <a:pt x="8949332" y="1027801"/>
                  </a:moveTo>
                  <a:lnTo>
                    <a:pt x="8920756" y="1027801"/>
                  </a:lnTo>
                  <a:lnTo>
                    <a:pt x="8920756" y="999226"/>
                  </a:lnTo>
                  <a:lnTo>
                    <a:pt x="8949332" y="999226"/>
                  </a:lnTo>
                  <a:lnTo>
                    <a:pt x="8949332" y="1027801"/>
                  </a:lnTo>
                  <a:close/>
                </a:path>
                <a:path w="8949690" h="7105650">
                  <a:moveTo>
                    <a:pt x="8949332" y="1084951"/>
                  </a:moveTo>
                  <a:lnTo>
                    <a:pt x="8920756" y="1084951"/>
                  </a:lnTo>
                  <a:lnTo>
                    <a:pt x="8920756" y="1056376"/>
                  </a:lnTo>
                  <a:lnTo>
                    <a:pt x="8949332" y="1056376"/>
                  </a:lnTo>
                  <a:lnTo>
                    <a:pt x="8949332" y="1084951"/>
                  </a:lnTo>
                  <a:close/>
                </a:path>
                <a:path w="8949690" h="7105650">
                  <a:moveTo>
                    <a:pt x="8949332" y="1142101"/>
                  </a:moveTo>
                  <a:lnTo>
                    <a:pt x="8920756" y="1142101"/>
                  </a:lnTo>
                  <a:lnTo>
                    <a:pt x="8920756" y="1113526"/>
                  </a:lnTo>
                  <a:lnTo>
                    <a:pt x="8949332" y="1113526"/>
                  </a:lnTo>
                  <a:lnTo>
                    <a:pt x="8949332" y="1142101"/>
                  </a:lnTo>
                  <a:close/>
                </a:path>
                <a:path w="8949690" h="7105650">
                  <a:moveTo>
                    <a:pt x="8949332" y="1199251"/>
                  </a:moveTo>
                  <a:lnTo>
                    <a:pt x="8920756" y="1199251"/>
                  </a:lnTo>
                  <a:lnTo>
                    <a:pt x="8920756" y="1170676"/>
                  </a:lnTo>
                  <a:lnTo>
                    <a:pt x="8949332" y="1170676"/>
                  </a:lnTo>
                  <a:lnTo>
                    <a:pt x="8949332" y="1199251"/>
                  </a:lnTo>
                  <a:close/>
                </a:path>
                <a:path w="8949690" h="7105650">
                  <a:moveTo>
                    <a:pt x="8949332" y="1256401"/>
                  </a:moveTo>
                  <a:lnTo>
                    <a:pt x="8920756" y="1256401"/>
                  </a:lnTo>
                  <a:lnTo>
                    <a:pt x="8920756" y="1227826"/>
                  </a:lnTo>
                  <a:lnTo>
                    <a:pt x="8949332" y="1227826"/>
                  </a:lnTo>
                  <a:lnTo>
                    <a:pt x="8949332" y="1256401"/>
                  </a:lnTo>
                  <a:close/>
                </a:path>
                <a:path w="8949690" h="7105650">
                  <a:moveTo>
                    <a:pt x="8949332" y="1313551"/>
                  </a:moveTo>
                  <a:lnTo>
                    <a:pt x="8920756" y="1313551"/>
                  </a:lnTo>
                  <a:lnTo>
                    <a:pt x="8920756" y="1284976"/>
                  </a:lnTo>
                  <a:lnTo>
                    <a:pt x="8949332" y="1284976"/>
                  </a:lnTo>
                  <a:lnTo>
                    <a:pt x="8949332" y="1313551"/>
                  </a:lnTo>
                  <a:close/>
                </a:path>
                <a:path w="8949690" h="7105650">
                  <a:moveTo>
                    <a:pt x="8949332" y="1370701"/>
                  </a:moveTo>
                  <a:lnTo>
                    <a:pt x="8920756" y="1370701"/>
                  </a:lnTo>
                  <a:lnTo>
                    <a:pt x="8920756" y="1342126"/>
                  </a:lnTo>
                  <a:lnTo>
                    <a:pt x="8949332" y="1342126"/>
                  </a:lnTo>
                  <a:lnTo>
                    <a:pt x="8949332" y="1370701"/>
                  </a:lnTo>
                  <a:close/>
                </a:path>
                <a:path w="8949690" h="7105650">
                  <a:moveTo>
                    <a:pt x="8949332" y="1427851"/>
                  </a:moveTo>
                  <a:lnTo>
                    <a:pt x="8920756" y="1427851"/>
                  </a:lnTo>
                  <a:lnTo>
                    <a:pt x="8920756" y="1399276"/>
                  </a:lnTo>
                  <a:lnTo>
                    <a:pt x="8949332" y="1399276"/>
                  </a:lnTo>
                  <a:lnTo>
                    <a:pt x="8949332" y="1427851"/>
                  </a:lnTo>
                  <a:close/>
                </a:path>
                <a:path w="8949690" h="7105650">
                  <a:moveTo>
                    <a:pt x="8949332" y="1485001"/>
                  </a:moveTo>
                  <a:lnTo>
                    <a:pt x="8920756" y="1485001"/>
                  </a:lnTo>
                  <a:lnTo>
                    <a:pt x="8920756" y="1456426"/>
                  </a:lnTo>
                  <a:lnTo>
                    <a:pt x="8949332" y="1456426"/>
                  </a:lnTo>
                  <a:lnTo>
                    <a:pt x="8949332" y="1485001"/>
                  </a:lnTo>
                  <a:close/>
                </a:path>
                <a:path w="8949690" h="7105650">
                  <a:moveTo>
                    <a:pt x="8949332" y="1542151"/>
                  </a:moveTo>
                  <a:lnTo>
                    <a:pt x="8920756" y="1542151"/>
                  </a:lnTo>
                  <a:lnTo>
                    <a:pt x="8920756" y="1513576"/>
                  </a:lnTo>
                  <a:lnTo>
                    <a:pt x="8949332" y="1513576"/>
                  </a:lnTo>
                  <a:lnTo>
                    <a:pt x="8949332" y="1542151"/>
                  </a:lnTo>
                  <a:close/>
                </a:path>
                <a:path w="8949690" h="7105650">
                  <a:moveTo>
                    <a:pt x="8949332" y="1599301"/>
                  </a:moveTo>
                  <a:lnTo>
                    <a:pt x="8920756" y="1599301"/>
                  </a:lnTo>
                  <a:lnTo>
                    <a:pt x="8920756" y="1570726"/>
                  </a:lnTo>
                  <a:lnTo>
                    <a:pt x="8949332" y="1570726"/>
                  </a:lnTo>
                  <a:lnTo>
                    <a:pt x="8949332" y="1599301"/>
                  </a:lnTo>
                  <a:close/>
                </a:path>
                <a:path w="8949690" h="7105650">
                  <a:moveTo>
                    <a:pt x="8949332" y="1656451"/>
                  </a:moveTo>
                  <a:lnTo>
                    <a:pt x="8920756" y="1656451"/>
                  </a:lnTo>
                  <a:lnTo>
                    <a:pt x="8920756" y="1627876"/>
                  </a:lnTo>
                  <a:lnTo>
                    <a:pt x="8949332" y="1627876"/>
                  </a:lnTo>
                  <a:lnTo>
                    <a:pt x="8949332" y="1656451"/>
                  </a:lnTo>
                  <a:close/>
                </a:path>
                <a:path w="8949690" h="7105650">
                  <a:moveTo>
                    <a:pt x="8949332" y="1713601"/>
                  </a:moveTo>
                  <a:lnTo>
                    <a:pt x="8920756" y="1713601"/>
                  </a:lnTo>
                  <a:lnTo>
                    <a:pt x="8920756" y="1685026"/>
                  </a:lnTo>
                  <a:lnTo>
                    <a:pt x="8949332" y="1685026"/>
                  </a:lnTo>
                  <a:lnTo>
                    <a:pt x="8949332" y="1713601"/>
                  </a:lnTo>
                  <a:close/>
                </a:path>
                <a:path w="8949690" h="7105650">
                  <a:moveTo>
                    <a:pt x="8949332" y="1770751"/>
                  </a:moveTo>
                  <a:lnTo>
                    <a:pt x="8920756" y="1770751"/>
                  </a:lnTo>
                  <a:lnTo>
                    <a:pt x="8920756" y="1742176"/>
                  </a:lnTo>
                  <a:lnTo>
                    <a:pt x="8949332" y="1742176"/>
                  </a:lnTo>
                  <a:lnTo>
                    <a:pt x="8949332" y="1770751"/>
                  </a:lnTo>
                  <a:close/>
                </a:path>
                <a:path w="8949690" h="7105650">
                  <a:moveTo>
                    <a:pt x="8949332" y="1827901"/>
                  </a:moveTo>
                  <a:lnTo>
                    <a:pt x="8920756" y="1827901"/>
                  </a:lnTo>
                  <a:lnTo>
                    <a:pt x="8920756" y="1799326"/>
                  </a:lnTo>
                  <a:lnTo>
                    <a:pt x="8949332" y="1799326"/>
                  </a:lnTo>
                  <a:lnTo>
                    <a:pt x="8949332" y="1827901"/>
                  </a:lnTo>
                  <a:close/>
                </a:path>
                <a:path w="8949690" h="7105650">
                  <a:moveTo>
                    <a:pt x="8949332" y="1885051"/>
                  </a:moveTo>
                  <a:lnTo>
                    <a:pt x="8920756" y="1885051"/>
                  </a:lnTo>
                  <a:lnTo>
                    <a:pt x="8920756" y="1856476"/>
                  </a:lnTo>
                  <a:lnTo>
                    <a:pt x="8949332" y="1856476"/>
                  </a:lnTo>
                  <a:lnTo>
                    <a:pt x="8949332" y="1885051"/>
                  </a:lnTo>
                  <a:close/>
                </a:path>
                <a:path w="8949690" h="7105650">
                  <a:moveTo>
                    <a:pt x="8949332" y="1942201"/>
                  </a:moveTo>
                  <a:lnTo>
                    <a:pt x="8920756" y="1942201"/>
                  </a:lnTo>
                  <a:lnTo>
                    <a:pt x="8920756" y="1913626"/>
                  </a:lnTo>
                  <a:lnTo>
                    <a:pt x="8949332" y="1913626"/>
                  </a:lnTo>
                  <a:lnTo>
                    <a:pt x="8949332" y="1942201"/>
                  </a:lnTo>
                  <a:close/>
                </a:path>
                <a:path w="8949690" h="7105650">
                  <a:moveTo>
                    <a:pt x="8949332" y="1999351"/>
                  </a:moveTo>
                  <a:lnTo>
                    <a:pt x="8920756" y="1999351"/>
                  </a:lnTo>
                  <a:lnTo>
                    <a:pt x="8920756" y="1970776"/>
                  </a:lnTo>
                  <a:lnTo>
                    <a:pt x="8949332" y="1970776"/>
                  </a:lnTo>
                  <a:lnTo>
                    <a:pt x="8949332" y="1999351"/>
                  </a:lnTo>
                  <a:close/>
                </a:path>
                <a:path w="8949690" h="7105650">
                  <a:moveTo>
                    <a:pt x="8949332" y="2056501"/>
                  </a:moveTo>
                  <a:lnTo>
                    <a:pt x="8920756" y="2056501"/>
                  </a:lnTo>
                  <a:lnTo>
                    <a:pt x="8920756" y="2027926"/>
                  </a:lnTo>
                  <a:lnTo>
                    <a:pt x="8949332" y="2027926"/>
                  </a:lnTo>
                  <a:lnTo>
                    <a:pt x="8949332" y="2056501"/>
                  </a:lnTo>
                  <a:close/>
                </a:path>
                <a:path w="8949690" h="7105650">
                  <a:moveTo>
                    <a:pt x="8949332" y="2113651"/>
                  </a:moveTo>
                  <a:lnTo>
                    <a:pt x="8920756" y="2113651"/>
                  </a:lnTo>
                  <a:lnTo>
                    <a:pt x="8920756" y="2085076"/>
                  </a:lnTo>
                  <a:lnTo>
                    <a:pt x="8949332" y="2085076"/>
                  </a:lnTo>
                  <a:lnTo>
                    <a:pt x="8949332" y="2113651"/>
                  </a:lnTo>
                  <a:close/>
                </a:path>
                <a:path w="8949690" h="7105650">
                  <a:moveTo>
                    <a:pt x="8949332" y="2170801"/>
                  </a:moveTo>
                  <a:lnTo>
                    <a:pt x="8920756" y="2170801"/>
                  </a:lnTo>
                  <a:lnTo>
                    <a:pt x="8920756" y="2142226"/>
                  </a:lnTo>
                  <a:lnTo>
                    <a:pt x="8949332" y="2142226"/>
                  </a:lnTo>
                  <a:lnTo>
                    <a:pt x="8949332" y="2170801"/>
                  </a:lnTo>
                  <a:close/>
                </a:path>
                <a:path w="8949690" h="7105650">
                  <a:moveTo>
                    <a:pt x="8949332" y="2227951"/>
                  </a:moveTo>
                  <a:lnTo>
                    <a:pt x="8920756" y="2227951"/>
                  </a:lnTo>
                  <a:lnTo>
                    <a:pt x="8920756" y="2199376"/>
                  </a:lnTo>
                  <a:lnTo>
                    <a:pt x="8949332" y="2199376"/>
                  </a:lnTo>
                  <a:lnTo>
                    <a:pt x="8949332" y="2227951"/>
                  </a:lnTo>
                  <a:close/>
                </a:path>
                <a:path w="8949690" h="7105650">
                  <a:moveTo>
                    <a:pt x="8949332" y="2285101"/>
                  </a:moveTo>
                  <a:lnTo>
                    <a:pt x="8920756" y="2285101"/>
                  </a:lnTo>
                  <a:lnTo>
                    <a:pt x="8920756" y="2256526"/>
                  </a:lnTo>
                  <a:lnTo>
                    <a:pt x="8949332" y="2256526"/>
                  </a:lnTo>
                  <a:lnTo>
                    <a:pt x="8949332" y="2285101"/>
                  </a:lnTo>
                  <a:close/>
                </a:path>
                <a:path w="8949690" h="7105650">
                  <a:moveTo>
                    <a:pt x="8949332" y="2342251"/>
                  </a:moveTo>
                  <a:lnTo>
                    <a:pt x="8920756" y="2342251"/>
                  </a:lnTo>
                  <a:lnTo>
                    <a:pt x="8920756" y="2313676"/>
                  </a:lnTo>
                  <a:lnTo>
                    <a:pt x="8949332" y="2313676"/>
                  </a:lnTo>
                  <a:lnTo>
                    <a:pt x="8949332" y="2342251"/>
                  </a:lnTo>
                  <a:close/>
                </a:path>
                <a:path w="8949690" h="7105650">
                  <a:moveTo>
                    <a:pt x="8949332" y="2399401"/>
                  </a:moveTo>
                  <a:lnTo>
                    <a:pt x="8920756" y="2399401"/>
                  </a:lnTo>
                  <a:lnTo>
                    <a:pt x="8920756" y="2370826"/>
                  </a:lnTo>
                  <a:lnTo>
                    <a:pt x="8949332" y="2370826"/>
                  </a:lnTo>
                  <a:lnTo>
                    <a:pt x="8949332" y="2399401"/>
                  </a:lnTo>
                  <a:close/>
                </a:path>
                <a:path w="8949690" h="7105650">
                  <a:moveTo>
                    <a:pt x="8949332" y="2456551"/>
                  </a:moveTo>
                  <a:lnTo>
                    <a:pt x="8920756" y="2456551"/>
                  </a:lnTo>
                  <a:lnTo>
                    <a:pt x="8920756" y="2427976"/>
                  </a:lnTo>
                  <a:lnTo>
                    <a:pt x="8949332" y="2427976"/>
                  </a:lnTo>
                  <a:lnTo>
                    <a:pt x="8949332" y="2456551"/>
                  </a:lnTo>
                  <a:close/>
                </a:path>
                <a:path w="8949690" h="7105650">
                  <a:moveTo>
                    <a:pt x="8949332" y="2513701"/>
                  </a:moveTo>
                  <a:lnTo>
                    <a:pt x="8920756" y="2513701"/>
                  </a:lnTo>
                  <a:lnTo>
                    <a:pt x="8920756" y="2485126"/>
                  </a:lnTo>
                  <a:lnTo>
                    <a:pt x="8949332" y="2485126"/>
                  </a:lnTo>
                  <a:lnTo>
                    <a:pt x="8949332" y="2513701"/>
                  </a:lnTo>
                  <a:close/>
                </a:path>
                <a:path w="8949690" h="7105650">
                  <a:moveTo>
                    <a:pt x="8949332" y="2570851"/>
                  </a:moveTo>
                  <a:lnTo>
                    <a:pt x="8920756" y="2570851"/>
                  </a:lnTo>
                  <a:lnTo>
                    <a:pt x="8920756" y="2542276"/>
                  </a:lnTo>
                  <a:lnTo>
                    <a:pt x="8949332" y="2542276"/>
                  </a:lnTo>
                  <a:lnTo>
                    <a:pt x="8949332" y="2570851"/>
                  </a:lnTo>
                  <a:close/>
                </a:path>
                <a:path w="8949690" h="7105650">
                  <a:moveTo>
                    <a:pt x="8949332" y="2628001"/>
                  </a:moveTo>
                  <a:lnTo>
                    <a:pt x="8920756" y="2628001"/>
                  </a:lnTo>
                  <a:lnTo>
                    <a:pt x="8920756" y="2599426"/>
                  </a:lnTo>
                  <a:lnTo>
                    <a:pt x="8949332" y="2599426"/>
                  </a:lnTo>
                  <a:lnTo>
                    <a:pt x="8949332" y="2628001"/>
                  </a:lnTo>
                  <a:close/>
                </a:path>
                <a:path w="8949690" h="7105650">
                  <a:moveTo>
                    <a:pt x="8949332" y="2685151"/>
                  </a:moveTo>
                  <a:lnTo>
                    <a:pt x="8920756" y="2685151"/>
                  </a:lnTo>
                  <a:lnTo>
                    <a:pt x="8920756" y="2656576"/>
                  </a:lnTo>
                  <a:lnTo>
                    <a:pt x="8949332" y="2656576"/>
                  </a:lnTo>
                  <a:lnTo>
                    <a:pt x="8949332" y="2685151"/>
                  </a:lnTo>
                  <a:close/>
                </a:path>
                <a:path w="8949690" h="7105650">
                  <a:moveTo>
                    <a:pt x="8949332" y="2742301"/>
                  </a:moveTo>
                  <a:lnTo>
                    <a:pt x="8920756" y="2742301"/>
                  </a:lnTo>
                  <a:lnTo>
                    <a:pt x="8920756" y="2713726"/>
                  </a:lnTo>
                  <a:lnTo>
                    <a:pt x="8949332" y="2713726"/>
                  </a:lnTo>
                  <a:lnTo>
                    <a:pt x="8949332" y="2742301"/>
                  </a:lnTo>
                  <a:close/>
                </a:path>
                <a:path w="8949690" h="7105650">
                  <a:moveTo>
                    <a:pt x="8949332" y="2799451"/>
                  </a:moveTo>
                  <a:lnTo>
                    <a:pt x="8920756" y="2799451"/>
                  </a:lnTo>
                  <a:lnTo>
                    <a:pt x="8920756" y="2770876"/>
                  </a:lnTo>
                  <a:lnTo>
                    <a:pt x="8949332" y="2770876"/>
                  </a:lnTo>
                  <a:lnTo>
                    <a:pt x="8949332" y="2799451"/>
                  </a:lnTo>
                  <a:close/>
                </a:path>
                <a:path w="8949690" h="7105650">
                  <a:moveTo>
                    <a:pt x="8949332" y="2856601"/>
                  </a:moveTo>
                  <a:lnTo>
                    <a:pt x="8920756" y="2856601"/>
                  </a:lnTo>
                  <a:lnTo>
                    <a:pt x="8920756" y="2828026"/>
                  </a:lnTo>
                  <a:lnTo>
                    <a:pt x="8949332" y="2828026"/>
                  </a:lnTo>
                  <a:lnTo>
                    <a:pt x="8949332" y="2856601"/>
                  </a:lnTo>
                  <a:close/>
                </a:path>
                <a:path w="8949690" h="7105650">
                  <a:moveTo>
                    <a:pt x="8949332" y="2913751"/>
                  </a:moveTo>
                  <a:lnTo>
                    <a:pt x="8920756" y="2913751"/>
                  </a:lnTo>
                  <a:lnTo>
                    <a:pt x="8920756" y="2885176"/>
                  </a:lnTo>
                  <a:lnTo>
                    <a:pt x="8949332" y="2885176"/>
                  </a:lnTo>
                  <a:lnTo>
                    <a:pt x="8949332" y="2913751"/>
                  </a:lnTo>
                  <a:close/>
                </a:path>
                <a:path w="8949690" h="7105650">
                  <a:moveTo>
                    <a:pt x="8949332" y="2970901"/>
                  </a:moveTo>
                  <a:lnTo>
                    <a:pt x="8920756" y="2970901"/>
                  </a:lnTo>
                  <a:lnTo>
                    <a:pt x="8920756" y="2942326"/>
                  </a:lnTo>
                  <a:lnTo>
                    <a:pt x="8949332" y="2942326"/>
                  </a:lnTo>
                  <a:lnTo>
                    <a:pt x="8949332" y="2970901"/>
                  </a:lnTo>
                  <a:close/>
                </a:path>
                <a:path w="8949690" h="7105650">
                  <a:moveTo>
                    <a:pt x="8949332" y="3028051"/>
                  </a:moveTo>
                  <a:lnTo>
                    <a:pt x="8920756" y="3028051"/>
                  </a:lnTo>
                  <a:lnTo>
                    <a:pt x="8920756" y="2999476"/>
                  </a:lnTo>
                  <a:lnTo>
                    <a:pt x="8949332" y="2999476"/>
                  </a:lnTo>
                  <a:lnTo>
                    <a:pt x="8949332" y="3028051"/>
                  </a:lnTo>
                  <a:close/>
                </a:path>
                <a:path w="8949690" h="7105650">
                  <a:moveTo>
                    <a:pt x="8949332" y="3085201"/>
                  </a:moveTo>
                  <a:lnTo>
                    <a:pt x="8920756" y="3085201"/>
                  </a:lnTo>
                  <a:lnTo>
                    <a:pt x="8920756" y="3056626"/>
                  </a:lnTo>
                  <a:lnTo>
                    <a:pt x="8949332" y="3056626"/>
                  </a:lnTo>
                  <a:lnTo>
                    <a:pt x="8949332" y="3085201"/>
                  </a:lnTo>
                  <a:close/>
                </a:path>
                <a:path w="8949690" h="7105650">
                  <a:moveTo>
                    <a:pt x="8949332" y="3142351"/>
                  </a:moveTo>
                  <a:lnTo>
                    <a:pt x="8920756" y="3142351"/>
                  </a:lnTo>
                  <a:lnTo>
                    <a:pt x="8920756" y="3113776"/>
                  </a:lnTo>
                  <a:lnTo>
                    <a:pt x="8949332" y="3113776"/>
                  </a:lnTo>
                  <a:lnTo>
                    <a:pt x="8949332" y="3142351"/>
                  </a:lnTo>
                  <a:close/>
                </a:path>
                <a:path w="8949690" h="7105650">
                  <a:moveTo>
                    <a:pt x="8949332" y="3199501"/>
                  </a:moveTo>
                  <a:lnTo>
                    <a:pt x="8920756" y="3199501"/>
                  </a:lnTo>
                  <a:lnTo>
                    <a:pt x="8920756" y="3170926"/>
                  </a:lnTo>
                  <a:lnTo>
                    <a:pt x="8949332" y="3170926"/>
                  </a:lnTo>
                  <a:lnTo>
                    <a:pt x="8949332" y="3199501"/>
                  </a:lnTo>
                  <a:close/>
                </a:path>
                <a:path w="8949690" h="7105650">
                  <a:moveTo>
                    <a:pt x="8949332" y="3256651"/>
                  </a:moveTo>
                  <a:lnTo>
                    <a:pt x="8920756" y="3256651"/>
                  </a:lnTo>
                  <a:lnTo>
                    <a:pt x="8920756" y="3228076"/>
                  </a:lnTo>
                  <a:lnTo>
                    <a:pt x="8949332" y="3228076"/>
                  </a:lnTo>
                  <a:lnTo>
                    <a:pt x="8949332" y="3256651"/>
                  </a:lnTo>
                  <a:close/>
                </a:path>
                <a:path w="8949690" h="7105650">
                  <a:moveTo>
                    <a:pt x="8949332" y="3313801"/>
                  </a:moveTo>
                  <a:lnTo>
                    <a:pt x="8920756" y="3313801"/>
                  </a:lnTo>
                  <a:lnTo>
                    <a:pt x="8920756" y="3285226"/>
                  </a:lnTo>
                  <a:lnTo>
                    <a:pt x="8949332" y="3285226"/>
                  </a:lnTo>
                  <a:lnTo>
                    <a:pt x="8949332" y="3313801"/>
                  </a:lnTo>
                  <a:close/>
                </a:path>
                <a:path w="8949690" h="7105650">
                  <a:moveTo>
                    <a:pt x="8949332" y="3370951"/>
                  </a:moveTo>
                  <a:lnTo>
                    <a:pt x="8920756" y="3370951"/>
                  </a:lnTo>
                  <a:lnTo>
                    <a:pt x="8920756" y="3342376"/>
                  </a:lnTo>
                  <a:lnTo>
                    <a:pt x="8949332" y="3342376"/>
                  </a:lnTo>
                  <a:lnTo>
                    <a:pt x="8949332" y="3370951"/>
                  </a:lnTo>
                  <a:close/>
                </a:path>
                <a:path w="8949690" h="7105650">
                  <a:moveTo>
                    <a:pt x="8949332" y="3428101"/>
                  </a:moveTo>
                  <a:lnTo>
                    <a:pt x="8920756" y="3428101"/>
                  </a:lnTo>
                  <a:lnTo>
                    <a:pt x="8920756" y="3399526"/>
                  </a:lnTo>
                  <a:lnTo>
                    <a:pt x="8949332" y="3399526"/>
                  </a:lnTo>
                  <a:lnTo>
                    <a:pt x="8949332" y="3428101"/>
                  </a:lnTo>
                  <a:close/>
                </a:path>
                <a:path w="8949690" h="7105650">
                  <a:moveTo>
                    <a:pt x="8949332" y="3485251"/>
                  </a:moveTo>
                  <a:lnTo>
                    <a:pt x="8920756" y="3485251"/>
                  </a:lnTo>
                  <a:lnTo>
                    <a:pt x="8920756" y="3456676"/>
                  </a:lnTo>
                  <a:lnTo>
                    <a:pt x="8949332" y="3456676"/>
                  </a:lnTo>
                  <a:lnTo>
                    <a:pt x="8949332" y="3485251"/>
                  </a:lnTo>
                  <a:close/>
                </a:path>
                <a:path w="8949690" h="7105650">
                  <a:moveTo>
                    <a:pt x="8949332" y="3542401"/>
                  </a:moveTo>
                  <a:lnTo>
                    <a:pt x="8920756" y="3542401"/>
                  </a:lnTo>
                  <a:lnTo>
                    <a:pt x="8920756" y="3513826"/>
                  </a:lnTo>
                  <a:lnTo>
                    <a:pt x="8949332" y="3513826"/>
                  </a:lnTo>
                  <a:lnTo>
                    <a:pt x="8949332" y="3542401"/>
                  </a:lnTo>
                  <a:close/>
                </a:path>
                <a:path w="8949690" h="7105650">
                  <a:moveTo>
                    <a:pt x="8949332" y="3599551"/>
                  </a:moveTo>
                  <a:lnTo>
                    <a:pt x="8920756" y="3599551"/>
                  </a:lnTo>
                  <a:lnTo>
                    <a:pt x="8920756" y="3570976"/>
                  </a:lnTo>
                  <a:lnTo>
                    <a:pt x="8949332" y="3570976"/>
                  </a:lnTo>
                  <a:lnTo>
                    <a:pt x="8949332" y="3599551"/>
                  </a:lnTo>
                  <a:close/>
                </a:path>
                <a:path w="8949690" h="7105650">
                  <a:moveTo>
                    <a:pt x="8949332" y="3656701"/>
                  </a:moveTo>
                  <a:lnTo>
                    <a:pt x="8920756" y="3656701"/>
                  </a:lnTo>
                  <a:lnTo>
                    <a:pt x="8920756" y="3628126"/>
                  </a:lnTo>
                  <a:lnTo>
                    <a:pt x="8949332" y="3628126"/>
                  </a:lnTo>
                  <a:lnTo>
                    <a:pt x="8949332" y="3656701"/>
                  </a:lnTo>
                  <a:close/>
                </a:path>
                <a:path w="8949690" h="7105650">
                  <a:moveTo>
                    <a:pt x="8949332" y="3713851"/>
                  </a:moveTo>
                  <a:lnTo>
                    <a:pt x="8920756" y="3713851"/>
                  </a:lnTo>
                  <a:lnTo>
                    <a:pt x="8920756" y="3685276"/>
                  </a:lnTo>
                  <a:lnTo>
                    <a:pt x="8949332" y="3685276"/>
                  </a:lnTo>
                  <a:lnTo>
                    <a:pt x="8949332" y="3713851"/>
                  </a:lnTo>
                  <a:close/>
                </a:path>
                <a:path w="8949690" h="7105650">
                  <a:moveTo>
                    <a:pt x="8949332" y="3771001"/>
                  </a:moveTo>
                  <a:lnTo>
                    <a:pt x="8920756" y="3771001"/>
                  </a:lnTo>
                  <a:lnTo>
                    <a:pt x="8920756" y="3742426"/>
                  </a:lnTo>
                  <a:lnTo>
                    <a:pt x="8949332" y="3742426"/>
                  </a:lnTo>
                  <a:lnTo>
                    <a:pt x="8949332" y="3771001"/>
                  </a:lnTo>
                  <a:close/>
                </a:path>
                <a:path w="8949690" h="7105650">
                  <a:moveTo>
                    <a:pt x="8949332" y="3828151"/>
                  </a:moveTo>
                  <a:lnTo>
                    <a:pt x="8920756" y="3828151"/>
                  </a:lnTo>
                  <a:lnTo>
                    <a:pt x="8920756" y="3799576"/>
                  </a:lnTo>
                  <a:lnTo>
                    <a:pt x="8949332" y="3799576"/>
                  </a:lnTo>
                  <a:lnTo>
                    <a:pt x="8949332" y="3828151"/>
                  </a:lnTo>
                  <a:close/>
                </a:path>
                <a:path w="8949690" h="7105650">
                  <a:moveTo>
                    <a:pt x="8949332" y="3885301"/>
                  </a:moveTo>
                  <a:lnTo>
                    <a:pt x="8920756" y="3885301"/>
                  </a:lnTo>
                  <a:lnTo>
                    <a:pt x="8920756" y="3856726"/>
                  </a:lnTo>
                  <a:lnTo>
                    <a:pt x="8949332" y="3856726"/>
                  </a:lnTo>
                  <a:lnTo>
                    <a:pt x="8949332" y="3885301"/>
                  </a:lnTo>
                  <a:close/>
                </a:path>
                <a:path w="8949690" h="7105650">
                  <a:moveTo>
                    <a:pt x="8949332" y="3942451"/>
                  </a:moveTo>
                  <a:lnTo>
                    <a:pt x="8920756" y="3942451"/>
                  </a:lnTo>
                  <a:lnTo>
                    <a:pt x="8920756" y="3913876"/>
                  </a:lnTo>
                  <a:lnTo>
                    <a:pt x="8949332" y="3913876"/>
                  </a:lnTo>
                  <a:lnTo>
                    <a:pt x="8949332" y="3942451"/>
                  </a:lnTo>
                  <a:close/>
                </a:path>
                <a:path w="8949690" h="7105650">
                  <a:moveTo>
                    <a:pt x="8949332" y="3999601"/>
                  </a:moveTo>
                  <a:lnTo>
                    <a:pt x="8920756" y="3999601"/>
                  </a:lnTo>
                  <a:lnTo>
                    <a:pt x="8920756" y="3971026"/>
                  </a:lnTo>
                  <a:lnTo>
                    <a:pt x="8949332" y="3971026"/>
                  </a:lnTo>
                  <a:lnTo>
                    <a:pt x="8949332" y="3999601"/>
                  </a:lnTo>
                  <a:close/>
                </a:path>
                <a:path w="8949690" h="7105650">
                  <a:moveTo>
                    <a:pt x="8949332" y="4056751"/>
                  </a:moveTo>
                  <a:lnTo>
                    <a:pt x="8920756" y="4056751"/>
                  </a:lnTo>
                  <a:lnTo>
                    <a:pt x="8920756" y="4028176"/>
                  </a:lnTo>
                  <a:lnTo>
                    <a:pt x="8949332" y="4028176"/>
                  </a:lnTo>
                  <a:lnTo>
                    <a:pt x="8949332" y="4056751"/>
                  </a:lnTo>
                  <a:close/>
                </a:path>
                <a:path w="8949690" h="7105650">
                  <a:moveTo>
                    <a:pt x="8949332" y="4113901"/>
                  </a:moveTo>
                  <a:lnTo>
                    <a:pt x="8920756" y="4113901"/>
                  </a:lnTo>
                  <a:lnTo>
                    <a:pt x="8920756" y="4085326"/>
                  </a:lnTo>
                  <a:lnTo>
                    <a:pt x="8949332" y="4085326"/>
                  </a:lnTo>
                  <a:lnTo>
                    <a:pt x="8949332" y="4113901"/>
                  </a:lnTo>
                  <a:close/>
                </a:path>
                <a:path w="8949690" h="7105650">
                  <a:moveTo>
                    <a:pt x="8949332" y="4171051"/>
                  </a:moveTo>
                  <a:lnTo>
                    <a:pt x="8920756" y="4171051"/>
                  </a:lnTo>
                  <a:lnTo>
                    <a:pt x="8920756" y="4142476"/>
                  </a:lnTo>
                  <a:lnTo>
                    <a:pt x="8949332" y="4142476"/>
                  </a:lnTo>
                  <a:lnTo>
                    <a:pt x="8949332" y="4171051"/>
                  </a:lnTo>
                  <a:close/>
                </a:path>
                <a:path w="8949690" h="7105650">
                  <a:moveTo>
                    <a:pt x="8949332" y="4228201"/>
                  </a:moveTo>
                  <a:lnTo>
                    <a:pt x="8920756" y="4228201"/>
                  </a:lnTo>
                  <a:lnTo>
                    <a:pt x="8920756" y="4199626"/>
                  </a:lnTo>
                  <a:lnTo>
                    <a:pt x="8949332" y="4199626"/>
                  </a:lnTo>
                  <a:lnTo>
                    <a:pt x="8949332" y="4228201"/>
                  </a:lnTo>
                  <a:close/>
                </a:path>
                <a:path w="8949690" h="7105650">
                  <a:moveTo>
                    <a:pt x="8949332" y="4285351"/>
                  </a:moveTo>
                  <a:lnTo>
                    <a:pt x="8920756" y="4285351"/>
                  </a:lnTo>
                  <a:lnTo>
                    <a:pt x="8920756" y="4256776"/>
                  </a:lnTo>
                  <a:lnTo>
                    <a:pt x="8949332" y="4256776"/>
                  </a:lnTo>
                  <a:lnTo>
                    <a:pt x="8949332" y="4285351"/>
                  </a:lnTo>
                  <a:close/>
                </a:path>
                <a:path w="8949690" h="7105650">
                  <a:moveTo>
                    <a:pt x="8949332" y="4342501"/>
                  </a:moveTo>
                  <a:lnTo>
                    <a:pt x="8920756" y="4342501"/>
                  </a:lnTo>
                  <a:lnTo>
                    <a:pt x="8920756" y="4313926"/>
                  </a:lnTo>
                  <a:lnTo>
                    <a:pt x="8949332" y="4313926"/>
                  </a:lnTo>
                  <a:lnTo>
                    <a:pt x="8949332" y="4342501"/>
                  </a:lnTo>
                  <a:close/>
                </a:path>
                <a:path w="8949690" h="7105650">
                  <a:moveTo>
                    <a:pt x="8949332" y="4399651"/>
                  </a:moveTo>
                  <a:lnTo>
                    <a:pt x="8920756" y="4399651"/>
                  </a:lnTo>
                  <a:lnTo>
                    <a:pt x="8920756" y="4371076"/>
                  </a:lnTo>
                  <a:lnTo>
                    <a:pt x="8949332" y="4371076"/>
                  </a:lnTo>
                  <a:lnTo>
                    <a:pt x="8949332" y="4399651"/>
                  </a:lnTo>
                  <a:close/>
                </a:path>
                <a:path w="8949690" h="7105650">
                  <a:moveTo>
                    <a:pt x="8949332" y="4456801"/>
                  </a:moveTo>
                  <a:lnTo>
                    <a:pt x="8920756" y="4456801"/>
                  </a:lnTo>
                  <a:lnTo>
                    <a:pt x="8920756" y="4428226"/>
                  </a:lnTo>
                  <a:lnTo>
                    <a:pt x="8949332" y="4428226"/>
                  </a:lnTo>
                  <a:lnTo>
                    <a:pt x="8949332" y="4456801"/>
                  </a:lnTo>
                  <a:close/>
                </a:path>
                <a:path w="8949690" h="7105650">
                  <a:moveTo>
                    <a:pt x="8949332" y="4513951"/>
                  </a:moveTo>
                  <a:lnTo>
                    <a:pt x="8920756" y="4513951"/>
                  </a:lnTo>
                  <a:lnTo>
                    <a:pt x="8920756" y="4485376"/>
                  </a:lnTo>
                  <a:lnTo>
                    <a:pt x="8949332" y="4485376"/>
                  </a:lnTo>
                  <a:lnTo>
                    <a:pt x="8949332" y="4513951"/>
                  </a:lnTo>
                  <a:close/>
                </a:path>
                <a:path w="8949690" h="7105650">
                  <a:moveTo>
                    <a:pt x="8949332" y="4571101"/>
                  </a:moveTo>
                  <a:lnTo>
                    <a:pt x="8920756" y="4571101"/>
                  </a:lnTo>
                  <a:lnTo>
                    <a:pt x="8920756" y="4542526"/>
                  </a:lnTo>
                  <a:lnTo>
                    <a:pt x="8949332" y="4542526"/>
                  </a:lnTo>
                  <a:lnTo>
                    <a:pt x="8949332" y="4571101"/>
                  </a:lnTo>
                  <a:close/>
                </a:path>
                <a:path w="8949690" h="7105650">
                  <a:moveTo>
                    <a:pt x="8949332" y="4628251"/>
                  </a:moveTo>
                  <a:lnTo>
                    <a:pt x="8920756" y="4628251"/>
                  </a:lnTo>
                  <a:lnTo>
                    <a:pt x="8920756" y="4599676"/>
                  </a:lnTo>
                  <a:lnTo>
                    <a:pt x="8949332" y="4599676"/>
                  </a:lnTo>
                  <a:lnTo>
                    <a:pt x="8949332" y="4628251"/>
                  </a:lnTo>
                  <a:close/>
                </a:path>
                <a:path w="8949690" h="7105650">
                  <a:moveTo>
                    <a:pt x="8949332" y="4685401"/>
                  </a:moveTo>
                  <a:lnTo>
                    <a:pt x="8920756" y="4685401"/>
                  </a:lnTo>
                  <a:lnTo>
                    <a:pt x="8920756" y="4656826"/>
                  </a:lnTo>
                  <a:lnTo>
                    <a:pt x="8949332" y="4656826"/>
                  </a:lnTo>
                  <a:lnTo>
                    <a:pt x="8949332" y="4685401"/>
                  </a:lnTo>
                  <a:close/>
                </a:path>
                <a:path w="8949690" h="7105650">
                  <a:moveTo>
                    <a:pt x="8949332" y="4742551"/>
                  </a:moveTo>
                  <a:lnTo>
                    <a:pt x="8920756" y="4742551"/>
                  </a:lnTo>
                  <a:lnTo>
                    <a:pt x="8920756" y="4713976"/>
                  </a:lnTo>
                  <a:lnTo>
                    <a:pt x="8949332" y="4713976"/>
                  </a:lnTo>
                  <a:lnTo>
                    <a:pt x="8949332" y="4742551"/>
                  </a:lnTo>
                  <a:close/>
                </a:path>
                <a:path w="8949690" h="7105650">
                  <a:moveTo>
                    <a:pt x="8949332" y="4799701"/>
                  </a:moveTo>
                  <a:lnTo>
                    <a:pt x="8920756" y="4799701"/>
                  </a:lnTo>
                  <a:lnTo>
                    <a:pt x="8920756" y="4771126"/>
                  </a:lnTo>
                  <a:lnTo>
                    <a:pt x="8949332" y="4771126"/>
                  </a:lnTo>
                  <a:lnTo>
                    <a:pt x="8949332" y="4799701"/>
                  </a:lnTo>
                  <a:close/>
                </a:path>
                <a:path w="8949690" h="7105650">
                  <a:moveTo>
                    <a:pt x="8949332" y="4856851"/>
                  </a:moveTo>
                  <a:lnTo>
                    <a:pt x="8920756" y="4856851"/>
                  </a:lnTo>
                  <a:lnTo>
                    <a:pt x="8920756" y="4828276"/>
                  </a:lnTo>
                  <a:lnTo>
                    <a:pt x="8949332" y="4828276"/>
                  </a:lnTo>
                  <a:lnTo>
                    <a:pt x="8949332" y="4856851"/>
                  </a:lnTo>
                  <a:close/>
                </a:path>
                <a:path w="8949690" h="7105650">
                  <a:moveTo>
                    <a:pt x="8949332" y="4914001"/>
                  </a:moveTo>
                  <a:lnTo>
                    <a:pt x="8920756" y="4914001"/>
                  </a:lnTo>
                  <a:lnTo>
                    <a:pt x="8920756" y="4885426"/>
                  </a:lnTo>
                  <a:lnTo>
                    <a:pt x="8949332" y="4885426"/>
                  </a:lnTo>
                  <a:lnTo>
                    <a:pt x="8949332" y="4914001"/>
                  </a:lnTo>
                  <a:close/>
                </a:path>
                <a:path w="8949690" h="7105650">
                  <a:moveTo>
                    <a:pt x="8949332" y="4971151"/>
                  </a:moveTo>
                  <a:lnTo>
                    <a:pt x="8920756" y="4971151"/>
                  </a:lnTo>
                  <a:lnTo>
                    <a:pt x="8920756" y="4942576"/>
                  </a:lnTo>
                  <a:lnTo>
                    <a:pt x="8949332" y="4942576"/>
                  </a:lnTo>
                  <a:lnTo>
                    <a:pt x="8949332" y="4971151"/>
                  </a:lnTo>
                  <a:close/>
                </a:path>
                <a:path w="8949690" h="7105650">
                  <a:moveTo>
                    <a:pt x="8949332" y="5028301"/>
                  </a:moveTo>
                  <a:lnTo>
                    <a:pt x="8920756" y="5028301"/>
                  </a:lnTo>
                  <a:lnTo>
                    <a:pt x="8920756" y="4999726"/>
                  </a:lnTo>
                  <a:lnTo>
                    <a:pt x="8949332" y="4999726"/>
                  </a:lnTo>
                  <a:lnTo>
                    <a:pt x="8949332" y="5028301"/>
                  </a:lnTo>
                  <a:close/>
                </a:path>
                <a:path w="8949690" h="7105650">
                  <a:moveTo>
                    <a:pt x="8949332" y="5085451"/>
                  </a:moveTo>
                  <a:lnTo>
                    <a:pt x="8920756" y="5085451"/>
                  </a:lnTo>
                  <a:lnTo>
                    <a:pt x="8920756" y="5056876"/>
                  </a:lnTo>
                  <a:lnTo>
                    <a:pt x="8949332" y="5056876"/>
                  </a:lnTo>
                  <a:lnTo>
                    <a:pt x="8949332" y="5085451"/>
                  </a:lnTo>
                  <a:close/>
                </a:path>
                <a:path w="8949690" h="7105650">
                  <a:moveTo>
                    <a:pt x="8949332" y="5142601"/>
                  </a:moveTo>
                  <a:lnTo>
                    <a:pt x="8920756" y="5142601"/>
                  </a:lnTo>
                  <a:lnTo>
                    <a:pt x="8920756" y="5114026"/>
                  </a:lnTo>
                  <a:lnTo>
                    <a:pt x="8949332" y="5114026"/>
                  </a:lnTo>
                  <a:lnTo>
                    <a:pt x="8949332" y="5142601"/>
                  </a:lnTo>
                  <a:close/>
                </a:path>
                <a:path w="8949690" h="7105650">
                  <a:moveTo>
                    <a:pt x="8949332" y="5199751"/>
                  </a:moveTo>
                  <a:lnTo>
                    <a:pt x="8920756" y="5199751"/>
                  </a:lnTo>
                  <a:lnTo>
                    <a:pt x="8920756" y="5171176"/>
                  </a:lnTo>
                  <a:lnTo>
                    <a:pt x="8949332" y="5171176"/>
                  </a:lnTo>
                  <a:lnTo>
                    <a:pt x="8949332" y="5199751"/>
                  </a:lnTo>
                  <a:close/>
                </a:path>
                <a:path w="8949690" h="7105650">
                  <a:moveTo>
                    <a:pt x="8949332" y="5256901"/>
                  </a:moveTo>
                  <a:lnTo>
                    <a:pt x="8920756" y="5256901"/>
                  </a:lnTo>
                  <a:lnTo>
                    <a:pt x="8920756" y="5228326"/>
                  </a:lnTo>
                  <a:lnTo>
                    <a:pt x="8949332" y="5228326"/>
                  </a:lnTo>
                  <a:lnTo>
                    <a:pt x="8949332" y="5256901"/>
                  </a:lnTo>
                  <a:close/>
                </a:path>
                <a:path w="8949690" h="7105650">
                  <a:moveTo>
                    <a:pt x="8949332" y="5314051"/>
                  </a:moveTo>
                  <a:lnTo>
                    <a:pt x="8920756" y="5314051"/>
                  </a:lnTo>
                  <a:lnTo>
                    <a:pt x="8920756" y="5285476"/>
                  </a:lnTo>
                  <a:lnTo>
                    <a:pt x="8949332" y="5285476"/>
                  </a:lnTo>
                  <a:lnTo>
                    <a:pt x="8949332" y="5314051"/>
                  </a:lnTo>
                  <a:close/>
                </a:path>
                <a:path w="8949690" h="7105650">
                  <a:moveTo>
                    <a:pt x="8949332" y="5371201"/>
                  </a:moveTo>
                  <a:lnTo>
                    <a:pt x="8920756" y="5371201"/>
                  </a:lnTo>
                  <a:lnTo>
                    <a:pt x="8920756" y="5342626"/>
                  </a:lnTo>
                  <a:lnTo>
                    <a:pt x="8949332" y="5342626"/>
                  </a:lnTo>
                  <a:lnTo>
                    <a:pt x="8949332" y="5371201"/>
                  </a:lnTo>
                  <a:close/>
                </a:path>
                <a:path w="8949690" h="7105650">
                  <a:moveTo>
                    <a:pt x="8949332" y="5428351"/>
                  </a:moveTo>
                  <a:lnTo>
                    <a:pt x="8920756" y="5428351"/>
                  </a:lnTo>
                  <a:lnTo>
                    <a:pt x="8920756" y="5399776"/>
                  </a:lnTo>
                  <a:lnTo>
                    <a:pt x="8949332" y="5399776"/>
                  </a:lnTo>
                  <a:lnTo>
                    <a:pt x="8949332" y="5428351"/>
                  </a:lnTo>
                  <a:close/>
                </a:path>
                <a:path w="8949690" h="7105650">
                  <a:moveTo>
                    <a:pt x="8949332" y="5485500"/>
                  </a:moveTo>
                  <a:lnTo>
                    <a:pt x="8920756" y="5485500"/>
                  </a:lnTo>
                  <a:lnTo>
                    <a:pt x="8920756" y="5456925"/>
                  </a:lnTo>
                  <a:lnTo>
                    <a:pt x="8949332" y="5456925"/>
                  </a:lnTo>
                  <a:lnTo>
                    <a:pt x="8949332" y="5485500"/>
                  </a:lnTo>
                  <a:close/>
                </a:path>
                <a:path w="8949690" h="7105650">
                  <a:moveTo>
                    <a:pt x="8949332" y="5542650"/>
                  </a:moveTo>
                  <a:lnTo>
                    <a:pt x="8920756" y="5542650"/>
                  </a:lnTo>
                  <a:lnTo>
                    <a:pt x="8920756" y="5514076"/>
                  </a:lnTo>
                  <a:lnTo>
                    <a:pt x="8949332" y="5514076"/>
                  </a:lnTo>
                  <a:lnTo>
                    <a:pt x="8949332" y="5542650"/>
                  </a:lnTo>
                  <a:close/>
                </a:path>
                <a:path w="8949690" h="7105650">
                  <a:moveTo>
                    <a:pt x="8949332" y="5599800"/>
                  </a:moveTo>
                  <a:lnTo>
                    <a:pt x="8920756" y="5599800"/>
                  </a:lnTo>
                  <a:lnTo>
                    <a:pt x="8920756" y="5571225"/>
                  </a:lnTo>
                  <a:lnTo>
                    <a:pt x="8949332" y="5571225"/>
                  </a:lnTo>
                  <a:lnTo>
                    <a:pt x="8949332" y="5599800"/>
                  </a:lnTo>
                  <a:close/>
                </a:path>
                <a:path w="8949690" h="7105650">
                  <a:moveTo>
                    <a:pt x="8949332" y="5656950"/>
                  </a:moveTo>
                  <a:lnTo>
                    <a:pt x="8920756" y="5656950"/>
                  </a:lnTo>
                  <a:lnTo>
                    <a:pt x="8920756" y="5628375"/>
                  </a:lnTo>
                  <a:lnTo>
                    <a:pt x="8949332" y="5628375"/>
                  </a:lnTo>
                  <a:lnTo>
                    <a:pt x="8949332" y="5656950"/>
                  </a:lnTo>
                  <a:close/>
                </a:path>
                <a:path w="8949690" h="7105650">
                  <a:moveTo>
                    <a:pt x="8949332" y="5714100"/>
                  </a:moveTo>
                  <a:lnTo>
                    <a:pt x="8920756" y="5714100"/>
                  </a:lnTo>
                  <a:lnTo>
                    <a:pt x="8920756" y="5685525"/>
                  </a:lnTo>
                  <a:lnTo>
                    <a:pt x="8949332" y="5685525"/>
                  </a:lnTo>
                  <a:lnTo>
                    <a:pt x="8949332" y="5714100"/>
                  </a:lnTo>
                  <a:close/>
                </a:path>
                <a:path w="8949690" h="7105650">
                  <a:moveTo>
                    <a:pt x="8949332" y="5771250"/>
                  </a:moveTo>
                  <a:lnTo>
                    <a:pt x="8920756" y="5771250"/>
                  </a:lnTo>
                  <a:lnTo>
                    <a:pt x="8920756" y="5742675"/>
                  </a:lnTo>
                  <a:lnTo>
                    <a:pt x="8949332" y="5742675"/>
                  </a:lnTo>
                  <a:lnTo>
                    <a:pt x="8949332" y="5771250"/>
                  </a:lnTo>
                  <a:close/>
                </a:path>
                <a:path w="8949690" h="7105650">
                  <a:moveTo>
                    <a:pt x="8949332" y="5828400"/>
                  </a:moveTo>
                  <a:lnTo>
                    <a:pt x="8920756" y="5828400"/>
                  </a:lnTo>
                  <a:lnTo>
                    <a:pt x="8920756" y="5799825"/>
                  </a:lnTo>
                  <a:lnTo>
                    <a:pt x="8949332" y="5799825"/>
                  </a:lnTo>
                  <a:lnTo>
                    <a:pt x="8949332" y="5828400"/>
                  </a:lnTo>
                  <a:close/>
                </a:path>
                <a:path w="8949690" h="7105650">
                  <a:moveTo>
                    <a:pt x="8949332" y="5885550"/>
                  </a:moveTo>
                  <a:lnTo>
                    <a:pt x="8920756" y="5885550"/>
                  </a:lnTo>
                  <a:lnTo>
                    <a:pt x="8920756" y="5856975"/>
                  </a:lnTo>
                  <a:lnTo>
                    <a:pt x="8949332" y="5856975"/>
                  </a:lnTo>
                  <a:lnTo>
                    <a:pt x="8949332" y="5885550"/>
                  </a:lnTo>
                  <a:close/>
                </a:path>
                <a:path w="8949690" h="7105650">
                  <a:moveTo>
                    <a:pt x="8949332" y="5942700"/>
                  </a:moveTo>
                  <a:lnTo>
                    <a:pt x="8920756" y="5942700"/>
                  </a:lnTo>
                  <a:lnTo>
                    <a:pt x="8920756" y="5914125"/>
                  </a:lnTo>
                  <a:lnTo>
                    <a:pt x="8949332" y="5914125"/>
                  </a:lnTo>
                  <a:lnTo>
                    <a:pt x="8949332" y="5942700"/>
                  </a:lnTo>
                  <a:close/>
                </a:path>
                <a:path w="8949690" h="7105650">
                  <a:moveTo>
                    <a:pt x="8949332" y="5999850"/>
                  </a:moveTo>
                  <a:lnTo>
                    <a:pt x="8920756" y="5999850"/>
                  </a:lnTo>
                  <a:lnTo>
                    <a:pt x="8920756" y="5971275"/>
                  </a:lnTo>
                  <a:lnTo>
                    <a:pt x="8949332" y="5971275"/>
                  </a:lnTo>
                  <a:lnTo>
                    <a:pt x="8949332" y="5999850"/>
                  </a:lnTo>
                  <a:close/>
                </a:path>
                <a:path w="8949690" h="7105650">
                  <a:moveTo>
                    <a:pt x="8949332" y="6057000"/>
                  </a:moveTo>
                  <a:lnTo>
                    <a:pt x="8920756" y="6057000"/>
                  </a:lnTo>
                  <a:lnTo>
                    <a:pt x="8920756" y="6028425"/>
                  </a:lnTo>
                  <a:lnTo>
                    <a:pt x="8949332" y="6028425"/>
                  </a:lnTo>
                  <a:lnTo>
                    <a:pt x="8949332" y="6057000"/>
                  </a:lnTo>
                  <a:close/>
                </a:path>
                <a:path w="8949690" h="7105650">
                  <a:moveTo>
                    <a:pt x="8949332" y="6114150"/>
                  </a:moveTo>
                  <a:lnTo>
                    <a:pt x="8920756" y="6114150"/>
                  </a:lnTo>
                  <a:lnTo>
                    <a:pt x="8920756" y="6085575"/>
                  </a:lnTo>
                  <a:lnTo>
                    <a:pt x="8949332" y="6085575"/>
                  </a:lnTo>
                  <a:lnTo>
                    <a:pt x="8949332" y="6114150"/>
                  </a:lnTo>
                  <a:close/>
                </a:path>
                <a:path w="8949690" h="7105650">
                  <a:moveTo>
                    <a:pt x="8949332" y="6171300"/>
                  </a:moveTo>
                  <a:lnTo>
                    <a:pt x="8920756" y="6171300"/>
                  </a:lnTo>
                  <a:lnTo>
                    <a:pt x="8920756" y="6142725"/>
                  </a:lnTo>
                  <a:lnTo>
                    <a:pt x="8949332" y="6142725"/>
                  </a:lnTo>
                  <a:lnTo>
                    <a:pt x="8949332" y="6171300"/>
                  </a:lnTo>
                  <a:close/>
                </a:path>
                <a:path w="8949690" h="7105650">
                  <a:moveTo>
                    <a:pt x="8949332" y="6228450"/>
                  </a:moveTo>
                  <a:lnTo>
                    <a:pt x="8920756" y="6228450"/>
                  </a:lnTo>
                  <a:lnTo>
                    <a:pt x="8920756" y="6199875"/>
                  </a:lnTo>
                  <a:lnTo>
                    <a:pt x="8949332" y="6199875"/>
                  </a:lnTo>
                  <a:lnTo>
                    <a:pt x="8949332" y="6228450"/>
                  </a:lnTo>
                  <a:close/>
                </a:path>
                <a:path w="8949690" h="7105650">
                  <a:moveTo>
                    <a:pt x="8949332" y="6285600"/>
                  </a:moveTo>
                  <a:lnTo>
                    <a:pt x="8920756" y="6285600"/>
                  </a:lnTo>
                  <a:lnTo>
                    <a:pt x="8920756" y="6257025"/>
                  </a:lnTo>
                  <a:lnTo>
                    <a:pt x="8949332" y="6257025"/>
                  </a:lnTo>
                  <a:lnTo>
                    <a:pt x="8949332" y="6285600"/>
                  </a:lnTo>
                  <a:close/>
                </a:path>
                <a:path w="8949690" h="7105650">
                  <a:moveTo>
                    <a:pt x="8949332" y="6342750"/>
                  </a:moveTo>
                  <a:lnTo>
                    <a:pt x="8920756" y="6342750"/>
                  </a:lnTo>
                  <a:lnTo>
                    <a:pt x="8920756" y="6314175"/>
                  </a:lnTo>
                  <a:lnTo>
                    <a:pt x="8949332" y="6314175"/>
                  </a:lnTo>
                  <a:lnTo>
                    <a:pt x="8949332" y="6342750"/>
                  </a:lnTo>
                  <a:close/>
                </a:path>
                <a:path w="8949690" h="7105650">
                  <a:moveTo>
                    <a:pt x="8949332" y="6399900"/>
                  </a:moveTo>
                  <a:lnTo>
                    <a:pt x="8920756" y="6399900"/>
                  </a:lnTo>
                  <a:lnTo>
                    <a:pt x="8920756" y="6371325"/>
                  </a:lnTo>
                  <a:lnTo>
                    <a:pt x="8949332" y="6371325"/>
                  </a:lnTo>
                  <a:lnTo>
                    <a:pt x="8949332" y="6399900"/>
                  </a:lnTo>
                  <a:close/>
                </a:path>
                <a:path w="8949690" h="7105650">
                  <a:moveTo>
                    <a:pt x="8949332" y="6457050"/>
                  </a:moveTo>
                  <a:lnTo>
                    <a:pt x="8920756" y="6457050"/>
                  </a:lnTo>
                  <a:lnTo>
                    <a:pt x="8920756" y="6428475"/>
                  </a:lnTo>
                  <a:lnTo>
                    <a:pt x="8949332" y="6428475"/>
                  </a:lnTo>
                  <a:lnTo>
                    <a:pt x="8949332" y="6457050"/>
                  </a:lnTo>
                  <a:close/>
                </a:path>
                <a:path w="8949690" h="7105650">
                  <a:moveTo>
                    <a:pt x="8949332" y="6514200"/>
                  </a:moveTo>
                  <a:lnTo>
                    <a:pt x="8920756" y="6514200"/>
                  </a:lnTo>
                  <a:lnTo>
                    <a:pt x="8920756" y="6485625"/>
                  </a:lnTo>
                  <a:lnTo>
                    <a:pt x="8949332" y="6485625"/>
                  </a:lnTo>
                  <a:lnTo>
                    <a:pt x="8949332" y="6514200"/>
                  </a:lnTo>
                  <a:close/>
                </a:path>
                <a:path w="8949690" h="7105650">
                  <a:moveTo>
                    <a:pt x="8949332" y="6571350"/>
                  </a:moveTo>
                  <a:lnTo>
                    <a:pt x="8920756" y="6571350"/>
                  </a:lnTo>
                  <a:lnTo>
                    <a:pt x="8920756" y="6542775"/>
                  </a:lnTo>
                  <a:lnTo>
                    <a:pt x="8949332" y="6542775"/>
                  </a:lnTo>
                  <a:lnTo>
                    <a:pt x="8949332" y="6571350"/>
                  </a:lnTo>
                  <a:close/>
                </a:path>
                <a:path w="8949690" h="7105650">
                  <a:moveTo>
                    <a:pt x="8949332" y="6628500"/>
                  </a:moveTo>
                  <a:lnTo>
                    <a:pt x="8920756" y="6628500"/>
                  </a:lnTo>
                  <a:lnTo>
                    <a:pt x="8920756" y="6599925"/>
                  </a:lnTo>
                  <a:lnTo>
                    <a:pt x="8949332" y="6599925"/>
                  </a:lnTo>
                  <a:lnTo>
                    <a:pt x="8949332" y="6628500"/>
                  </a:lnTo>
                  <a:close/>
                </a:path>
                <a:path w="8949690" h="7105650">
                  <a:moveTo>
                    <a:pt x="8949332" y="6685650"/>
                  </a:moveTo>
                  <a:lnTo>
                    <a:pt x="8920756" y="6685650"/>
                  </a:lnTo>
                  <a:lnTo>
                    <a:pt x="8920756" y="6657075"/>
                  </a:lnTo>
                  <a:lnTo>
                    <a:pt x="8949332" y="6657075"/>
                  </a:lnTo>
                  <a:lnTo>
                    <a:pt x="8949332" y="6685650"/>
                  </a:lnTo>
                  <a:close/>
                </a:path>
                <a:path w="8949690" h="7105650">
                  <a:moveTo>
                    <a:pt x="8949332" y="6742800"/>
                  </a:moveTo>
                  <a:lnTo>
                    <a:pt x="8920756" y="6742800"/>
                  </a:lnTo>
                  <a:lnTo>
                    <a:pt x="8920756" y="6714225"/>
                  </a:lnTo>
                  <a:lnTo>
                    <a:pt x="8949332" y="6714225"/>
                  </a:lnTo>
                  <a:lnTo>
                    <a:pt x="8949332" y="6742800"/>
                  </a:lnTo>
                  <a:close/>
                </a:path>
                <a:path w="8949690" h="7105650">
                  <a:moveTo>
                    <a:pt x="8949332" y="6799950"/>
                  </a:moveTo>
                  <a:lnTo>
                    <a:pt x="8920756" y="6799950"/>
                  </a:lnTo>
                  <a:lnTo>
                    <a:pt x="8920756" y="6771375"/>
                  </a:lnTo>
                  <a:lnTo>
                    <a:pt x="8949332" y="6771375"/>
                  </a:lnTo>
                  <a:lnTo>
                    <a:pt x="8949332" y="6799950"/>
                  </a:lnTo>
                  <a:close/>
                </a:path>
                <a:path w="8949690" h="7105650">
                  <a:moveTo>
                    <a:pt x="8949332" y="6857100"/>
                  </a:moveTo>
                  <a:lnTo>
                    <a:pt x="8920756" y="6857100"/>
                  </a:lnTo>
                  <a:lnTo>
                    <a:pt x="8920756" y="6828525"/>
                  </a:lnTo>
                  <a:lnTo>
                    <a:pt x="8949332" y="6828525"/>
                  </a:lnTo>
                  <a:lnTo>
                    <a:pt x="8949332" y="6857100"/>
                  </a:lnTo>
                  <a:close/>
                </a:path>
                <a:path w="8949690" h="7105650">
                  <a:moveTo>
                    <a:pt x="8949332" y="6914250"/>
                  </a:moveTo>
                  <a:lnTo>
                    <a:pt x="8920756" y="6914250"/>
                  </a:lnTo>
                  <a:lnTo>
                    <a:pt x="8920756" y="6885675"/>
                  </a:lnTo>
                  <a:lnTo>
                    <a:pt x="8949332" y="6885675"/>
                  </a:lnTo>
                  <a:lnTo>
                    <a:pt x="8949332" y="6914250"/>
                  </a:lnTo>
                  <a:close/>
                </a:path>
                <a:path w="8949690" h="7105650">
                  <a:moveTo>
                    <a:pt x="8947007" y="6971532"/>
                  </a:moveTo>
                  <a:lnTo>
                    <a:pt x="8919335" y="6967458"/>
                  </a:lnTo>
                  <a:lnTo>
                    <a:pt x="8920282" y="6961021"/>
                  </a:lnTo>
                  <a:lnTo>
                    <a:pt x="8920756" y="6954547"/>
                  </a:lnTo>
                  <a:lnTo>
                    <a:pt x="8920756" y="6942825"/>
                  </a:lnTo>
                  <a:lnTo>
                    <a:pt x="8949332" y="6942825"/>
                  </a:lnTo>
                  <a:lnTo>
                    <a:pt x="8949332" y="6948035"/>
                  </a:lnTo>
                  <a:lnTo>
                    <a:pt x="8947007" y="6971532"/>
                  </a:lnTo>
                  <a:close/>
                </a:path>
                <a:path w="8949690" h="7105650">
                  <a:moveTo>
                    <a:pt x="8928851" y="7025275"/>
                  </a:moveTo>
                  <a:lnTo>
                    <a:pt x="8904442" y="7011947"/>
                  </a:lnTo>
                  <a:lnTo>
                    <a:pt x="8908214" y="7005040"/>
                  </a:lnTo>
                  <a:lnTo>
                    <a:pt x="8911349" y="6997856"/>
                  </a:lnTo>
                  <a:lnTo>
                    <a:pt x="8913849" y="6990394"/>
                  </a:lnTo>
                  <a:lnTo>
                    <a:pt x="8940274" y="6999247"/>
                  </a:lnTo>
                  <a:lnTo>
                    <a:pt x="8937006" y="7010000"/>
                  </a:lnTo>
                  <a:lnTo>
                    <a:pt x="8928851" y="7025275"/>
                  </a:lnTo>
                  <a:close/>
                </a:path>
                <a:path w="8949690" h="7105650">
                  <a:moveTo>
                    <a:pt x="8893025" y="7069813"/>
                  </a:moveTo>
                  <a:lnTo>
                    <a:pt x="8874777" y="7048775"/>
                  </a:lnTo>
                  <a:lnTo>
                    <a:pt x="8877159" y="7046709"/>
                  </a:lnTo>
                  <a:lnTo>
                    <a:pt x="8879466" y="7044559"/>
                  </a:lnTo>
                  <a:lnTo>
                    <a:pt x="8885109" y="7038916"/>
                  </a:lnTo>
                  <a:lnTo>
                    <a:pt x="8888319" y="7035339"/>
                  </a:lnTo>
                  <a:lnTo>
                    <a:pt x="8891329" y="7031595"/>
                  </a:lnTo>
                  <a:lnTo>
                    <a:pt x="8912992" y="7049011"/>
                  </a:lnTo>
                  <a:lnTo>
                    <a:pt x="8901905" y="7062532"/>
                  </a:lnTo>
                  <a:lnTo>
                    <a:pt x="8893025" y="7069813"/>
                  </a:lnTo>
                  <a:close/>
                </a:path>
                <a:path w="8949690" h="7105650">
                  <a:moveTo>
                    <a:pt x="8844312" y="7099170"/>
                  </a:moveTo>
                  <a:lnTo>
                    <a:pt x="8834394" y="7072830"/>
                  </a:lnTo>
                  <a:lnTo>
                    <a:pt x="8841759" y="7070057"/>
                  </a:lnTo>
                  <a:lnTo>
                    <a:pt x="8848826" y="7066657"/>
                  </a:lnTo>
                  <a:lnTo>
                    <a:pt x="8855594" y="7062631"/>
                  </a:lnTo>
                  <a:lnTo>
                    <a:pt x="8869897" y="7086675"/>
                  </a:lnTo>
                  <a:lnTo>
                    <a:pt x="8849373" y="7097632"/>
                  </a:lnTo>
                  <a:lnTo>
                    <a:pt x="8844312" y="7099170"/>
                  </a:lnTo>
                  <a:close/>
                </a:path>
                <a:path w="8949690" h="7105650">
                  <a:moveTo>
                    <a:pt x="8816615" y="7105649"/>
                  </a:moveTo>
                  <a:lnTo>
                    <a:pt x="8788154" y="7105649"/>
                  </a:lnTo>
                  <a:lnTo>
                    <a:pt x="8788040" y="7081344"/>
                  </a:lnTo>
                  <a:lnTo>
                    <a:pt x="8795995" y="7081344"/>
                  </a:lnTo>
                  <a:lnTo>
                    <a:pt x="8803883" y="7080600"/>
                  </a:lnTo>
                  <a:lnTo>
                    <a:pt x="8811704" y="7079151"/>
                  </a:lnTo>
                  <a:lnTo>
                    <a:pt x="8816615" y="7105649"/>
                  </a:lnTo>
                  <a:close/>
                </a:path>
                <a:path w="8949690" h="7105650">
                  <a:moveTo>
                    <a:pt x="8759584" y="7105649"/>
                  </a:moveTo>
                  <a:lnTo>
                    <a:pt x="8731009" y="7105649"/>
                  </a:lnTo>
                  <a:lnTo>
                    <a:pt x="8731009" y="7081382"/>
                  </a:lnTo>
                  <a:lnTo>
                    <a:pt x="8759584" y="7081382"/>
                  </a:lnTo>
                  <a:lnTo>
                    <a:pt x="8759584" y="7105649"/>
                  </a:lnTo>
                  <a:close/>
                </a:path>
                <a:path w="8949690" h="7105650">
                  <a:moveTo>
                    <a:pt x="8702434" y="7105649"/>
                  </a:moveTo>
                  <a:lnTo>
                    <a:pt x="8673859" y="7105649"/>
                  </a:lnTo>
                  <a:lnTo>
                    <a:pt x="8673859" y="7081382"/>
                  </a:lnTo>
                  <a:lnTo>
                    <a:pt x="8702434" y="7081382"/>
                  </a:lnTo>
                  <a:lnTo>
                    <a:pt x="8702434" y="7105649"/>
                  </a:lnTo>
                  <a:close/>
                </a:path>
                <a:path w="8949690" h="7105650">
                  <a:moveTo>
                    <a:pt x="8645284" y="7105649"/>
                  </a:moveTo>
                  <a:lnTo>
                    <a:pt x="8616709" y="7105649"/>
                  </a:lnTo>
                  <a:lnTo>
                    <a:pt x="8616709" y="7081382"/>
                  </a:lnTo>
                  <a:lnTo>
                    <a:pt x="8645284" y="7081382"/>
                  </a:lnTo>
                  <a:lnTo>
                    <a:pt x="8645284" y="7105649"/>
                  </a:lnTo>
                  <a:close/>
                </a:path>
                <a:path w="8949690" h="7105650">
                  <a:moveTo>
                    <a:pt x="8588134" y="7105649"/>
                  </a:moveTo>
                  <a:lnTo>
                    <a:pt x="8559559" y="7105649"/>
                  </a:lnTo>
                  <a:lnTo>
                    <a:pt x="8559559" y="7081382"/>
                  </a:lnTo>
                  <a:lnTo>
                    <a:pt x="8588134" y="7081382"/>
                  </a:lnTo>
                  <a:lnTo>
                    <a:pt x="8588134" y="7105649"/>
                  </a:lnTo>
                  <a:close/>
                </a:path>
                <a:path w="8949690" h="7105650">
                  <a:moveTo>
                    <a:pt x="8530984" y="7105649"/>
                  </a:moveTo>
                  <a:lnTo>
                    <a:pt x="8502409" y="7105649"/>
                  </a:lnTo>
                  <a:lnTo>
                    <a:pt x="8502409" y="7081382"/>
                  </a:lnTo>
                  <a:lnTo>
                    <a:pt x="8530984" y="7081382"/>
                  </a:lnTo>
                  <a:lnTo>
                    <a:pt x="8530984" y="7105649"/>
                  </a:lnTo>
                  <a:close/>
                </a:path>
                <a:path w="8949690" h="7105650">
                  <a:moveTo>
                    <a:pt x="8473834" y="7105649"/>
                  </a:moveTo>
                  <a:lnTo>
                    <a:pt x="8445259" y="7105649"/>
                  </a:lnTo>
                  <a:lnTo>
                    <a:pt x="8445259" y="7081382"/>
                  </a:lnTo>
                  <a:lnTo>
                    <a:pt x="8473834" y="7081382"/>
                  </a:lnTo>
                  <a:lnTo>
                    <a:pt x="8473834" y="7105649"/>
                  </a:lnTo>
                  <a:close/>
                </a:path>
                <a:path w="8949690" h="7105650">
                  <a:moveTo>
                    <a:pt x="8416684" y="7105649"/>
                  </a:moveTo>
                  <a:lnTo>
                    <a:pt x="8388109" y="7105649"/>
                  </a:lnTo>
                  <a:lnTo>
                    <a:pt x="8388109" y="7081382"/>
                  </a:lnTo>
                  <a:lnTo>
                    <a:pt x="8416684" y="7081382"/>
                  </a:lnTo>
                  <a:lnTo>
                    <a:pt x="8416684" y="7105649"/>
                  </a:lnTo>
                  <a:close/>
                </a:path>
                <a:path w="8949690" h="7105650">
                  <a:moveTo>
                    <a:pt x="8359534" y="7105649"/>
                  </a:moveTo>
                  <a:lnTo>
                    <a:pt x="8330959" y="7105649"/>
                  </a:lnTo>
                  <a:lnTo>
                    <a:pt x="8330959" y="7081382"/>
                  </a:lnTo>
                  <a:lnTo>
                    <a:pt x="8359534" y="7081382"/>
                  </a:lnTo>
                  <a:lnTo>
                    <a:pt x="8359534" y="7105649"/>
                  </a:lnTo>
                  <a:close/>
                </a:path>
                <a:path w="8949690" h="7105650">
                  <a:moveTo>
                    <a:pt x="8302384" y="7105649"/>
                  </a:moveTo>
                  <a:lnTo>
                    <a:pt x="8273809" y="7105649"/>
                  </a:lnTo>
                  <a:lnTo>
                    <a:pt x="8273809" y="7081382"/>
                  </a:lnTo>
                  <a:lnTo>
                    <a:pt x="8302384" y="7081382"/>
                  </a:lnTo>
                  <a:lnTo>
                    <a:pt x="8302384" y="7105649"/>
                  </a:lnTo>
                  <a:close/>
                </a:path>
                <a:path w="8949690" h="7105650">
                  <a:moveTo>
                    <a:pt x="8245234" y="7105649"/>
                  </a:moveTo>
                  <a:lnTo>
                    <a:pt x="8216659" y="7105649"/>
                  </a:lnTo>
                  <a:lnTo>
                    <a:pt x="8216659" y="7081382"/>
                  </a:lnTo>
                  <a:lnTo>
                    <a:pt x="8245234" y="7081382"/>
                  </a:lnTo>
                  <a:lnTo>
                    <a:pt x="8245234" y="7105649"/>
                  </a:lnTo>
                  <a:close/>
                </a:path>
                <a:path w="8949690" h="7105650">
                  <a:moveTo>
                    <a:pt x="8188084" y="7105649"/>
                  </a:moveTo>
                  <a:lnTo>
                    <a:pt x="8159509" y="7105649"/>
                  </a:lnTo>
                  <a:lnTo>
                    <a:pt x="8159509" y="7081382"/>
                  </a:lnTo>
                  <a:lnTo>
                    <a:pt x="8188084" y="7081382"/>
                  </a:lnTo>
                  <a:lnTo>
                    <a:pt x="8188084" y="7105649"/>
                  </a:lnTo>
                  <a:close/>
                </a:path>
                <a:path w="8949690" h="7105650">
                  <a:moveTo>
                    <a:pt x="8130934" y="7105649"/>
                  </a:moveTo>
                  <a:lnTo>
                    <a:pt x="8102359" y="7105649"/>
                  </a:lnTo>
                  <a:lnTo>
                    <a:pt x="8102359" y="7081382"/>
                  </a:lnTo>
                  <a:lnTo>
                    <a:pt x="8130934" y="7081382"/>
                  </a:lnTo>
                  <a:lnTo>
                    <a:pt x="8130934" y="7105649"/>
                  </a:lnTo>
                  <a:close/>
                </a:path>
                <a:path w="8949690" h="7105650">
                  <a:moveTo>
                    <a:pt x="8073784" y="7105649"/>
                  </a:moveTo>
                  <a:lnTo>
                    <a:pt x="8045209" y="7105649"/>
                  </a:lnTo>
                  <a:lnTo>
                    <a:pt x="8045209" y="7081382"/>
                  </a:lnTo>
                  <a:lnTo>
                    <a:pt x="8073784" y="7081382"/>
                  </a:lnTo>
                  <a:lnTo>
                    <a:pt x="8073784" y="7105649"/>
                  </a:lnTo>
                  <a:close/>
                </a:path>
                <a:path w="8949690" h="7105650">
                  <a:moveTo>
                    <a:pt x="8016634" y="7105649"/>
                  </a:moveTo>
                  <a:lnTo>
                    <a:pt x="7988059" y="7105649"/>
                  </a:lnTo>
                  <a:lnTo>
                    <a:pt x="7988059" y="7081382"/>
                  </a:lnTo>
                  <a:lnTo>
                    <a:pt x="8016634" y="7081382"/>
                  </a:lnTo>
                  <a:lnTo>
                    <a:pt x="8016634" y="7105649"/>
                  </a:lnTo>
                  <a:close/>
                </a:path>
                <a:path w="8949690" h="7105650">
                  <a:moveTo>
                    <a:pt x="7959484" y="7105649"/>
                  </a:moveTo>
                  <a:lnTo>
                    <a:pt x="7930909" y="7105649"/>
                  </a:lnTo>
                  <a:lnTo>
                    <a:pt x="7930909" y="7081382"/>
                  </a:lnTo>
                  <a:lnTo>
                    <a:pt x="7959484" y="7081382"/>
                  </a:lnTo>
                  <a:lnTo>
                    <a:pt x="7959484" y="7105649"/>
                  </a:lnTo>
                  <a:close/>
                </a:path>
                <a:path w="8949690" h="7105650">
                  <a:moveTo>
                    <a:pt x="7902334" y="7105649"/>
                  </a:moveTo>
                  <a:lnTo>
                    <a:pt x="7873759" y="7105649"/>
                  </a:lnTo>
                  <a:lnTo>
                    <a:pt x="7873759" y="7081382"/>
                  </a:lnTo>
                  <a:lnTo>
                    <a:pt x="7902334" y="7081382"/>
                  </a:lnTo>
                  <a:lnTo>
                    <a:pt x="7902334" y="7105649"/>
                  </a:lnTo>
                  <a:close/>
                </a:path>
                <a:path w="8949690" h="7105650">
                  <a:moveTo>
                    <a:pt x="7845184" y="7105649"/>
                  </a:moveTo>
                  <a:lnTo>
                    <a:pt x="7816609" y="7105649"/>
                  </a:lnTo>
                  <a:lnTo>
                    <a:pt x="7816609" y="7081382"/>
                  </a:lnTo>
                  <a:lnTo>
                    <a:pt x="7845184" y="7081382"/>
                  </a:lnTo>
                  <a:lnTo>
                    <a:pt x="7845184" y="7105649"/>
                  </a:lnTo>
                  <a:close/>
                </a:path>
                <a:path w="8949690" h="7105650">
                  <a:moveTo>
                    <a:pt x="7788034" y="7105649"/>
                  </a:moveTo>
                  <a:lnTo>
                    <a:pt x="7759459" y="7105649"/>
                  </a:lnTo>
                  <a:lnTo>
                    <a:pt x="7759459" y="7081382"/>
                  </a:lnTo>
                  <a:lnTo>
                    <a:pt x="7788034" y="7081382"/>
                  </a:lnTo>
                  <a:lnTo>
                    <a:pt x="7788034" y="7105649"/>
                  </a:lnTo>
                  <a:close/>
                </a:path>
                <a:path w="8949690" h="7105650">
                  <a:moveTo>
                    <a:pt x="7730884" y="7105649"/>
                  </a:moveTo>
                  <a:lnTo>
                    <a:pt x="7702309" y="7105649"/>
                  </a:lnTo>
                  <a:lnTo>
                    <a:pt x="7702309" y="7081382"/>
                  </a:lnTo>
                  <a:lnTo>
                    <a:pt x="7730884" y="7081382"/>
                  </a:lnTo>
                  <a:lnTo>
                    <a:pt x="7730884" y="7105649"/>
                  </a:lnTo>
                  <a:close/>
                </a:path>
                <a:path w="8949690" h="7105650">
                  <a:moveTo>
                    <a:pt x="7673734" y="7105649"/>
                  </a:moveTo>
                  <a:lnTo>
                    <a:pt x="7645159" y="7105649"/>
                  </a:lnTo>
                  <a:lnTo>
                    <a:pt x="7645159" y="7081382"/>
                  </a:lnTo>
                  <a:lnTo>
                    <a:pt x="7673734" y="7081382"/>
                  </a:lnTo>
                  <a:lnTo>
                    <a:pt x="7673734" y="7105649"/>
                  </a:lnTo>
                  <a:close/>
                </a:path>
                <a:path w="8949690" h="7105650">
                  <a:moveTo>
                    <a:pt x="7616584" y="7105649"/>
                  </a:moveTo>
                  <a:lnTo>
                    <a:pt x="7588009" y="7105649"/>
                  </a:lnTo>
                  <a:lnTo>
                    <a:pt x="7588009" y="7081382"/>
                  </a:lnTo>
                  <a:lnTo>
                    <a:pt x="7616584" y="7081382"/>
                  </a:lnTo>
                  <a:lnTo>
                    <a:pt x="7616584" y="7105649"/>
                  </a:lnTo>
                  <a:close/>
                </a:path>
                <a:path w="8949690" h="7105650">
                  <a:moveTo>
                    <a:pt x="7559434" y="7105649"/>
                  </a:moveTo>
                  <a:lnTo>
                    <a:pt x="7530859" y="7105649"/>
                  </a:lnTo>
                  <a:lnTo>
                    <a:pt x="7530859" y="7081382"/>
                  </a:lnTo>
                  <a:lnTo>
                    <a:pt x="7559434" y="7081382"/>
                  </a:lnTo>
                  <a:lnTo>
                    <a:pt x="7559434" y="7105649"/>
                  </a:lnTo>
                  <a:close/>
                </a:path>
                <a:path w="8949690" h="7105650">
                  <a:moveTo>
                    <a:pt x="7502284" y="7105649"/>
                  </a:moveTo>
                  <a:lnTo>
                    <a:pt x="7473709" y="7105649"/>
                  </a:lnTo>
                  <a:lnTo>
                    <a:pt x="7473709" y="7081382"/>
                  </a:lnTo>
                  <a:lnTo>
                    <a:pt x="7502284" y="7081382"/>
                  </a:lnTo>
                  <a:lnTo>
                    <a:pt x="7502284" y="7105649"/>
                  </a:lnTo>
                  <a:close/>
                </a:path>
                <a:path w="8949690" h="7105650">
                  <a:moveTo>
                    <a:pt x="7445134" y="7105649"/>
                  </a:moveTo>
                  <a:lnTo>
                    <a:pt x="7416559" y="7105649"/>
                  </a:lnTo>
                  <a:lnTo>
                    <a:pt x="7416559" y="7081382"/>
                  </a:lnTo>
                  <a:lnTo>
                    <a:pt x="7445134" y="7081382"/>
                  </a:lnTo>
                  <a:lnTo>
                    <a:pt x="7445134" y="7105649"/>
                  </a:lnTo>
                  <a:close/>
                </a:path>
                <a:path w="8949690" h="7105650">
                  <a:moveTo>
                    <a:pt x="7387984" y="7105649"/>
                  </a:moveTo>
                  <a:lnTo>
                    <a:pt x="7359410" y="7105649"/>
                  </a:lnTo>
                  <a:lnTo>
                    <a:pt x="7359410" y="7081382"/>
                  </a:lnTo>
                  <a:lnTo>
                    <a:pt x="7387984" y="7081382"/>
                  </a:lnTo>
                  <a:lnTo>
                    <a:pt x="7387984" y="7105649"/>
                  </a:lnTo>
                  <a:close/>
                </a:path>
                <a:path w="8949690" h="7105650">
                  <a:moveTo>
                    <a:pt x="7330835" y="7105649"/>
                  </a:moveTo>
                  <a:lnTo>
                    <a:pt x="7302260" y="7105649"/>
                  </a:lnTo>
                  <a:lnTo>
                    <a:pt x="7302260" y="7081382"/>
                  </a:lnTo>
                  <a:lnTo>
                    <a:pt x="7330835" y="7081382"/>
                  </a:lnTo>
                  <a:lnTo>
                    <a:pt x="7330835" y="7105649"/>
                  </a:lnTo>
                  <a:close/>
                </a:path>
                <a:path w="8949690" h="7105650">
                  <a:moveTo>
                    <a:pt x="7273685" y="7105649"/>
                  </a:moveTo>
                  <a:lnTo>
                    <a:pt x="7245110" y="7105649"/>
                  </a:lnTo>
                  <a:lnTo>
                    <a:pt x="7245110" y="7081382"/>
                  </a:lnTo>
                  <a:lnTo>
                    <a:pt x="7273685" y="7081382"/>
                  </a:lnTo>
                  <a:lnTo>
                    <a:pt x="7273685" y="7105649"/>
                  </a:lnTo>
                  <a:close/>
                </a:path>
                <a:path w="8949690" h="7105650">
                  <a:moveTo>
                    <a:pt x="7216535" y="7105649"/>
                  </a:moveTo>
                  <a:lnTo>
                    <a:pt x="7187959" y="7105649"/>
                  </a:lnTo>
                  <a:lnTo>
                    <a:pt x="7187959" y="7081382"/>
                  </a:lnTo>
                  <a:lnTo>
                    <a:pt x="7216535" y="7081382"/>
                  </a:lnTo>
                  <a:lnTo>
                    <a:pt x="7216535" y="7105649"/>
                  </a:lnTo>
                  <a:close/>
                </a:path>
                <a:path w="8949690" h="7105650">
                  <a:moveTo>
                    <a:pt x="7159384" y="7105649"/>
                  </a:moveTo>
                  <a:lnTo>
                    <a:pt x="7130809" y="7105649"/>
                  </a:lnTo>
                  <a:lnTo>
                    <a:pt x="7130809" y="7081382"/>
                  </a:lnTo>
                  <a:lnTo>
                    <a:pt x="7159384" y="7081382"/>
                  </a:lnTo>
                  <a:lnTo>
                    <a:pt x="7159384" y="7105649"/>
                  </a:lnTo>
                  <a:close/>
                </a:path>
                <a:path w="8949690" h="7105650">
                  <a:moveTo>
                    <a:pt x="7102234" y="7105649"/>
                  </a:moveTo>
                  <a:lnTo>
                    <a:pt x="7073659" y="7105649"/>
                  </a:lnTo>
                  <a:lnTo>
                    <a:pt x="7073659" y="7081382"/>
                  </a:lnTo>
                  <a:lnTo>
                    <a:pt x="7102234" y="7081382"/>
                  </a:lnTo>
                  <a:lnTo>
                    <a:pt x="7102234" y="7105649"/>
                  </a:lnTo>
                  <a:close/>
                </a:path>
                <a:path w="8949690" h="7105650">
                  <a:moveTo>
                    <a:pt x="7045084" y="7105649"/>
                  </a:moveTo>
                  <a:lnTo>
                    <a:pt x="7016509" y="7105649"/>
                  </a:lnTo>
                  <a:lnTo>
                    <a:pt x="7016509" y="7081382"/>
                  </a:lnTo>
                  <a:lnTo>
                    <a:pt x="7045084" y="7081382"/>
                  </a:lnTo>
                  <a:lnTo>
                    <a:pt x="7045084" y="7105649"/>
                  </a:lnTo>
                  <a:close/>
                </a:path>
                <a:path w="8949690" h="7105650">
                  <a:moveTo>
                    <a:pt x="6987934" y="7105649"/>
                  </a:moveTo>
                  <a:lnTo>
                    <a:pt x="6959359" y="7105649"/>
                  </a:lnTo>
                  <a:lnTo>
                    <a:pt x="6959359" y="7081382"/>
                  </a:lnTo>
                  <a:lnTo>
                    <a:pt x="6987934" y="7081382"/>
                  </a:lnTo>
                  <a:lnTo>
                    <a:pt x="6987934" y="7105649"/>
                  </a:lnTo>
                  <a:close/>
                </a:path>
                <a:path w="8949690" h="7105650">
                  <a:moveTo>
                    <a:pt x="6930784" y="7105649"/>
                  </a:moveTo>
                  <a:lnTo>
                    <a:pt x="6902210" y="7105649"/>
                  </a:lnTo>
                  <a:lnTo>
                    <a:pt x="6902210" y="7081382"/>
                  </a:lnTo>
                  <a:lnTo>
                    <a:pt x="6930784" y="7081382"/>
                  </a:lnTo>
                  <a:lnTo>
                    <a:pt x="6930784" y="7105649"/>
                  </a:lnTo>
                  <a:close/>
                </a:path>
                <a:path w="8949690" h="7105650">
                  <a:moveTo>
                    <a:pt x="6873635" y="7105649"/>
                  </a:moveTo>
                  <a:lnTo>
                    <a:pt x="6845060" y="7105649"/>
                  </a:lnTo>
                  <a:lnTo>
                    <a:pt x="6845060" y="7081382"/>
                  </a:lnTo>
                  <a:lnTo>
                    <a:pt x="6873635" y="7081382"/>
                  </a:lnTo>
                  <a:lnTo>
                    <a:pt x="6873635" y="7105649"/>
                  </a:lnTo>
                  <a:close/>
                </a:path>
                <a:path w="8949690" h="7105650">
                  <a:moveTo>
                    <a:pt x="6816484" y="7105649"/>
                  </a:moveTo>
                  <a:lnTo>
                    <a:pt x="6787909" y="7105649"/>
                  </a:lnTo>
                  <a:lnTo>
                    <a:pt x="6787909" y="7081382"/>
                  </a:lnTo>
                  <a:lnTo>
                    <a:pt x="6816484" y="7081382"/>
                  </a:lnTo>
                  <a:lnTo>
                    <a:pt x="6816484" y="7105649"/>
                  </a:lnTo>
                  <a:close/>
                </a:path>
                <a:path w="8949690" h="7105650">
                  <a:moveTo>
                    <a:pt x="6759334" y="7105649"/>
                  </a:moveTo>
                  <a:lnTo>
                    <a:pt x="6730759" y="7105649"/>
                  </a:lnTo>
                  <a:lnTo>
                    <a:pt x="6730759" y="7081382"/>
                  </a:lnTo>
                  <a:lnTo>
                    <a:pt x="6759334" y="7081382"/>
                  </a:lnTo>
                  <a:lnTo>
                    <a:pt x="6759334" y="7105649"/>
                  </a:lnTo>
                  <a:close/>
                </a:path>
                <a:path w="8949690" h="7105650">
                  <a:moveTo>
                    <a:pt x="6702184" y="7105649"/>
                  </a:moveTo>
                  <a:lnTo>
                    <a:pt x="6673609" y="7105649"/>
                  </a:lnTo>
                  <a:lnTo>
                    <a:pt x="6673609" y="7081382"/>
                  </a:lnTo>
                  <a:lnTo>
                    <a:pt x="6702184" y="7081382"/>
                  </a:lnTo>
                  <a:lnTo>
                    <a:pt x="6702184" y="7105649"/>
                  </a:lnTo>
                  <a:close/>
                </a:path>
                <a:path w="8949690" h="7105650">
                  <a:moveTo>
                    <a:pt x="6645034" y="7105649"/>
                  </a:moveTo>
                  <a:lnTo>
                    <a:pt x="6616459" y="7105649"/>
                  </a:lnTo>
                  <a:lnTo>
                    <a:pt x="6616459" y="7081382"/>
                  </a:lnTo>
                  <a:lnTo>
                    <a:pt x="6645034" y="7081382"/>
                  </a:lnTo>
                  <a:lnTo>
                    <a:pt x="6645034" y="7105649"/>
                  </a:lnTo>
                  <a:close/>
                </a:path>
                <a:path w="8949690" h="7105650">
                  <a:moveTo>
                    <a:pt x="6587884" y="7105649"/>
                  </a:moveTo>
                  <a:lnTo>
                    <a:pt x="6559309" y="7105649"/>
                  </a:lnTo>
                  <a:lnTo>
                    <a:pt x="6559309" y="7081382"/>
                  </a:lnTo>
                  <a:lnTo>
                    <a:pt x="6587884" y="7081382"/>
                  </a:lnTo>
                  <a:lnTo>
                    <a:pt x="6587884" y="7105649"/>
                  </a:lnTo>
                  <a:close/>
                </a:path>
                <a:path w="8949690" h="7105650">
                  <a:moveTo>
                    <a:pt x="6530734" y="7105649"/>
                  </a:moveTo>
                  <a:lnTo>
                    <a:pt x="6502159" y="7105649"/>
                  </a:lnTo>
                  <a:lnTo>
                    <a:pt x="6502159" y="7081382"/>
                  </a:lnTo>
                  <a:lnTo>
                    <a:pt x="6530734" y="7081382"/>
                  </a:lnTo>
                  <a:lnTo>
                    <a:pt x="6530734" y="7105649"/>
                  </a:lnTo>
                  <a:close/>
                </a:path>
                <a:path w="8949690" h="7105650">
                  <a:moveTo>
                    <a:pt x="6473584" y="7105649"/>
                  </a:moveTo>
                  <a:lnTo>
                    <a:pt x="6445009" y="7105649"/>
                  </a:lnTo>
                  <a:lnTo>
                    <a:pt x="6445009" y="7081382"/>
                  </a:lnTo>
                  <a:lnTo>
                    <a:pt x="6473584" y="7081382"/>
                  </a:lnTo>
                  <a:lnTo>
                    <a:pt x="6473584" y="7105649"/>
                  </a:lnTo>
                  <a:close/>
                </a:path>
                <a:path w="8949690" h="7105650">
                  <a:moveTo>
                    <a:pt x="6416434" y="7105649"/>
                  </a:moveTo>
                  <a:lnTo>
                    <a:pt x="6387859" y="7105649"/>
                  </a:lnTo>
                  <a:lnTo>
                    <a:pt x="6387859" y="7081382"/>
                  </a:lnTo>
                  <a:lnTo>
                    <a:pt x="6416434" y="7081382"/>
                  </a:lnTo>
                  <a:lnTo>
                    <a:pt x="6416434" y="7105649"/>
                  </a:lnTo>
                  <a:close/>
                </a:path>
                <a:path w="8949690" h="7105650">
                  <a:moveTo>
                    <a:pt x="6359284" y="7105649"/>
                  </a:moveTo>
                  <a:lnTo>
                    <a:pt x="6330709" y="7105649"/>
                  </a:lnTo>
                  <a:lnTo>
                    <a:pt x="6330709" y="7081382"/>
                  </a:lnTo>
                  <a:lnTo>
                    <a:pt x="6359284" y="7081382"/>
                  </a:lnTo>
                  <a:lnTo>
                    <a:pt x="6359284" y="7105649"/>
                  </a:lnTo>
                  <a:close/>
                </a:path>
                <a:path w="8949690" h="7105650">
                  <a:moveTo>
                    <a:pt x="6302134" y="7105649"/>
                  </a:moveTo>
                  <a:lnTo>
                    <a:pt x="6273559" y="7105649"/>
                  </a:lnTo>
                  <a:lnTo>
                    <a:pt x="6273559" y="7081382"/>
                  </a:lnTo>
                  <a:lnTo>
                    <a:pt x="6302134" y="7081382"/>
                  </a:lnTo>
                  <a:lnTo>
                    <a:pt x="6302134" y="7105649"/>
                  </a:lnTo>
                  <a:close/>
                </a:path>
                <a:path w="8949690" h="7105650">
                  <a:moveTo>
                    <a:pt x="6244984" y="7105649"/>
                  </a:moveTo>
                  <a:lnTo>
                    <a:pt x="6216409" y="7105649"/>
                  </a:lnTo>
                  <a:lnTo>
                    <a:pt x="6216409" y="7081382"/>
                  </a:lnTo>
                  <a:lnTo>
                    <a:pt x="6244984" y="7081382"/>
                  </a:lnTo>
                  <a:lnTo>
                    <a:pt x="6244984" y="7105649"/>
                  </a:lnTo>
                  <a:close/>
                </a:path>
                <a:path w="8949690" h="7105650">
                  <a:moveTo>
                    <a:pt x="6187834" y="7105649"/>
                  </a:moveTo>
                  <a:lnTo>
                    <a:pt x="6159259" y="7105649"/>
                  </a:lnTo>
                  <a:lnTo>
                    <a:pt x="6159259" y="7081382"/>
                  </a:lnTo>
                  <a:lnTo>
                    <a:pt x="6187834" y="7081382"/>
                  </a:lnTo>
                  <a:lnTo>
                    <a:pt x="6187834" y="7105649"/>
                  </a:lnTo>
                  <a:close/>
                </a:path>
                <a:path w="8949690" h="7105650">
                  <a:moveTo>
                    <a:pt x="6130684" y="7105649"/>
                  </a:moveTo>
                  <a:lnTo>
                    <a:pt x="6102109" y="7105649"/>
                  </a:lnTo>
                  <a:lnTo>
                    <a:pt x="6102109" y="7081382"/>
                  </a:lnTo>
                  <a:lnTo>
                    <a:pt x="6130684" y="7081382"/>
                  </a:lnTo>
                  <a:lnTo>
                    <a:pt x="6130684" y="7105649"/>
                  </a:lnTo>
                  <a:close/>
                </a:path>
                <a:path w="8949690" h="7105650">
                  <a:moveTo>
                    <a:pt x="6073534" y="7105649"/>
                  </a:moveTo>
                  <a:lnTo>
                    <a:pt x="6044959" y="7105649"/>
                  </a:lnTo>
                  <a:lnTo>
                    <a:pt x="6044959" y="7081382"/>
                  </a:lnTo>
                  <a:lnTo>
                    <a:pt x="6073534" y="7081382"/>
                  </a:lnTo>
                  <a:lnTo>
                    <a:pt x="6073534" y="7105649"/>
                  </a:lnTo>
                  <a:close/>
                </a:path>
                <a:path w="8949690" h="7105650">
                  <a:moveTo>
                    <a:pt x="6016384" y="7105649"/>
                  </a:moveTo>
                  <a:lnTo>
                    <a:pt x="5987809" y="7105649"/>
                  </a:lnTo>
                  <a:lnTo>
                    <a:pt x="5987809" y="7081382"/>
                  </a:lnTo>
                  <a:lnTo>
                    <a:pt x="6016384" y="7081382"/>
                  </a:lnTo>
                  <a:lnTo>
                    <a:pt x="6016384" y="7105649"/>
                  </a:lnTo>
                  <a:close/>
                </a:path>
                <a:path w="8949690" h="7105650">
                  <a:moveTo>
                    <a:pt x="5959234" y="7105649"/>
                  </a:moveTo>
                  <a:lnTo>
                    <a:pt x="5930659" y="7105649"/>
                  </a:lnTo>
                  <a:lnTo>
                    <a:pt x="5930659" y="7081382"/>
                  </a:lnTo>
                  <a:lnTo>
                    <a:pt x="5959234" y="7081382"/>
                  </a:lnTo>
                  <a:lnTo>
                    <a:pt x="5959234" y="7105649"/>
                  </a:lnTo>
                  <a:close/>
                </a:path>
                <a:path w="8949690" h="7105650">
                  <a:moveTo>
                    <a:pt x="5902084" y="7105649"/>
                  </a:moveTo>
                  <a:lnTo>
                    <a:pt x="5873509" y="7105649"/>
                  </a:lnTo>
                  <a:lnTo>
                    <a:pt x="5873509" y="7081382"/>
                  </a:lnTo>
                  <a:lnTo>
                    <a:pt x="5902084" y="7081382"/>
                  </a:lnTo>
                  <a:lnTo>
                    <a:pt x="5902084" y="7105649"/>
                  </a:lnTo>
                  <a:close/>
                </a:path>
                <a:path w="8949690" h="7105650">
                  <a:moveTo>
                    <a:pt x="5844934" y="7105649"/>
                  </a:moveTo>
                  <a:lnTo>
                    <a:pt x="5816359" y="7105649"/>
                  </a:lnTo>
                  <a:lnTo>
                    <a:pt x="5816359" y="7081382"/>
                  </a:lnTo>
                  <a:lnTo>
                    <a:pt x="5844934" y="7081382"/>
                  </a:lnTo>
                  <a:lnTo>
                    <a:pt x="5844934" y="7105649"/>
                  </a:lnTo>
                  <a:close/>
                </a:path>
                <a:path w="8949690" h="7105650">
                  <a:moveTo>
                    <a:pt x="5787784" y="7105649"/>
                  </a:moveTo>
                  <a:lnTo>
                    <a:pt x="5759209" y="7105649"/>
                  </a:lnTo>
                  <a:lnTo>
                    <a:pt x="5759209" y="7081382"/>
                  </a:lnTo>
                  <a:lnTo>
                    <a:pt x="5787784" y="7081382"/>
                  </a:lnTo>
                  <a:lnTo>
                    <a:pt x="5787784" y="7105649"/>
                  </a:lnTo>
                  <a:close/>
                </a:path>
                <a:path w="8949690" h="7105650">
                  <a:moveTo>
                    <a:pt x="5730634" y="7105649"/>
                  </a:moveTo>
                  <a:lnTo>
                    <a:pt x="5702059" y="7105649"/>
                  </a:lnTo>
                  <a:lnTo>
                    <a:pt x="5702059" y="7081382"/>
                  </a:lnTo>
                  <a:lnTo>
                    <a:pt x="5730634" y="7081382"/>
                  </a:lnTo>
                  <a:lnTo>
                    <a:pt x="5730634" y="7105649"/>
                  </a:lnTo>
                  <a:close/>
                </a:path>
                <a:path w="8949690" h="7105650">
                  <a:moveTo>
                    <a:pt x="5673484" y="7105649"/>
                  </a:moveTo>
                  <a:lnTo>
                    <a:pt x="5644909" y="7105649"/>
                  </a:lnTo>
                  <a:lnTo>
                    <a:pt x="5644909" y="7081382"/>
                  </a:lnTo>
                  <a:lnTo>
                    <a:pt x="5673484" y="7081382"/>
                  </a:lnTo>
                  <a:lnTo>
                    <a:pt x="5673484" y="7105649"/>
                  </a:lnTo>
                  <a:close/>
                </a:path>
                <a:path w="8949690" h="7105650">
                  <a:moveTo>
                    <a:pt x="5616334" y="7105649"/>
                  </a:moveTo>
                  <a:lnTo>
                    <a:pt x="5587759" y="7105649"/>
                  </a:lnTo>
                  <a:lnTo>
                    <a:pt x="5587759" y="7081382"/>
                  </a:lnTo>
                  <a:lnTo>
                    <a:pt x="5616334" y="7081382"/>
                  </a:lnTo>
                  <a:lnTo>
                    <a:pt x="5616334" y="7105649"/>
                  </a:lnTo>
                  <a:close/>
                </a:path>
                <a:path w="8949690" h="7105650">
                  <a:moveTo>
                    <a:pt x="5559184" y="7105649"/>
                  </a:moveTo>
                  <a:lnTo>
                    <a:pt x="5530609" y="7105649"/>
                  </a:lnTo>
                  <a:lnTo>
                    <a:pt x="5530609" y="7081382"/>
                  </a:lnTo>
                  <a:lnTo>
                    <a:pt x="5559184" y="7081382"/>
                  </a:lnTo>
                  <a:lnTo>
                    <a:pt x="5559184" y="7105649"/>
                  </a:lnTo>
                  <a:close/>
                </a:path>
                <a:path w="8949690" h="7105650">
                  <a:moveTo>
                    <a:pt x="5502034" y="7105649"/>
                  </a:moveTo>
                  <a:lnTo>
                    <a:pt x="5473459" y="7105649"/>
                  </a:lnTo>
                  <a:lnTo>
                    <a:pt x="5473459" y="7081382"/>
                  </a:lnTo>
                  <a:lnTo>
                    <a:pt x="5502034" y="7081382"/>
                  </a:lnTo>
                  <a:lnTo>
                    <a:pt x="5502034" y="7105649"/>
                  </a:lnTo>
                  <a:close/>
                </a:path>
                <a:path w="8949690" h="7105650">
                  <a:moveTo>
                    <a:pt x="5444884" y="7105649"/>
                  </a:moveTo>
                  <a:lnTo>
                    <a:pt x="5416309" y="7105649"/>
                  </a:lnTo>
                  <a:lnTo>
                    <a:pt x="5416309" y="7081382"/>
                  </a:lnTo>
                  <a:lnTo>
                    <a:pt x="5444884" y="7081382"/>
                  </a:lnTo>
                  <a:lnTo>
                    <a:pt x="5444884" y="7105649"/>
                  </a:lnTo>
                  <a:close/>
                </a:path>
                <a:path w="8949690" h="7105650">
                  <a:moveTo>
                    <a:pt x="5387734" y="7105649"/>
                  </a:moveTo>
                  <a:lnTo>
                    <a:pt x="5359159" y="7105649"/>
                  </a:lnTo>
                  <a:lnTo>
                    <a:pt x="5359159" y="7081382"/>
                  </a:lnTo>
                  <a:lnTo>
                    <a:pt x="5387734" y="7081382"/>
                  </a:lnTo>
                  <a:lnTo>
                    <a:pt x="5387734" y="7105649"/>
                  </a:lnTo>
                  <a:close/>
                </a:path>
                <a:path w="8949690" h="7105650">
                  <a:moveTo>
                    <a:pt x="5330584" y="7105649"/>
                  </a:moveTo>
                  <a:lnTo>
                    <a:pt x="5302009" y="7105649"/>
                  </a:lnTo>
                  <a:lnTo>
                    <a:pt x="5302009" y="7081382"/>
                  </a:lnTo>
                  <a:lnTo>
                    <a:pt x="5330584" y="7081382"/>
                  </a:lnTo>
                  <a:lnTo>
                    <a:pt x="5330584" y="7105649"/>
                  </a:lnTo>
                  <a:close/>
                </a:path>
                <a:path w="8949690" h="7105650">
                  <a:moveTo>
                    <a:pt x="5273434" y="7105649"/>
                  </a:moveTo>
                  <a:lnTo>
                    <a:pt x="5244859" y="7105649"/>
                  </a:lnTo>
                  <a:lnTo>
                    <a:pt x="5244859" y="7081382"/>
                  </a:lnTo>
                  <a:lnTo>
                    <a:pt x="5273434" y="7081382"/>
                  </a:lnTo>
                  <a:lnTo>
                    <a:pt x="5273434" y="7105649"/>
                  </a:lnTo>
                  <a:close/>
                </a:path>
                <a:path w="8949690" h="7105650">
                  <a:moveTo>
                    <a:pt x="5216284" y="7105649"/>
                  </a:moveTo>
                  <a:lnTo>
                    <a:pt x="5187709" y="7105649"/>
                  </a:lnTo>
                  <a:lnTo>
                    <a:pt x="5187709" y="7081382"/>
                  </a:lnTo>
                  <a:lnTo>
                    <a:pt x="5216284" y="7081382"/>
                  </a:lnTo>
                  <a:lnTo>
                    <a:pt x="5216284" y="7105649"/>
                  </a:lnTo>
                  <a:close/>
                </a:path>
                <a:path w="8949690" h="7105650">
                  <a:moveTo>
                    <a:pt x="5159134" y="7105649"/>
                  </a:moveTo>
                  <a:lnTo>
                    <a:pt x="5130559" y="7105649"/>
                  </a:lnTo>
                  <a:lnTo>
                    <a:pt x="5130559" y="7081382"/>
                  </a:lnTo>
                  <a:lnTo>
                    <a:pt x="5159134" y="7081382"/>
                  </a:lnTo>
                  <a:lnTo>
                    <a:pt x="5159134" y="7105649"/>
                  </a:lnTo>
                  <a:close/>
                </a:path>
                <a:path w="8949690" h="7105650">
                  <a:moveTo>
                    <a:pt x="5101984" y="7105649"/>
                  </a:moveTo>
                  <a:lnTo>
                    <a:pt x="5073409" y="7105649"/>
                  </a:lnTo>
                  <a:lnTo>
                    <a:pt x="5073409" y="7081382"/>
                  </a:lnTo>
                  <a:lnTo>
                    <a:pt x="5101984" y="7081382"/>
                  </a:lnTo>
                  <a:lnTo>
                    <a:pt x="5101984" y="7105649"/>
                  </a:lnTo>
                  <a:close/>
                </a:path>
                <a:path w="8949690" h="7105650">
                  <a:moveTo>
                    <a:pt x="5044834" y="7105649"/>
                  </a:moveTo>
                  <a:lnTo>
                    <a:pt x="5016259" y="7105649"/>
                  </a:lnTo>
                  <a:lnTo>
                    <a:pt x="5016259" y="7081382"/>
                  </a:lnTo>
                  <a:lnTo>
                    <a:pt x="5044834" y="7081382"/>
                  </a:lnTo>
                  <a:lnTo>
                    <a:pt x="5044834" y="7105649"/>
                  </a:lnTo>
                  <a:close/>
                </a:path>
                <a:path w="8949690" h="7105650">
                  <a:moveTo>
                    <a:pt x="4987684" y="7105649"/>
                  </a:moveTo>
                  <a:lnTo>
                    <a:pt x="4959109" y="7105649"/>
                  </a:lnTo>
                  <a:lnTo>
                    <a:pt x="4959109" y="7081382"/>
                  </a:lnTo>
                  <a:lnTo>
                    <a:pt x="4987684" y="7081382"/>
                  </a:lnTo>
                  <a:lnTo>
                    <a:pt x="4987684" y="7105649"/>
                  </a:lnTo>
                  <a:close/>
                </a:path>
                <a:path w="8949690" h="7105650">
                  <a:moveTo>
                    <a:pt x="4930534" y="7105649"/>
                  </a:moveTo>
                  <a:lnTo>
                    <a:pt x="4901959" y="7105649"/>
                  </a:lnTo>
                  <a:lnTo>
                    <a:pt x="4901959" y="7081382"/>
                  </a:lnTo>
                  <a:lnTo>
                    <a:pt x="4930534" y="7081382"/>
                  </a:lnTo>
                  <a:lnTo>
                    <a:pt x="4930534" y="7105649"/>
                  </a:lnTo>
                  <a:close/>
                </a:path>
                <a:path w="8949690" h="7105650">
                  <a:moveTo>
                    <a:pt x="4873384" y="7105649"/>
                  </a:moveTo>
                  <a:lnTo>
                    <a:pt x="4844809" y="7105649"/>
                  </a:lnTo>
                  <a:lnTo>
                    <a:pt x="4844809" y="7081382"/>
                  </a:lnTo>
                  <a:lnTo>
                    <a:pt x="4873384" y="7081382"/>
                  </a:lnTo>
                  <a:lnTo>
                    <a:pt x="4873384" y="7105649"/>
                  </a:lnTo>
                  <a:close/>
                </a:path>
                <a:path w="8949690" h="7105650">
                  <a:moveTo>
                    <a:pt x="4816234" y="7105649"/>
                  </a:moveTo>
                  <a:lnTo>
                    <a:pt x="4787659" y="7105649"/>
                  </a:lnTo>
                  <a:lnTo>
                    <a:pt x="4787659" y="7081382"/>
                  </a:lnTo>
                  <a:lnTo>
                    <a:pt x="4816234" y="7081382"/>
                  </a:lnTo>
                  <a:lnTo>
                    <a:pt x="4816234" y="7105649"/>
                  </a:lnTo>
                  <a:close/>
                </a:path>
                <a:path w="8949690" h="7105650">
                  <a:moveTo>
                    <a:pt x="4759084" y="7105649"/>
                  </a:moveTo>
                  <a:lnTo>
                    <a:pt x="4730509" y="7105649"/>
                  </a:lnTo>
                  <a:lnTo>
                    <a:pt x="4730509" y="7081382"/>
                  </a:lnTo>
                  <a:lnTo>
                    <a:pt x="4759084" y="7081382"/>
                  </a:lnTo>
                  <a:lnTo>
                    <a:pt x="4759084" y="7105649"/>
                  </a:lnTo>
                  <a:close/>
                </a:path>
                <a:path w="8949690" h="7105650">
                  <a:moveTo>
                    <a:pt x="4701934" y="7105649"/>
                  </a:moveTo>
                  <a:lnTo>
                    <a:pt x="4673359" y="7105649"/>
                  </a:lnTo>
                  <a:lnTo>
                    <a:pt x="4673359" y="7081382"/>
                  </a:lnTo>
                  <a:lnTo>
                    <a:pt x="4701934" y="7081382"/>
                  </a:lnTo>
                  <a:lnTo>
                    <a:pt x="4701934" y="7105649"/>
                  </a:lnTo>
                  <a:close/>
                </a:path>
                <a:path w="8949690" h="7105650">
                  <a:moveTo>
                    <a:pt x="4644784" y="7105649"/>
                  </a:moveTo>
                  <a:lnTo>
                    <a:pt x="4616209" y="7105649"/>
                  </a:lnTo>
                  <a:lnTo>
                    <a:pt x="4616209" y="7081382"/>
                  </a:lnTo>
                  <a:lnTo>
                    <a:pt x="4644784" y="7081382"/>
                  </a:lnTo>
                  <a:lnTo>
                    <a:pt x="4644784" y="7105649"/>
                  </a:lnTo>
                  <a:close/>
                </a:path>
                <a:path w="8949690" h="7105650">
                  <a:moveTo>
                    <a:pt x="4587634" y="7105649"/>
                  </a:moveTo>
                  <a:lnTo>
                    <a:pt x="4559059" y="7105649"/>
                  </a:lnTo>
                  <a:lnTo>
                    <a:pt x="4559059" y="7081382"/>
                  </a:lnTo>
                  <a:lnTo>
                    <a:pt x="4587634" y="7081382"/>
                  </a:lnTo>
                  <a:lnTo>
                    <a:pt x="4587634" y="7105649"/>
                  </a:lnTo>
                  <a:close/>
                </a:path>
                <a:path w="8949690" h="7105650">
                  <a:moveTo>
                    <a:pt x="4530484" y="7105649"/>
                  </a:moveTo>
                  <a:lnTo>
                    <a:pt x="4501909" y="7105649"/>
                  </a:lnTo>
                  <a:lnTo>
                    <a:pt x="4501909" y="7081382"/>
                  </a:lnTo>
                  <a:lnTo>
                    <a:pt x="4530484" y="7081382"/>
                  </a:lnTo>
                  <a:lnTo>
                    <a:pt x="4530484" y="7105649"/>
                  </a:lnTo>
                  <a:close/>
                </a:path>
                <a:path w="8949690" h="7105650">
                  <a:moveTo>
                    <a:pt x="4473334" y="7105649"/>
                  </a:moveTo>
                  <a:lnTo>
                    <a:pt x="4444759" y="7105649"/>
                  </a:lnTo>
                  <a:lnTo>
                    <a:pt x="4444759" y="7081382"/>
                  </a:lnTo>
                  <a:lnTo>
                    <a:pt x="4473334" y="7081382"/>
                  </a:lnTo>
                  <a:lnTo>
                    <a:pt x="4473334" y="7105649"/>
                  </a:lnTo>
                  <a:close/>
                </a:path>
                <a:path w="8949690" h="7105650">
                  <a:moveTo>
                    <a:pt x="4416184" y="7105649"/>
                  </a:moveTo>
                  <a:lnTo>
                    <a:pt x="4387609" y="7105649"/>
                  </a:lnTo>
                  <a:lnTo>
                    <a:pt x="4387609" y="7081382"/>
                  </a:lnTo>
                  <a:lnTo>
                    <a:pt x="4416184" y="7081382"/>
                  </a:lnTo>
                  <a:lnTo>
                    <a:pt x="4416184" y="7105649"/>
                  </a:lnTo>
                  <a:close/>
                </a:path>
                <a:path w="8949690" h="7105650">
                  <a:moveTo>
                    <a:pt x="4359034" y="7105649"/>
                  </a:moveTo>
                  <a:lnTo>
                    <a:pt x="4330459" y="7105649"/>
                  </a:lnTo>
                  <a:lnTo>
                    <a:pt x="4330459" y="7081382"/>
                  </a:lnTo>
                  <a:lnTo>
                    <a:pt x="4359034" y="7081382"/>
                  </a:lnTo>
                  <a:lnTo>
                    <a:pt x="4359034" y="7105649"/>
                  </a:lnTo>
                  <a:close/>
                </a:path>
                <a:path w="8949690" h="7105650">
                  <a:moveTo>
                    <a:pt x="4301884" y="7105649"/>
                  </a:moveTo>
                  <a:lnTo>
                    <a:pt x="4273309" y="7105649"/>
                  </a:lnTo>
                  <a:lnTo>
                    <a:pt x="4273309" y="7081382"/>
                  </a:lnTo>
                  <a:lnTo>
                    <a:pt x="4301884" y="7081382"/>
                  </a:lnTo>
                  <a:lnTo>
                    <a:pt x="4301884" y="7105649"/>
                  </a:lnTo>
                  <a:close/>
                </a:path>
                <a:path w="8949690" h="7105650">
                  <a:moveTo>
                    <a:pt x="4244734" y="7105649"/>
                  </a:moveTo>
                  <a:lnTo>
                    <a:pt x="4216159" y="7105649"/>
                  </a:lnTo>
                  <a:lnTo>
                    <a:pt x="4216159" y="7081382"/>
                  </a:lnTo>
                  <a:lnTo>
                    <a:pt x="4244734" y="7081382"/>
                  </a:lnTo>
                  <a:lnTo>
                    <a:pt x="4244734" y="7105649"/>
                  </a:lnTo>
                  <a:close/>
                </a:path>
                <a:path w="8949690" h="7105650">
                  <a:moveTo>
                    <a:pt x="4187584" y="7105649"/>
                  </a:moveTo>
                  <a:lnTo>
                    <a:pt x="4159009" y="7105649"/>
                  </a:lnTo>
                  <a:lnTo>
                    <a:pt x="4159009" y="7081382"/>
                  </a:lnTo>
                  <a:lnTo>
                    <a:pt x="4187584" y="7081382"/>
                  </a:lnTo>
                  <a:lnTo>
                    <a:pt x="4187584" y="7105649"/>
                  </a:lnTo>
                  <a:close/>
                </a:path>
                <a:path w="8949690" h="7105650">
                  <a:moveTo>
                    <a:pt x="4130434" y="7105649"/>
                  </a:moveTo>
                  <a:lnTo>
                    <a:pt x="4101859" y="7105649"/>
                  </a:lnTo>
                  <a:lnTo>
                    <a:pt x="4101859" y="7081382"/>
                  </a:lnTo>
                  <a:lnTo>
                    <a:pt x="4130434" y="7081382"/>
                  </a:lnTo>
                  <a:lnTo>
                    <a:pt x="4130434" y="7105649"/>
                  </a:lnTo>
                  <a:close/>
                </a:path>
                <a:path w="8949690" h="7105650">
                  <a:moveTo>
                    <a:pt x="4073284" y="7105649"/>
                  </a:moveTo>
                  <a:lnTo>
                    <a:pt x="4044709" y="7105649"/>
                  </a:lnTo>
                  <a:lnTo>
                    <a:pt x="4044709" y="7081382"/>
                  </a:lnTo>
                  <a:lnTo>
                    <a:pt x="4073284" y="7081382"/>
                  </a:lnTo>
                  <a:lnTo>
                    <a:pt x="4073284" y="7105649"/>
                  </a:lnTo>
                  <a:close/>
                </a:path>
                <a:path w="8949690" h="7105650">
                  <a:moveTo>
                    <a:pt x="4016134" y="7105649"/>
                  </a:moveTo>
                  <a:lnTo>
                    <a:pt x="3987559" y="7105649"/>
                  </a:lnTo>
                  <a:lnTo>
                    <a:pt x="3987559" y="7081382"/>
                  </a:lnTo>
                  <a:lnTo>
                    <a:pt x="4016134" y="7081382"/>
                  </a:lnTo>
                  <a:lnTo>
                    <a:pt x="4016134" y="7105649"/>
                  </a:lnTo>
                  <a:close/>
                </a:path>
                <a:path w="8949690" h="7105650">
                  <a:moveTo>
                    <a:pt x="3958984" y="7105649"/>
                  </a:moveTo>
                  <a:lnTo>
                    <a:pt x="3930409" y="7105649"/>
                  </a:lnTo>
                  <a:lnTo>
                    <a:pt x="3930409" y="7081382"/>
                  </a:lnTo>
                  <a:lnTo>
                    <a:pt x="3958984" y="7081382"/>
                  </a:lnTo>
                  <a:lnTo>
                    <a:pt x="3958984" y="7105649"/>
                  </a:lnTo>
                  <a:close/>
                </a:path>
                <a:path w="8949690" h="7105650">
                  <a:moveTo>
                    <a:pt x="3901834" y="7105649"/>
                  </a:moveTo>
                  <a:lnTo>
                    <a:pt x="3873259" y="7105649"/>
                  </a:lnTo>
                  <a:lnTo>
                    <a:pt x="3873259" y="7081382"/>
                  </a:lnTo>
                  <a:lnTo>
                    <a:pt x="3901834" y="7081382"/>
                  </a:lnTo>
                  <a:lnTo>
                    <a:pt x="3901834" y="7105649"/>
                  </a:lnTo>
                  <a:close/>
                </a:path>
                <a:path w="8949690" h="7105650">
                  <a:moveTo>
                    <a:pt x="3844684" y="7105649"/>
                  </a:moveTo>
                  <a:lnTo>
                    <a:pt x="3816109" y="7105649"/>
                  </a:lnTo>
                  <a:lnTo>
                    <a:pt x="3816109" y="7081382"/>
                  </a:lnTo>
                  <a:lnTo>
                    <a:pt x="3844684" y="7081382"/>
                  </a:lnTo>
                  <a:lnTo>
                    <a:pt x="3844684" y="7105649"/>
                  </a:lnTo>
                  <a:close/>
                </a:path>
                <a:path w="8949690" h="7105650">
                  <a:moveTo>
                    <a:pt x="3787534" y="7105649"/>
                  </a:moveTo>
                  <a:lnTo>
                    <a:pt x="3758959" y="7105649"/>
                  </a:lnTo>
                  <a:lnTo>
                    <a:pt x="3758959" y="7081382"/>
                  </a:lnTo>
                  <a:lnTo>
                    <a:pt x="3787534" y="7081382"/>
                  </a:lnTo>
                  <a:lnTo>
                    <a:pt x="3787534" y="7105649"/>
                  </a:lnTo>
                  <a:close/>
                </a:path>
                <a:path w="8949690" h="7105650">
                  <a:moveTo>
                    <a:pt x="3730384" y="7105649"/>
                  </a:moveTo>
                  <a:lnTo>
                    <a:pt x="3701809" y="7105649"/>
                  </a:lnTo>
                  <a:lnTo>
                    <a:pt x="3701809" y="7081382"/>
                  </a:lnTo>
                  <a:lnTo>
                    <a:pt x="3730384" y="7081382"/>
                  </a:lnTo>
                  <a:lnTo>
                    <a:pt x="3730384" y="7105649"/>
                  </a:lnTo>
                  <a:close/>
                </a:path>
                <a:path w="8949690" h="7105650">
                  <a:moveTo>
                    <a:pt x="3673234" y="7105649"/>
                  </a:moveTo>
                  <a:lnTo>
                    <a:pt x="3644659" y="7105649"/>
                  </a:lnTo>
                  <a:lnTo>
                    <a:pt x="3644659" y="7081382"/>
                  </a:lnTo>
                  <a:lnTo>
                    <a:pt x="3673234" y="7081382"/>
                  </a:lnTo>
                  <a:lnTo>
                    <a:pt x="3673234" y="7105649"/>
                  </a:lnTo>
                  <a:close/>
                </a:path>
                <a:path w="8949690" h="7105650">
                  <a:moveTo>
                    <a:pt x="3616084" y="7105649"/>
                  </a:moveTo>
                  <a:lnTo>
                    <a:pt x="3587509" y="7105649"/>
                  </a:lnTo>
                  <a:lnTo>
                    <a:pt x="3587509" y="7081382"/>
                  </a:lnTo>
                  <a:lnTo>
                    <a:pt x="3616084" y="7081382"/>
                  </a:lnTo>
                  <a:lnTo>
                    <a:pt x="3616084" y="7105649"/>
                  </a:lnTo>
                  <a:close/>
                </a:path>
                <a:path w="8949690" h="7105650">
                  <a:moveTo>
                    <a:pt x="3558934" y="7105649"/>
                  </a:moveTo>
                  <a:lnTo>
                    <a:pt x="3530359" y="7105649"/>
                  </a:lnTo>
                  <a:lnTo>
                    <a:pt x="3530359" y="7081382"/>
                  </a:lnTo>
                  <a:lnTo>
                    <a:pt x="3558934" y="7081382"/>
                  </a:lnTo>
                  <a:lnTo>
                    <a:pt x="3558934" y="7105649"/>
                  </a:lnTo>
                  <a:close/>
                </a:path>
                <a:path w="8949690" h="7105650">
                  <a:moveTo>
                    <a:pt x="3501784" y="7105649"/>
                  </a:moveTo>
                  <a:lnTo>
                    <a:pt x="3473209" y="7105649"/>
                  </a:lnTo>
                  <a:lnTo>
                    <a:pt x="3473209" y="7081382"/>
                  </a:lnTo>
                  <a:lnTo>
                    <a:pt x="3501784" y="7081382"/>
                  </a:lnTo>
                  <a:lnTo>
                    <a:pt x="3501784" y="7105649"/>
                  </a:lnTo>
                  <a:close/>
                </a:path>
                <a:path w="8949690" h="7105650">
                  <a:moveTo>
                    <a:pt x="3444634" y="7105649"/>
                  </a:moveTo>
                  <a:lnTo>
                    <a:pt x="3416059" y="7105649"/>
                  </a:lnTo>
                  <a:lnTo>
                    <a:pt x="3416059" y="7081382"/>
                  </a:lnTo>
                  <a:lnTo>
                    <a:pt x="3444634" y="7081382"/>
                  </a:lnTo>
                  <a:lnTo>
                    <a:pt x="3444634" y="7105649"/>
                  </a:lnTo>
                  <a:close/>
                </a:path>
                <a:path w="8949690" h="7105650">
                  <a:moveTo>
                    <a:pt x="3387484" y="7105649"/>
                  </a:moveTo>
                  <a:lnTo>
                    <a:pt x="3358909" y="7105649"/>
                  </a:lnTo>
                  <a:lnTo>
                    <a:pt x="3358909" y="7081382"/>
                  </a:lnTo>
                  <a:lnTo>
                    <a:pt x="3387484" y="7081382"/>
                  </a:lnTo>
                  <a:lnTo>
                    <a:pt x="3387484" y="7105649"/>
                  </a:lnTo>
                  <a:close/>
                </a:path>
                <a:path w="8949690" h="7105650">
                  <a:moveTo>
                    <a:pt x="3330334" y="7105649"/>
                  </a:moveTo>
                  <a:lnTo>
                    <a:pt x="3301759" y="7105649"/>
                  </a:lnTo>
                  <a:lnTo>
                    <a:pt x="3301759" y="7081382"/>
                  </a:lnTo>
                  <a:lnTo>
                    <a:pt x="3330334" y="7081382"/>
                  </a:lnTo>
                  <a:lnTo>
                    <a:pt x="3330334" y="7105649"/>
                  </a:lnTo>
                  <a:close/>
                </a:path>
                <a:path w="8949690" h="7105650">
                  <a:moveTo>
                    <a:pt x="3273184" y="7105649"/>
                  </a:moveTo>
                  <a:lnTo>
                    <a:pt x="3244609" y="7105649"/>
                  </a:lnTo>
                  <a:lnTo>
                    <a:pt x="3244609" y="7081382"/>
                  </a:lnTo>
                  <a:lnTo>
                    <a:pt x="3273184" y="7081382"/>
                  </a:lnTo>
                  <a:lnTo>
                    <a:pt x="3273184" y="7105649"/>
                  </a:lnTo>
                  <a:close/>
                </a:path>
                <a:path w="8949690" h="7105650">
                  <a:moveTo>
                    <a:pt x="3216034" y="7105649"/>
                  </a:moveTo>
                  <a:lnTo>
                    <a:pt x="3187459" y="7105649"/>
                  </a:lnTo>
                  <a:lnTo>
                    <a:pt x="3187459" y="7081382"/>
                  </a:lnTo>
                  <a:lnTo>
                    <a:pt x="3216034" y="7081382"/>
                  </a:lnTo>
                  <a:lnTo>
                    <a:pt x="3216034" y="7105649"/>
                  </a:lnTo>
                  <a:close/>
                </a:path>
                <a:path w="8949690" h="7105650">
                  <a:moveTo>
                    <a:pt x="3158884" y="7105649"/>
                  </a:moveTo>
                  <a:lnTo>
                    <a:pt x="3130309" y="7105649"/>
                  </a:lnTo>
                  <a:lnTo>
                    <a:pt x="3130309" y="7081382"/>
                  </a:lnTo>
                  <a:lnTo>
                    <a:pt x="3158884" y="7081382"/>
                  </a:lnTo>
                  <a:lnTo>
                    <a:pt x="3158884" y="7105649"/>
                  </a:lnTo>
                  <a:close/>
                </a:path>
                <a:path w="8949690" h="7105650">
                  <a:moveTo>
                    <a:pt x="3101734" y="7105649"/>
                  </a:moveTo>
                  <a:lnTo>
                    <a:pt x="3073159" y="7105649"/>
                  </a:lnTo>
                  <a:lnTo>
                    <a:pt x="3073159" y="7081382"/>
                  </a:lnTo>
                  <a:lnTo>
                    <a:pt x="3101734" y="7081382"/>
                  </a:lnTo>
                  <a:lnTo>
                    <a:pt x="3101734" y="7105649"/>
                  </a:lnTo>
                  <a:close/>
                </a:path>
                <a:path w="8949690" h="7105650">
                  <a:moveTo>
                    <a:pt x="3044584" y="7105649"/>
                  </a:moveTo>
                  <a:lnTo>
                    <a:pt x="3016009" y="7105649"/>
                  </a:lnTo>
                  <a:lnTo>
                    <a:pt x="3016009" y="7081382"/>
                  </a:lnTo>
                  <a:lnTo>
                    <a:pt x="3044584" y="7081382"/>
                  </a:lnTo>
                  <a:lnTo>
                    <a:pt x="3044584" y="7105649"/>
                  </a:lnTo>
                  <a:close/>
                </a:path>
                <a:path w="8949690" h="7105650">
                  <a:moveTo>
                    <a:pt x="2987434" y="7105649"/>
                  </a:moveTo>
                  <a:lnTo>
                    <a:pt x="2958859" y="7105649"/>
                  </a:lnTo>
                  <a:lnTo>
                    <a:pt x="2958859" y="7081382"/>
                  </a:lnTo>
                  <a:lnTo>
                    <a:pt x="2987434" y="7081382"/>
                  </a:lnTo>
                  <a:lnTo>
                    <a:pt x="2987434" y="7105649"/>
                  </a:lnTo>
                  <a:close/>
                </a:path>
                <a:path w="8949690" h="7105650">
                  <a:moveTo>
                    <a:pt x="2930284" y="7105649"/>
                  </a:moveTo>
                  <a:lnTo>
                    <a:pt x="2901709" y="7105649"/>
                  </a:lnTo>
                  <a:lnTo>
                    <a:pt x="2901709" y="7081382"/>
                  </a:lnTo>
                  <a:lnTo>
                    <a:pt x="2930284" y="7081382"/>
                  </a:lnTo>
                  <a:lnTo>
                    <a:pt x="2930284" y="7105649"/>
                  </a:lnTo>
                  <a:close/>
                </a:path>
                <a:path w="8949690" h="7105650">
                  <a:moveTo>
                    <a:pt x="2873134" y="7105649"/>
                  </a:moveTo>
                  <a:lnTo>
                    <a:pt x="2844559" y="7105649"/>
                  </a:lnTo>
                  <a:lnTo>
                    <a:pt x="2844559" y="7081382"/>
                  </a:lnTo>
                  <a:lnTo>
                    <a:pt x="2873134" y="7081382"/>
                  </a:lnTo>
                  <a:lnTo>
                    <a:pt x="2873134" y="7105649"/>
                  </a:lnTo>
                  <a:close/>
                </a:path>
                <a:path w="8949690" h="7105650">
                  <a:moveTo>
                    <a:pt x="2815984" y="7105649"/>
                  </a:moveTo>
                  <a:lnTo>
                    <a:pt x="2787409" y="7105649"/>
                  </a:lnTo>
                  <a:lnTo>
                    <a:pt x="2787409" y="7081382"/>
                  </a:lnTo>
                  <a:lnTo>
                    <a:pt x="2815984" y="7081382"/>
                  </a:lnTo>
                  <a:lnTo>
                    <a:pt x="2815984" y="7105649"/>
                  </a:lnTo>
                  <a:close/>
                </a:path>
                <a:path w="8949690" h="7105650">
                  <a:moveTo>
                    <a:pt x="2758834" y="7105649"/>
                  </a:moveTo>
                  <a:lnTo>
                    <a:pt x="2730259" y="7105649"/>
                  </a:lnTo>
                  <a:lnTo>
                    <a:pt x="2730259" y="7081382"/>
                  </a:lnTo>
                  <a:lnTo>
                    <a:pt x="2758834" y="7081382"/>
                  </a:lnTo>
                  <a:lnTo>
                    <a:pt x="2758834" y="7105649"/>
                  </a:lnTo>
                  <a:close/>
                </a:path>
                <a:path w="8949690" h="7105650">
                  <a:moveTo>
                    <a:pt x="2701684" y="7105649"/>
                  </a:moveTo>
                  <a:lnTo>
                    <a:pt x="2673109" y="7105649"/>
                  </a:lnTo>
                  <a:lnTo>
                    <a:pt x="2673109" y="7081382"/>
                  </a:lnTo>
                  <a:lnTo>
                    <a:pt x="2701684" y="7081382"/>
                  </a:lnTo>
                  <a:lnTo>
                    <a:pt x="2701684" y="7105649"/>
                  </a:lnTo>
                  <a:close/>
                </a:path>
                <a:path w="8949690" h="7105650">
                  <a:moveTo>
                    <a:pt x="2644534" y="7105649"/>
                  </a:moveTo>
                  <a:lnTo>
                    <a:pt x="2615959" y="7105649"/>
                  </a:lnTo>
                  <a:lnTo>
                    <a:pt x="2615959" y="7081382"/>
                  </a:lnTo>
                  <a:lnTo>
                    <a:pt x="2644534" y="7081382"/>
                  </a:lnTo>
                  <a:lnTo>
                    <a:pt x="2644534" y="7105649"/>
                  </a:lnTo>
                  <a:close/>
                </a:path>
                <a:path w="8949690" h="7105650">
                  <a:moveTo>
                    <a:pt x="2587384" y="7105649"/>
                  </a:moveTo>
                  <a:lnTo>
                    <a:pt x="2558809" y="7105649"/>
                  </a:lnTo>
                  <a:lnTo>
                    <a:pt x="2558809" y="7081382"/>
                  </a:lnTo>
                  <a:lnTo>
                    <a:pt x="2587384" y="7081382"/>
                  </a:lnTo>
                  <a:lnTo>
                    <a:pt x="2587384" y="7105649"/>
                  </a:lnTo>
                  <a:close/>
                </a:path>
                <a:path w="8949690" h="7105650">
                  <a:moveTo>
                    <a:pt x="2530234" y="7105649"/>
                  </a:moveTo>
                  <a:lnTo>
                    <a:pt x="2501659" y="7105649"/>
                  </a:lnTo>
                  <a:lnTo>
                    <a:pt x="2501659" y="7081382"/>
                  </a:lnTo>
                  <a:lnTo>
                    <a:pt x="2530234" y="7081382"/>
                  </a:lnTo>
                  <a:lnTo>
                    <a:pt x="2530234" y="7105649"/>
                  </a:lnTo>
                  <a:close/>
                </a:path>
                <a:path w="8949690" h="7105650">
                  <a:moveTo>
                    <a:pt x="2473084" y="7105649"/>
                  </a:moveTo>
                  <a:lnTo>
                    <a:pt x="2444509" y="7105649"/>
                  </a:lnTo>
                  <a:lnTo>
                    <a:pt x="2444509" y="7081382"/>
                  </a:lnTo>
                  <a:lnTo>
                    <a:pt x="2473084" y="7081382"/>
                  </a:lnTo>
                  <a:lnTo>
                    <a:pt x="2473084" y="7105649"/>
                  </a:lnTo>
                  <a:close/>
                </a:path>
                <a:path w="8949690" h="7105650">
                  <a:moveTo>
                    <a:pt x="2415934" y="7105649"/>
                  </a:moveTo>
                  <a:lnTo>
                    <a:pt x="2387359" y="7105649"/>
                  </a:lnTo>
                  <a:lnTo>
                    <a:pt x="2387359" y="7081382"/>
                  </a:lnTo>
                  <a:lnTo>
                    <a:pt x="2415934" y="7081382"/>
                  </a:lnTo>
                  <a:lnTo>
                    <a:pt x="2415934" y="7105649"/>
                  </a:lnTo>
                  <a:close/>
                </a:path>
                <a:path w="8949690" h="7105650">
                  <a:moveTo>
                    <a:pt x="2358784" y="7105649"/>
                  </a:moveTo>
                  <a:lnTo>
                    <a:pt x="2330209" y="7105649"/>
                  </a:lnTo>
                  <a:lnTo>
                    <a:pt x="2330209" y="7081382"/>
                  </a:lnTo>
                  <a:lnTo>
                    <a:pt x="2358784" y="7081382"/>
                  </a:lnTo>
                  <a:lnTo>
                    <a:pt x="2358784" y="7105649"/>
                  </a:lnTo>
                  <a:close/>
                </a:path>
                <a:path w="8949690" h="7105650">
                  <a:moveTo>
                    <a:pt x="2301634" y="7105649"/>
                  </a:moveTo>
                  <a:lnTo>
                    <a:pt x="2273059" y="7105649"/>
                  </a:lnTo>
                  <a:lnTo>
                    <a:pt x="2273059" y="7081382"/>
                  </a:lnTo>
                  <a:lnTo>
                    <a:pt x="2301634" y="7081382"/>
                  </a:lnTo>
                  <a:lnTo>
                    <a:pt x="2301634" y="7105649"/>
                  </a:lnTo>
                  <a:close/>
                </a:path>
                <a:path w="8949690" h="7105650">
                  <a:moveTo>
                    <a:pt x="2244484" y="7105649"/>
                  </a:moveTo>
                  <a:lnTo>
                    <a:pt x="2215909" y="7105649"/>
                  </a:lnTo>
                  <a:lnTo>
                    <a:pt x="2215909" y="7081382"/>
                  </a:lnTo>
                  <a:lnTo>
                    <a:pt x="2244484" y="7081382"/>
                  </a:lnTo>
                  <a:lnTo>
                    <a:pt x="2244484" y="7105649"/>
                  </a:lnTo>
                  <a:close/>
                </a:path>
                <a:path w="8949690" h="7105650">
                  <a:moveTo>
                    <a:pt x="2187334" y="7105649"/>
                  </a:moveTo>
                  <a:lnTo>
                    <a:pt x="2158759" y="7105649"/>
                  </a:lnTo>
                  <a:lnTo>
                    <a:pt x="2158759" y="7081382"/>
                  </a:lnTo>
                  <a:lnTo>
                    <a:pt x="2187334" y="7081382"/>
                  </a:lnTo>
                  <a:lnTo>
                    <a:pt x="2187334" y="7105649"/>
                  </a:lnTo>
                  <a:close/>
                </a:path>
                <a:path w="8949690" h="7105650">
                  <a:moveTo>
                    <a:pt x="2130184" y="7105649"/>
                  </a:moveTo>
                  <a:lnTo>
                    <a:pt x="2101609" y="7105649"/>
                  </a:lnTo>
                  <a:lnTo>
                    <a:pt x="2101609" y="7081382"/>
                  </a:lnTo>
                  <a:lnTo>
                    <a:pt x="2130184" y="7081382"/>
                  </a:lnTo>
                  <a:lnTo>
                    <a:pt x="2130184" y="7105649"/>
                  </a:lnTo>
                  <a:close/>
                </a:path>
                <a:path w="8949690" h="7105650">
                  <a:moveTo>
                    <a:pt x="2073034" y="7105649"/>
                  </a:moveTo>
                  <a:lnTo>
                    <a:pt x="2044459" y="7105649"/>
                  </a:lnTo>
                  <a:lnTo>
                    <a:pt x="2044459" y="7081382"/>
                  </a:lnTo>
                  <a:lnTo>
                    <a:pt x="2073034" y="7081382"/>
                  </a:lnTo>
                  <a:lnTo>
                    <a:pt x="2073034" y="7105649"/>
                  </a:lnTo>
                  <a:close/>
                </a:path>
                <a:path w="8949690" h="7105650">
                  <a:moveTo>
                    <a:pt x="2015884" y="7105649"/>
                  </a:moveTo>
                  <a:lnTo>
                    <a:pt x="1987309" y="7105649"/>
                  </a:lnTo>
                  <a:lnTo>
                    <a:pt x="1987309" y="7081382"/>
                  </a:lnTo>
                  <a:lnTo>
                    <a:pt x="2015884" y="7081382"/>
                  </a:lnTo>
                  <a:lnTo>
                    <a:pt x="2015884" y="7105649"/>
                  </a:lnTo>
                  <a:close/>
                </a:path>
                <a:path w="8949690" h="7105650">
                  <a:moveTo>
                    <a:pt x="1958734" y="7105649"/>
                  </a:moveTo>
                  <a:lnTo>
                    <a:pt x="1930159" y="7105649"/>
                  </a:lnTo>
                  <a:lnTo>
                    <a:pt x="1930159" y="7081382"/>
                  </a:lnTo>
                  <a:lnTo>
                    <a:pt x="1958734" y="7081382"/>
                  </a:lnTo>
                  <a:lnTo>
                    <a:pt x="1958734" y="7105649"/>
                  </a:lnTo>
                  <a:close/>
                </a:path>
                <a:path w="8949690" h="7105650">
                  <a:moveTo>
                    <a:pt x="1901584" y="7105649"/>
                  </a:moveTo>
                  <a:lnTo>
                    <a:pt x="1873009" y="7105649"/>
                  </a:lnTo>
                  <a:lnTo>
                    <a:pt x="1873009" y="7081382"/>
                  </a:lnTo>
                  <a:lnTo>
                    <a:pt x="1901584" y="7081382"/>
                  </a:lnTo>
                  <a:lnTo>
                    <a:pt x="1901584" y="7105649"/>
                  </a:lnTo>
                  <a:close/>
                </a:path>
                <a:path w="8949690" h="7105650">
                  <a:moveTo>
                    <a:pt x="1844434" y="7105649"/>
                  </a:moveTo>
                  <a:lnTo>
                    <a:pt x="1815859" y="7105649"/>
                  </a:lnTo>
                  <a:lnTo>
                    <a:pt x="1815859" y="7081382"/>
                  </a:lnTo>
                  <a:lnTo>
                    <a:pt x="1844434" y="7081382"/>
                  </a:lnTo>
                  <a:lnTo>
                    <a:pt x="1844434" y="7105649"/>
                  </a:lnTo>
                  <a:close/>
                </a:path>
                <a:path w="8949690" h="7105650">
                  <a:moveTo>
                    <a:pt x="1787284" y="7105649"/>
                  </a:moveTo>
                  <a:lnTo>
                    <a:pt x="1758709" y="7105649"/>
                  </a:lnTo>
                  <a:lnTo>
                    <a:pt x="1758709" y="7081382"/>
                  </a:lnTo>
                  <a:lnTo>
                    <a:pt x="1787284" y="7081382"/>
                  </a:lnTo>
                  <a:lnTo>
                    <a:pt x="1787284" y="7105649"/>
                  </a:lnTo>
                  <a:close/>
                </a:path>
                <a:path w="8949690" h="7105650">
                  <a:moveTo>
                    <a:pt x="1730134" y="7105649"/>
                  </a:moveTo>
                  <a:lnTo>
                    <a:pt x="1701559" y="7105649"/>
                  </a:lnTo>
                  <a:lnTo>
                    <a:pt x="1701559" y="7081382"/>
                  </a:lnTo>
                  <a:lnTo>
                    <a:pt x="1730134" y="7081382"/>
                  </a:lnTo>
                  <a:lnTo>
                    <a:pt x="1730134" y="7105649"/>
                  </a:lnTo>
                  <a:close/>
                </a:path>
                <a:path w="8949690" h="7105650">
                  <a:moveTo>
                    <a:pt x="1672984" y="7105649"/>
                  </a:moveTo>
                  <a:lnTo>
                    <a:pt x="1644409" y="7105649"/>
                  </a:lnTo>
                  <a:lnTo>
                    <a:pt x="1644409" y="7081382"/>
                  </a:lnTo>
                  <a:lnTo>
                    <a:pt x="1672984" y="7081382"/>
                  </a:lnTo>
                  <a:lnTo>
                    <a:pt x="1672984" y="7105649"/>
                  </a:lnTo>
                  <a:close/>
                </a:path>
                <a:path w="8949690" h="7105650">
                  <a:moveTo>
                    <a:pt x="1615834" y="7105649"/>
                  </a:moveTo>
                  <a:lnTo>
                    <a:pt x="1587259" y="7105649"/>
                  </a:lnTo>
                  <a:lnTo>
                    <a:pt x="1587259" y="7081382"/>
                  </a:lnTo>
                  <a:lnTo>
                    <a:pt x="1615834" y="7081382"/>
                  </a:lnTo>
                  <a:lnTo>
                    <a:pt x="1615834" y="7105649"/>
                  </a:lnTo>
                  <a:close/>
                </a:path>
                <a:path w="8949690" h="7105650">
                  <a:moveTo>
                    <a:pt x="1558684" y="7105649"/>
                  </a:moveTo>
                  <a:lnTo>
                    <a:pt x="1530109" y="7105649"/>
                  </a:lnTo>
                  <a:lnTo>
                    <a:pt x="1530109" y="7081382"/>
                  </a:lnTo>
                  <a:lnTo>
                    <a:pt x="1558684" y="7081382"/>
                  </a:lnTo>
                  <a:lnTo>
                    <a:pt x="1558684" y="7105649"/>
                  </a:lnTo>
                  <a:close/>
                </a:path>
                <a:path w="8949690" h="7105650">
                  <a:moveTo>
                    <a:pt x="1501534" y="7105649"/>
                  </a:moveTo>
                  <a:lnTo>
                    <a:pt x="1472959" y="7105649"/>
                  </a:lnTo>
                  <a:lnTo>
                    <a:pt x="1472959" y="7081382"/>
                  </a:lnTo>
                  <a:lnTo>
                    <a:pt x="1501534" y="7081382"/>
                  </a:lnTo>
                  <a:lnTo>
                    <a:pt x="1501534" y="7105649"/>
                  </a:lnTo>
                  <a:close/>
                </a:path>
                <a:path w="8949690" h="7105650">
                  <a:moveTo>
                    <a:pt x="1444384" y="7105649"/>
                  </a:moveTo>
                  <a:lnTo>
                    <a:pt x="1415809" y="7105649"/>
                  </a:lnTo>
                  <a:lnTo>
                    <a:pt x="1415809" y="7081382"/>
                  </a:lnTo>
                  <a:lnTo>
                    <a:pt x="1444384" y="7081382"/>
                  </a:lnTo>
                  <a:lnTo>
                    <a:pt x="1444384" y="7105649"/>
                  </a:lnTo>
                  <a:close/>
                </a:path>
                <a:path w="8949690" h="7105650">
                  <a:moveTo>
                    <a:pt x="1387234" y="7105649"/>
                  </a:moveTo>
                  <a:lnTo>
                    <a:pt x="1358659" y="7105649"/>
                  </a:lnTo>
                  <a:lnTo>
                    <a:pt x="1358659" y="7081382"/>
                  </a:lnTo>
                  <a:lnTo>
                    <a:pt x="1387234" y="7081382"/>
                  </a:lnTo>
                  <a:lnTo>
                    <a:pt x="1387234" y="7105649"/>
                  </a:lnTo>
                  <a:close/>
                </a:path>
                <a:path w="8949690" h="7105650">
                  <a:moveTo>
                    <a:pt x="1330084" y="7105649"/>
                  </a:moveTo>
                  <a:lnTo>
                    <a:pt x="1301509" y="7105649"/>
                  </a:lnTo>
                  <a:lnTo>
                    <a:pt x="1301509" y="7081382"/>
                  </a:lnTo>
                  <a:lnTo>
                    <a:pt x="1330084" y="7081382"/>
                  </a:lnTo>
                  <a:lnTo>
                    <a:pt x="1330084" y="7105649"/>
                  </a:lnTo>
                  <a:close/>
                </a:path>
                <a:path w="8949690" h="7105650">
                  <a:moveTo>
                    <a:pt x="1272934" y="7105649"/>
                  </a:moveTo>
                  <a:lnTo>
                    <a:pt x="1244359" y="7105649"/>
                  </a:lnTo>
                  <a:lnTo>
                    <a:pt x="1244359" y="7081382"/>
                  </a:lnTo>
                  <a:lnTo>
                    <a:pt x="1272934" y="7081382"/>
                  </a:lnTo>
                  <a:lnTo>
                    <a:pt x="1272934" y="7105649"/>
                  </a:lnTo>
                  <a:close/>
                </a:path>
                <a:path w="8949690" h="7105650">
                  <a:moveTo>
                    <a:pt x="1215784" y="7105649"/>
                  </a:moveTo>
                  <a:lnTo>
                    <a:pt x="1187209" y="7105649"/>
                  </a:lnTo>
                  <a:lnTo>
                    <a:pt x="1187209" y="7081382"/>
                  </a:lnTo>
                  <a:lnTo>
                    <a:pt x="1215784" y="7081382"/>
                  </a:lnTo>
                  <a:lnTo>
                    <a:pt x="1215784" y="7105649"/>
                  </a:lnTo>
                  <a:close/>
                </a:path>
                <a:path w="8949690" h="7105650">
                  <a:moveTo>
                    <a:pt x="1158634" y="7105649"/>
                  </a:moveTo>
                  <a:lnTo>
                    <a:pt x="1130059" y="7105649"/>
                  </a:lnTo>
                  <a:lnTo>
                    <a:pt x="1130059" y="7081382"/>
                  </a:lnTo>
                  <a:lnTo>
                    <a:pt x="1158634" y="7081382"/>
                  </a:lnTo>
                  <a:lnTo>
                    <a:pt x="1158634" y="7105649"/>
                  </a:lnTo>
                  <a:close/>
                </a:path>
                <a:path w="8949690" h="7105650">
                  <a:moveTo>
                    <a:pt x="1101484" y="7105649"/>
                  </a:moveTo>
                  <a:lnTo>
                    <a:pt x="1072909" y="7105649"/>
                  </a:lnTo>
                  <a:lnTo>
                    <a:pt x="1072909" y="7081382"/>
                  </a:lnTo>
                  <a:lnTo>
                    <a:pt x="1101484" y="7081382"/>
                  </a:lnTo>
                  <a:lnTo>
                    <a:pt x="1101484" y="7105649"/>
                  </a:lnTo>
                  <a:close/>
                </a:path>
                <a:path w="8949690" h="7105650">
                  <a:moveTo>
                    <a:pt x="1044334" y="7105649"/>
                  </a:moveTo>
                  <a:lnTo>
                    <a:pt x="1015759" y="7105649"/>
                  </a:lnTo>
                  <a:lnTo>
                    <a:pt x="1015759" y="7081382"/>
                  </a:lnTo>
                  <a:lnTo>
                    <a:pt x="1044334" y="7081382"/>
                  </a:lnTo>
                  <a:lnTo>
                    <a:pt x="1044334" y="7105649"/>
                  </a:lnTo>
                  <a:close/>
                </a:path>
                <a:path w="8949690" h="7105650">
                  <a:moveTo>
                    <a:pt x="987184" y="7105649"/>
                  </a:moveTo>
                  <a:lnTo>
                    <a:pt x="958609" y="7105649"/>
                  </a:lnTo>
                  <a:lnTo>
                    <a:pt x="958609" y="7081382"/>
                  </a:lnTo>
                  <a:lnTo>
                    <a:pt x="987184" y="7081382"/>
                  </a:lnTo>
                  <a:lnTo>
                    <a:pt x="987184" y="7105649"/>
                  </a:lnTo>
                  <a:close/>
                </a:path>
                <a:path w="8949690" h="7105650">
                  <a:moveTo>
                    <a:pt x="930034" y="7105649"/>
                  </a:moveTo>
                  <a:lnTo>
                    <a:pt x="901459" y="7105649"/>
                  </a:lnTo>
                  <a:lnTo>
                    <a:pt x="901459" y="7081382"/>
                  </a:lnTo>
                  <a:lnTo>
                    <a:pt x="930034" y="7081382"/>
                  </a:lnTo>
                  <a:lnTo>
                    <a:pt x="930034" y="7105649"/>
                  </a:lnTo>
                  <a:close/>
                </a:path>
                <a:path w="8949690" h="7105650">
                  <a:moveTo>
                    <a:pt x="872884" y="7105649"/>
                  </a:moveTo>
                  <a:lnTo>
                    <a:pt x="844309" y="7105649"/>
                  </a:lnTo>
                  <a:lnTo>
                    <a:pt x="844309" y="7081382"/>
                  </a:lnTo>
                  <a:lnTo>
                    <a:pt x="872884" y="7081382"/>
                  </a:lnTo>
                  <a:lnTo>
                    <a:pt x="872884" y="7105649"/>
                  </a:lnTo>
                  <a:close/>
                </a:path>
                <a:path w="8949690" h="7105650">
                  <a:moveTo>
                    <a:pt x="815734" y="7105649"/>
                  </a:moveTo>
                  <a:lnTo>
                    <a:pt x="787159" y="7105649"/>
                  </a:lnTo>
                  <a:lnTo>
                    <a:pt x="787159" y="7081382"/>
                  </a:lnTo>
                  <a:lnTo>
                    <a:pt x="815734" y="7081382"/>
                  </a:lnTo>
                  <a:lnTo>
                    <a:pt x="815734" y="7105649"/>
                  </a:lnTo>
                  <a:close/>
                </a:path>
                <a:path w="8949690" h="7105650">
                  <a:moveTo>
                    <a:pt x="758584" y="7105649"/>
                  </a:moveTo>
                  <a:lnTo>
                    <a:pt x="730009" y="7105649"/>
                  </a:lnTo>
                  <a:lnTo>
                    <a:pt x="730009" y="7081382"/>
                  </a:lnTo>
                  <a:lnTo>
                    <a:pt x="758584" y="7081382"/>
                  </a:lnTo>
                  <a:lnTo>
                    <a:pt x="758584" y="7105649"/>
                  </a:lnTo>
                  <a:close/>
                </a:path>
                <a:path w="8949690" h="7105650">
                  <a:moveTo>
                    <a:pt x="701434" y="7105649"/>
                  </a:moveTo>
                  <a:lnTo>
                    <a:pt x="672859" y="7105649"/>
                  </a:lnTo>
                  <a:lnTo>
                    <a:pt x="672859" y="7081382"/>
                  </a:lnTo>
                  <a:lnTo>
                    <a:pt x="701434" y="7081382"/>
                  </a:lnTo>
                  <a:lnTo>
                    <a:pt x="701434" y="7105649"/>
                  </a:lnTo>
                  <a:close/>
                </a:path>
                <a:path w="8949690" h="7105650">
                  <a:moveTo>
                    <a:pt x="644284" y="7105649"/>
                  </a:moveTo>
                  <a:lnTo>
                    <a:pt x="615709" y="7105649"/>
                  </a:lnTo>
                  <a:lnTo>
                    <a:pt x="615709" y="7081382"/>
                  </a:lnTo>
                  <a:lnTo>
                    <a:pt x="644284" y="7081382"/>
                  </a:lnTo>
                  <a:lnTo>
                    <a:pt x="644284" y="7105649"/>
                  </a:lnTo>
                  <a:close/>
                </a:path>
                <a:path w="8949690" h="7105650">
                  <a:moveTo>
                    <a:pt x="587134" y="7105649"/>
                  </a:moveTo>
                  <a:lnTo>
                    <a:pt x="558559" y="7105649"/>
                  </a:lnTo>
                  <a:lnTo>
                    <a:pt x="558559" y="7081382"/>
                  </a:lnTo>
                  <a:lnTo>
                    <a:pt x="587134" y="7081382"/>
                  </a:lnTo>
                  <a:lnTo>
                    <a:pt x="587134" y="7105649"/>
                  </a:lnTo>
                  <a:close/>
                </a:path>
                <a:path w="8949690" h="7105650">
                  <a:moveTo>
                    <a:pt x="529984" y="7105649"/>
                  </a:moveTo>
                  <a:lnTo>
                    <a:pt x="501409" y="7105649"/>
                  </a:lnTo>
                  <a:lnTo>
                    <a:pt x="501409" y="7081382"/>
                  </a:lnTo>
                  <a:lnTo>
                    <a:pt x="529984" y="7081382"/>
                  </a:lnTo>
                  <a:lnTo>
                    <a:pt x="529984" y="7105649"/>
                  </a:lnTo>
                  <a:close/>
                </a:path>
                <a:path w="8949690" h="7105650">
                  <a:moveTo>
                    <a:pt x="472834" y="7105649"/>
                  </a:moveTo>
                  <a:lnTo>
                    <a:pt x="444259" y="7105649"/>
                  </a:lnTo>
                  <a:lnTo>
                    <a:pt x="444259" y="7081382"/>
                  </a:lnTo>
                  <a:lnTo>
                    <a:pt x="472834" y="7081382"/>
                  </a:lnTo>
                  <a:lnTo>
                    <a:pt x="472834" y="7105649"/>
                  </a:lnTo>
                  <a:close/>
                </a:path>
                <a:path w="8949690" h="7105650">
                  <a:moveTo>
                    <a:pt x="415684" y="7105649"/>
                  </a:moveTo>
                  <a:lnTo>
                    <a:pt x="387109" y="7105649"/>
                  </a:lnTo>
                  <a:lnTo>
                    <a:pt x="387109" y="7081382"/>
                  </a:lnTo>
                  <a:lnTo>
                    <a:pt x="415684" y="7081382"/>
                  </a:lnTo>
                  <a:lnTo>
                    <a:pt x="415684" y="7105649"/>
                  </a:lnTo>
                  <a:close/>
                </a:path>
                <a:path w="8949690" h="7105650">
                  <a:moveTo>
                    <a:pt x="358534" y="7105649"/>
                  </a:moveTo>
                  <a:lnTo>
                    <a:pt x="329959" y="7105649"/>
                  </a:lnTo>
                  <a:lnTo>
                    <a:pt x="329959" y="7081382"/>
                  </a:lnTo>
                  <a:lnTo>
                    <a:pt x="358534" y="7081382"/>
                  </a:lnTo>
                  <a:lnTo>
                    <a:pt x="358534" y="7105649"/>
                  </a:lnTo>
                  <a:close/>
                </a:path>
                <a:path w="8949690" h="7105650">
                  <a:moveTo>
                    <a:pt x="301384" y="7105649"/>
                  </a:moveTo>
                  <a:lnTo>
                    <a:pt x="272809" y="7105649"/>
                  </a:lnTo>
                  <a:lnTo>
                    <a:pt x="272809" y="7081382"/>
                  </a:lnTo>
                  <a:lnTo>
                    <a:pt x="301384" y="7081382"/>
                  </a:lnTo>
                  <a:lnTo>
                    <a:pt x="301384" y="7105649"/>
                  </a:lnTo>
                  <a:close/>
                </a:path>
                <a:path w="8949690" h="7105650">
                  <a:moveTo>
                    <a:pt x="244234" y="7105649"/>
                  </a:moveTo>
                  <a:lnTo>
                    <a:pt x="215659" y="7105649"/>
                  </a:lnTo>
                  <a:lnTo>
                    <a:pt x="215659" y="7081382"/>
                  </a:lnTo>
                  <a:lnTo>
                    <a:pt x="244234" y="7081382"/>
                  </a:lnTo>
                  <a:lnTo>
                    <a:pt x="244234" y="7105649"/>
                  </a:lnTo>
                  <a:close/>
                </a:path>
                <a:path w="8949690" h="7105650">
                  <a:moveTo>
                    <a:pt x="187084" y="7105649"/>
                  </a:moveTo>
                  <a:lnTo>
                    <a:pt x="158538" y="7105649"/>
                  </a:lnTo>
                  <a:lnTo>
                    <a:pt x="159063" y="7081351"/>
                  </a:lnTo>
                  <a:lnTo>
                    <a:pt x="187084" y="7081351"/>
                  </a:lnTo>
                  <a:lnTo>
                    <a:pt x="187084" y="7105649"/>
                  </a:lnTo>
                  <a:close/>
                </a:path>
                <a:path w="8949690" h="7105650">
                  <a:moveTo>
                    <a:pt x="130013" y="7105649"/>
                  </a:moveTo>
                  <a:lnTo>
                    <a:pt x="126341" y="7105649"/>
                  </a:lnTo>
                  <a:lnTo>
                    <a:pt x="102469" y="7098395"/>
                  </a:lnTo>
                  <a:lnTo>
                    <a:pt x="112890" y="7072041"/>
                  </a:lnTo>
                  <a:lnTo>
                    <a:pt x="120216" y="7074938"/>
                  </a:lnTo>
                  <a:lnTo>
                    <a:pt x="127740" y="7077168"/>
                  </a:lnTo>
                  <a:lnTo>
                    <a:pt x="135463" y="7078731"/>
                  </a:lnTo>
                  <a:lnTo>
                    <a:pt x="130013" y="7105649"/>
                  </a:lnTo>
                  <a:close/>
                </a:path>
                <a:path w="8949690" h="7105650">
                  <a:moveTo>
                    <a:pt x="77083" y="7085420"/>
                  </a:moveTo>
                  <a:lnTo>
                    <a:pt x="72088" y="7082753"/>
                  </a:lnTo>
                  <a:lnTo>
                    <a:pt x="54228" y="7068109"/>
                  </a:lnTo>
                  <a:lnTo>
                    <a:pt x="72888" y="7047306"/>
                  </a:lnTo>
                  <a:lnTo>
                    <a:pt x="78789" y="7052598"/>
                  </a:lnTo>
                  <a:lnTo>
                    <a:pt x="85112" y="7057328"/>
                  </a:lnTo>
                  <a:lnTo>
                    <a:pt x="91858" y="7061493"/>
                  </a:lnTo>
                  <a:lnTo>
                    <a:pt x="77083" y="7085420"/>
                  </a:lnTo>
                  <a:close/>
                </a:path>
                <a:path w="8949690" h="7105650">
                  <a:moveTo>
                    <a:pt x="34644" y="7046942"/>
                  </a:moveTo>
                  <a:lnTo>
                    <a:pt x="27204" y="7037870"/>
                  </a:lnTo>
                  <a:lnTo>
                    <a:pt x="19231" y="7022935"/>
                  </a:lnTo>
                  <a:lnTo>
                    <a:pt x="43853" y="7010012"/>
                  </a:lnTo>
                  <a:lnTo>
                    <a:pt x="47524" y="7017006"/>
                  </a:lnTo>
                  <a:lnTo>
                    <a:pt x="51782" y="7023621"/>
                  </a:lnTo>
                  <a:lnTo>
                    <a:pt x="56628" y="7029857"/>
                  </a:lnTo>
                  <a:lnTo>
                    <a:pt x="34644" y="7046942"/>
                  </a:lnTo>
                  <a:close/>
                </a:path>
                <a:path w="8949690" h="7105650">
                  <a:moveTo>
                    <a:pt x="8287" y="6996710"/>
                  </a:moveTo>
                  <a:lnTo>
                    <a:pt x="3140" y="6979772"/>
                  </a:lnTo>
                  <a:lnTo>
                    <a:pt x="2061" y="6968873"/>
                  </a:lnTo>
                  <a:lnTo>
                    <a:pt x="29693" y="6965272"/>
                  </a:lnTo>
                  <a:lnTo>
                    <a:pt x="30713" y="6973100"/>
                  </a:lnTo>
                  <a:lnTo>
                    <a:pt x="32416" y="6980779"/>
                  </a:lnTo>
                  <a:lnTo>
                    <a:pt x="34802" y="6988309"/>
                  </a:lnTo>
                  <a:lnTo>
                    <a:pt x="8287" y="6996710"/>
                  </a:lnTo>
                  <a:close/>
                </a:path>
                <a:path w="8949690" h="7105650">
                  <a:moveTo>
                    <a:pt x="28574" y="6940165"/>
                  </a:moveTo>
                  <a:lnTo>
                    <a:pt x="0" y="6940165"/>
                  </a:lnTo>
                  <a:lnTo>
                    <a:pt x="0" y="6911590"/>
                  </a:lnTo>
                  <a:lnTo>
                    <a:pt x="28574" y="6911590"/>
                  </a:lnTo>
                  <a:lnTo>
                    <a:pt x="28574" y="6940165"/>
                  </a:lnTo>
                  <a:close/>
                </a:path>
                <a:path w="8949690" h="7105650">
                  <a:moveTo>
                    <a:pt x="28574" y="6883015"/>
                  </a:moveTo>
                  <a:lnTo>
                    <a:pt x="0" y="6883015"/>
                  </a:lnTo>
                  <a:lnTo>
                    <a:pt x="0" y="6854440"/>
                  </a:lnTo>
                  <a:lnTo>
                    <a:pt x="28574" y="6854440"/>
                  </a:lnTo>
                  <a:lnTo>
                    <a:pt x="28574" y="6883015"/>
                  </a:lnTo>
                  <a:close/>
                </a:path>
                <a:path w="8949690" h="7105650">
                  <a:moveTo>
                    <a:pt x="28574" y="6825865"/>
                  </a:moveTo>
                  <a:lnTo>
                    <a:pt x="0" y="6825865"/>
                  </a:lnTo>
                  <a:lnTo>
                    <a:pt x="0" y="6797290"/>
                  </a:lnTo>
                  <a:lnTo>
                    <a:pt x="28574" y="6797290"/>
                  </a:lnTo>
                  <a:lnTo>
                    <a:pt x="28574" y="6825865"/>
                  </a:lnTo>
                  <a:close/>
                </a:path>
                <a:path w="8949690" h="7105650">
                  <a:moveTo>
                    <a:pt x="28574" y="6768715"/>
                  </a:moveTo>
                  <a:lnTo>
                    <a:pt x="0" y="6768715"/>
                  </a:lnTo>
                  <a:lnTo>
                    <a:pt x="0" y="6740140"/>
                  </a:lnTo>
                  <a:lnTo>
                    <a:pt x="28574" y="6740140"/>
                  </a:lnTo>
                  <a:lnTo>
                    <a:pt x="28574" y="6768715"/>
                  </a:lnTo>
                  <a:close/>
                </a:path>
                <a:path w="8949690" h="7105650">
                  <a:moveTo>
                    <a:pt x="28574" y="6711565"/>
                  </a:moveTo>
                  <a:lnTo>
                    <a:pt x="0" y="6711565"/>
                  </a:lnTo>
                  <a:lnTo>
                    <a:pt x="0" y="6682990"/>
                  </a:lnTo>
                  <a:lnTo>
                    <a:pt x="28574" y="6682990"/>
                  </a:lnTo>
                  <a:lnTo>
                    <a:pt x="28574" y="6711565"/>
                  </a:lnTo>
                  <a:close/>
                </a:path>
                <a:path w="8949690" h="7105650">
                  <a:moveTo>
                    <a:pt x="28574" y="6654415"/>
                  </a:moveTo>
                  <a:lnTo>
                    <a:pt x="0" y="6654415"/>
                  </a:lnTo>
                  <a:lnTo>
                    <a:pt x="0" y="6625840"/>
                  </a:lnTo>
                  <a:lnTo>
                    <a:pt x="28574" y="6625840"/>
                  </a:lnTo>
                  <a:lnTo>
                    <a:pt x="28574" y="6654415"/>
                  </a:lnTo>
                  <a:close/>
                </a:path>
                <a:path w="8949690" h="7105650">
                  <a:moveTo>
                    <a:pt x="28574" y="6597265"/>
                  </a:moveTo>
                  <a:lnTo>
                    <a:pt x="0" y="6597265"/>
                  </a:lnTo>
                  <a:lnTo>
                    <a:pt x="0" y="6568690"/>
                  </a:lnTo>
                  <a:lnTo>
                    <a:pt x="28574" y="6568690"/>
                  </a:lnTo>
                  <a:lnTo>
                    <a:pt x="28574" y="6597265"/>
                  </a:lnTo>
                  <a:close/>
                </a:path>
                <a:path w="8949690" h="7105650">
                  <a:moveTo>
                    <a:pt x="28574" y="6540115"/>
                  </a:moveTo>
                  <a:lnTo>
                    <a:pt x="0" y="6540115"/>
                  </a:lnTo>
                  <a:lnTo>
                    <a:pt x="0" y="6511540"/>
                  </a:lnTo>
                  <a:lnTo>
                    <a:pt x="28574" y="6511540"/>
                  </a:lnTo>
                  <a:lnTo>
                    <a:pt x="28574" y="6540115"/>
                  </a:lnTo>
                  <a:close/>
                </a:path>
                <a:path w="8949690" h="7105650">
                  <a:moveTo>
                    <a:pt x="28574" y="6482965"/>
                  </a:moveTo>
                  <a:lnTo>
                    <a:pt x="0" y="6482965"/>
                  </a:lnTo>
                  <a:lnTo>
                    <a:pt x="0" y="6454390"/>
                  </a:lnTo>
                  <a:lnTo>
                    <a:pt x="28574" y="6454390"/>
                  </a:lnTo>
                  <a:lnTo>
                    <a:pt x="28574" y="6482965"/>
                  </a:lnTo>
                  <a:close/>
                </a:path>
                <a:path w="8949690" h="7105650">
                  <a:moveTo>
                    <a:pt x="28574" y="6425815"/>
                  </a:moveTo>
                  <a:lnTo>
                    <a:pt x="0" y="6425815"/>
                  </a:lnTo>
                  <a:lnTo>
                    <a:pt x="0" y="6397240"/>
                  </a:lnTo>
                  <a:lnTo>
                    <a:pt x="28574" y="6397240"/>
                  </a:lnTo>
                  <a:lnTo>
                    <a:pt x="28574" y="6425815"/>
                  </a:lnTo>
                  <a:close/>
                </a:path>
                <a:path w="8949690" h="7105650">
                  <a:moveTo>
                    <a:pt x="28574" y="6368665"/>
                  </a:moveTo>
                  <a:lnTo>
                    <a:pt x="0" y="6368665"/>
                  </a:lnTo>
                  <a:lnTo>
                    <a:pt x="0" y="6340090"/>
                  </a:lnTo>
                  <a:lnTo>
                    <a:pt x="28574" y="6340090"/>
                  </a:lnTo>
                  <a:lnTo>
                    <a:pt x="28574" y="6368665"/>
                  </a:lnTo>
                  <a:close/>
                </a:path>
                <a:path w="8949690" h="7105650">
                  <a:moveTo>
                    <a:pt x="28574" y="6311515"/>
                  </a:moveTo>
                  <a:lnTo>
                    <a:pt x="0" y="6311515"/>
                  </a:lnTo>
                  <a:lnTo>
                    <a:pt x="0" y="6282940"/>
                  </a:lnTo>
                  <a:lnTo>
                    <a:pt x="28574" y="6282940"/>
                  </a:lnTo>
                  <a:lnTo>
                    <a:pt x="28574" y="6311515"/>
                  </a:lnTo>
                  <a:close/>
                </a:path>
                <a:path w="8949690" h="7105650">
                  <a:moveTo>
                    <a:pt x="28574" y="6254365"/>
                  </a:moveTo>
                  <a:lnTo>
                    <a:pt x="0" y="6254365"/>
                  </a:lnTo>
                  <a:lnTo>
                    <a:pt x="0" y="6225790"/>
                  </a:lnTo>
                  <a:lnTo>
                    <a:pt x="28574" y="6225790"/>
                  </a:lnTo>
                  <a:lnTo>
                    <a:pt x="28574" y="6254365"/>
                  </a:lnTo>
                  <a:close/>
                </a:path>
                <a:path w="8949690" h="7105650">
                  <a:moveTo>
                    <a:pt x="28574" y="6197215"/>
                  </a:moveTo>
                  <a:lnTo>
                    <a:pt x="0" y="6197215"/>
                  </a:lnTo>
                  <a:lnTo>
                    <a:pt x="0" y="6168640"/>
                  </a:lnTo>
                  <a:lnTo>
                    <a:pt x="28574" y="6168640"/>
                  </a:lnTo>
                  <a:lnTo>
                    <a:pt x="28574" y="6197215"/>
                  </a:lnTo>
                  <a:close/>
                </a:path>
                <a:path w="8949690" h="7105650">
                  <a:moveTo>
                    <a:pt x="28574" y="6140065"/>
                  </a:moveTo>
                  <a:lnTo>
                    <a:pt x="0" y="6140065"/>
                  </a:lnTo>
                  <a:lnTo>
                    <a:pt x="0" y="6111490"/>
                  </a:lnTo>
                  <a:lnTo>
                    <a:pt x="28574" y="6111490"/>
                  </a:lnTo>
                  <a:lnTo>
                    <a:pt x="28574" y="6140065"/>
                  </a:lnTo>
                  <a:close/>
                </a:path>
                <a:path w="8949690" h="7105650">
                  <a:moveTo>
                    <a:pt x="28574" y="6082915"/>
                  </a:moveTo>
                  <a:lnTo>
                    <a:pt x="0" y="6082915"/>
                  </a:lnTo>
                  <a:lnTo>
                    <a:pt x="0" y="6054340"/>
                  </a:lnTo>
                  <a:lnTo>
                    <a:pt x="28574" y="6054340"/>
                  </a:lnTo>
                  <a:lnTo>
                    <a:pt x="28574" y="6082915"/>
                  </a:lnTo>
                  <a:close/>
                </a:path>
                <a:path w="8949690" h="7105650">
                  <a:moveTo>
                    <a:pt x="28574" y="6025765"/>
                  </a:moveTo>
                  <a:lnTo>
                    <a:pt x="0" y="6025765"/>
                  </a:lnTo>
                  <a:lnTo>
                    <a:pt x="0" y="5997190"/>
                  </a:lnTo>
                  <a:lnTo>
                    <a:pt x="28574" y="5997190"/>
                  </a:lnTo>
                  <a:lnTo>
                    <a:pt x="28574" y="6025765"/>
                  </a:lnTo>
                  <a:close/>
                </a:path>
                <a:path w="8949690" h="7105650">
                  <a:moveTo>
                    <a:pt x="28574" y="5968615"/>
                  </a:moveTo>
                  <a:lnTo>
                    <a:pt x="0" y="5968615"/>
                  </a:lnTo>
                  <a:lnTo>
                    <a:pt x="0" y="5940040"/>
                  </a:lnTo>
                  <a:lnTo>
                    <a:pt x="28574" y="5940040"/>
                  </a:lnTo>
                  <a:lnTo>
                    <a:pt x="28574" y="5968615"/>
                  </a:lnTo>
                  <a:close/>
                </a:path>
                <a:path w="8949690" h="7105650">
                  <a:moveTo>
                    <a:pt x="28574" y="5911465"/>
                  </a:moveTo>
                  <a:lnTo>
                    <a:pt x="0" y="5911465"/>
                  </a:lnTo>
                  <a:lnTo>
                    <a:pt x="0" y="5882890"/>
                  </a:lnTo>
                  <a:lnTo>
                    <a:pt x="28574" y="5882890"/>
                  </a:lnTo>
                  <a:lnTo>
                    <a:pt x="28574" y="5911465"/>
                  </a:lnTo>
                  <a:close/>
                </a:path>
                <a:path w="8949690" h="7105650">
                  <a:moveTo>
                    <a:pt x="28574" y="5854315"/>
                  </a:moveTo>
                  <a:lnTo>
                    <a:pt x="0" y="5854315"/>
                  </a:lnTo>
                  <a:lnTo>
                    <a:pt x="0" y="5825740"/>
                  </a:lnTo>
                  <a:lnTo>
                    <a:pt x="28574" y="5825740"/>
                  </a:lnTo>
                  <a:lnTo>
                    <a:pt x="28574" y="5854315"/>
                  </a:lnTo>
                  <a:close/>
                </a:path>
                <a:path w="8949690" h="7105650">
                  <a:moveTo>
                    <a:pt x="28574" y="5797165"/>
                  </a:moveTo>
                  <a:lnTo>
                    <a:pt x="0" y="5797165"/>
                  </a:lnTo>
                  <a:lnTo>
                    <a:pt x="0" y="5768590"/>
                  </a:lnTo>
                  <a:lnTo>
                    <a:pt x="28574" y="5768590"/>
                  </a:lnTo>
                  <a:lnTo>
                    <a:pt x="28574" y="5797165"/>
                  </a:lnTo>
                  <a:close/>
                </a:path>
                <a:path w="8949690" h="7105650">
                  <a:moveTo>
                    <a:pt x="28574" y="5740015"/>
                  </a:moveTo>
                  <a:lnTo>
                    <a:pt x="0" y="5740015"/>
                  </a:lnTo>
                  <a:lnTo>
                    <a:pt x="0" y="5711440"/>
                  </a:lnTo>
                  <a:lnTo>
                    <a:pt x="28574" y="5711440"/>
                  </a:lnTo>
                  <a:lnTo>
                    <a:pt x="28574" y="5740015"/>
                  </a:lnTo>
                  <a:close/>
                </a:path>
                <a:path w="8949690" h="7105650">
                  <a:moveTo>
                    <a:pt x="28574" y="5682865"/>
                  </a:moveTo>
                  <a:lnTo>
                    <a:pt x="0" y="5682865"/>
                  </a:lnTo>
                  <a:lnTo>
                    <a:pt x="0" y="5654290"/>
                  </a:lnTo>
                  <a:lnTo>
                    <a:pt x="28574" y="5654290"/>
                  </a:lnTo>
                  <a:lnTo>
                    <a:pt x="28574" y="5682865"/>
                  </a:lnTo>
                  <a:close/>
                </a:path>
                <a:path w="8949690" h="7105650">
                  <a:moveTo>
                    <a:pt x="28574" y="5625715"/>
                  </a:moveTo>
                  <a:lnTo>
                    <a:pt x="0" y="5625715"/>
                  </a:lnTo>
                  <a:lnTo>
                    <a:pt x="0" y="5597140"/>
                  </a:lnTo>
                  <a:lnTo>
                    <a:pt x="28574" y="5597140"/>
                  </a:lnTo>
                  <a:lnTo>
                    <a:pt x="28574" y="5625715"/>
                  </a:lnTo>
                  <a:close/>
                </a:path>
                <a:path w="8949690" h="7105650">
                  <a:moveTo>
                    <a:pt x="28574" y="5568565"/>
                  </a:moveTo>
                  <a:lnTo>
                    <a:pt x="0" y="5568565"/>
                  </a:lnTo>
                  <a:lnTo>
                    <a:pt x="0" y="5539990"/>
                  </a:lnTo>
                  <a:lnTo>
                    <a:pt x="28574" y="5539990"/>
                  </a:lnTo>
                  <a:lnTo>
                    <a:pt x="28574" y="5568565"/>
                  </a:lnTo>
                  <a:close/>
                </a:path>
                <a:path w="8949690" h="7105650">
                  <a:moveTo>
                    <a:pt x="28574" y="5511415"/>
                  </a:moveTo>
                  <a:lnTo>
                    <a:pt x="0" y="5511415"/>
                  </a:lnTo>
                  <a:lnTo>
                    <a:pt x="0" y="5482840"/>
                  </a:lnTo>
                  <a:lnTo>
                    <a:pt x="28574" y="5482840"/>
                  </a:lnTo>
                  <a:lnTo>
                    <a:pt x="28574" y="5511415"/>
                  </a:lnTo>
                  <a:close/>
                </a:path>
                <a:path w="8949690" h="7105650">
                  <a:moveTo>
                    <a:pt x="28574" y="5454265"/>
                  </a:moveTo>
                  <a:lnTo>
                    <a:pt x="0" y="5454265"/>
                  </a:lnTo>
                  <a:lnTo>
                    <a:pt x="0" y="5425690"/>
                  </a:lnTo>
                  <a:lnTo>
                    <a:pt x="28574" y="5425690"/>
                  </a:lnTo>
                  <a:lnTo>
                    <a:pt x="28574" y="5454265"/>
                  </a:lnTo>
                  <a:close/>
                </a:path>
                <a:path w="8949690" h="7105650">
                  <a:moveTo>
                    <a:pt x="28574" y="5397115"/>
                  </a:moveTo>
                  <a:lnTo>
                    <a:pt x="0" y="5397115"/>
                  </a:lnTo>
                  <a:lnTo>
                    <a:pt x="0" y="5368540"/>
                  </a:lnTo>
                  <a:lnTo>
                    <a:pt x="28574" y="5368540"/>
                  </a:lnTo>
                  <a:lnTo>
                    <a:pt x="28574" y="5397115"/>
                  </a:lnTo>
                  <a:close/>
                </a:path>
                <a:path w="8949690" h="7105650">
                  <a:moveTo>
                    <a:pt x="28574" y="5339965"/>
                  </a:moveTo>
                  <a:lnTo>
                    <a:pt x="0" y="5339965"/>
                  </a:lnTo>
                  <a:lnTo>
                    <a:pt x="0" y="5311390"/>
                  </a:lnTo>
                  <a:lnTo>
                    <a:pt x="28574" y="5311390"/>
                  </a:lnTo>
                  <a:lnTo>
                    <a:pt x="28574" y="5339965"/>
                  </a:lnTo>
                  <a:close/>
                </a:path>
                <a:path w="8949690" h="7105650">
                  <a:moveTo>
                    <a:pt x="28574" y="5282815"/>
                  </a:moveTo>
                  <a:lnTo>
                    <a:pt x="0" y="5282815"/>
                  </a:lnTo>
                  <a:lnTo>
                    <a:pt x="0" y="5254240"/>
                  </a:lnTo>
                  <a:lnTo>
                    <a:pt x="28574" y="5254240"/>
                  </a:lnTo>
                  <a:lnTo>
                    <a:pt x="28574" y="5282815"/>
                  </a:lnTo>
                  <a:close/>
                </a:path>
                <a:path w="8949690" h="7105650">
                  <a:moveTo>
                    <a:pt x="28574" y="5225665"/>
                  </a:moveTo>
                  <a:lnTo>
                    <a:pt x="0" y="5225665"/>
                  </a:lnTo>
                  <a:lnTo>
                    <a:pt x="0" y="5197090"/>
                  </a:lnTo>
                  <a:lnTo>
                    <a:pt x="28574" y="5197090"/>
                  </a:lnTo>
                  <a:lnTo>
                    <a:pt x="28574" y="5225665"/>
                  </a:lnTo>
                  <a:close/>
                </a:path>
                <a:path w="8949690" h="7105650">
                  <a:moveTo>
                    <a:pt x="28574" y="5168515"/>
                  </a:moveTo>
                  <a:lnTo>
                    <a:pt x="0" y="5168515"/>
                  </a:lnTo>
                  <a:lnTo>
                    <a:pt x="0" y="5139940"/>
                  </a:lnTo>
                  <a:lnTo>
                    <a:pt x="28574" y="5139940"/>
                  </a:lnTo>
                  <a:lnTo>
                    <a:pt x="28574" y="5168515"/>
                  </a:lnTo>
                  <a:close/>
                </a:path>
                <a:path w="8949690" h="7105650">
                  <a:moveTo>
                    <a:pt x="28574" y="5111365"/>
                  </a:moveTo>
                  <a:lnTo>
                    <a:pt x="0" y="5111365"/>
                  </a:lnTo>
                  <a:lnTo>
                    <a:pt x="0" y="5082790"/>
                  </a:lnTo>
                  <a:lnTo>
                    <a:pt x="28574" y="5082790"/>
                  </a:lnTo>
                  <a:lnTo>
                    <a:pt x="28574" y="5111365"/>
                  </a:lnTo>
                  <a:close/>
                </a:path>
                <a:path w="8949690" h="7105650">
                  <a:moveTo>
                    <a:pt x="28574" y="5054215"/>
                  </a:moveTo>
                  <a:lnTo>
                    <a:pt x="0" y="5054215"/>
                  </a:lnTo>
                  <a:lnTo>
                    <a:pt x="0" y="5025640"/>
                  </a:lnTo>
                  <a:lnTo>
                    <a:pt x="28574" y="5025640"/>
                  </a:lnTo>
                  <a:lnTo>
                    <a:pt x="28574" y="5054215"/>
                  </a:lnTo>
                  <a:close/>
                </a:path>
                <a:path w="8949690" h="7105650">
                  <a:moveTo>
                    <a:pt x="28574" y="4997065"/>
                  </a:moveTo>
                  <a:lnTo>
                    <a:pt x="0" y="4997065"/>
                  </a:lnTo>
                  <a:lnTo>
                    <a:pt x="0" y="4968490"/>
                  </a:lnTo>
                  <a:lnTo>
                    <a:pt x="28574" y="4968490"/>
                  </a:lnTo>
                  <a:lnTo>
                    <a:pt x="28574" y="4997065"/>
                  </a:lnTo>
                  <a:close/>
                </a:path>
                <a:path w="8949690" h="7105650">
                  <a:moveTo>
                    <a:pt x="28574" y="4939915"/>
                  </a:moveTo>
                  <a:lnTo>
                    <a:pt x="0" y="4939915"/>
                  </a:lnTo>
                  <a:lnTo>
                    <a:pt x="0" y="4911340"/>
                  </a:lnTo>
                  <a:lnTo>
                    <a:pt x="28574" y="4911340"/>
                  </a:lnTo>
                  <a:lnTo>
                    <a:pt x="28574" y="4939915"/>
                  </a:lnTo>
                  <a:close/>
                </a:path>
                <a:path w="8949690" h="7105650">
                  <a:moveTo>
                    <a:pt x="28574" y="4882765"/>
                  </a:moveTo>
                  <a:lnTo>
                    <a:pt x="0" y="4882765"/>
                  </a:lnTo>
                  <a:lnTo>
                    <a:pt x="0" y="4854190"/>
                  </a:lnTo>
                  <a:lnTo>
                    <a:pt x="28574" y="4854190"/>
                  </a:lnTo>
                  <a:lnTo>
                    <a:pt x="28574" y="4882765"/>
                  </a:lnTo>
                  <a:close/>
                </a:path>
                <a:path w="8949690" h="7105650">
                  <a:moveTo>
                    <a:pt x="28574" y="4825615"/>
                  </a:moveTo>
                  <a:lnTo>
                    <a:pt x="0" y="4825615"/>
                  </a:lnTo>
                  <a:lnTo>
                    <a:pt x="0" y="4797040"/>
                  </a:lnTo>
                  <a:lnTo>
                    <a:pt x="28574" y="4797040"/>
                  </a:lnTo>
                  <a:lnTo>
                    <a:pt x="28574" y="4825615"/>
                  </a:lnTo>
                  <a:close/>
                </a:path>
                <a:path w="8949690" h="7105650">
                  <a:moveTo>
                    <a:pt x="28574" y="4768465"/>
                  </a:moveTo>
                  <a:lnTo>
                    <a:pt x="0" y="4768465"/>
                  </a:lnTo>
                  <a:lnTo>
                    <a:pt x="0" y="4739890"/>
                  </a:lnTo>
                  <a:lnTo>
                    <a:pt x="28574" y="4739890"/>
                  </a:lnTo>
                  <a:lnTo>
                    <a:pt x="28574" y="4768465"/>
                  </a:lnTo>
                  <a:close/>
                </a:path>
                <a:path w="8949690" h="7105650">
                  <a:moveTo>
                    <a:pt x="28574" y="4711315"/>
                  </a:moveTo>
                  <a:lnTo>
                    <a:pt x="0" y="4711315"/>
                  </a:lnTo>
                  <a:lnTo>
                    <a:pt x="0" y="4682740"/>
                  </a:lnTo>
                  <a:lnTo>
                    <a:pt x="28574" y="4682740"/>
                  </a:lnTo>
                  <a:lnTo>
                    <a:pt x="28574" y="4711315"/>
                  </a:lnTo>
                  <a:close/>
                </a:path>
                <a:path w="8949690" h="7105650">
                  <a:moveTo>
                    <a:pt x="28574" y="4654165"/>
                  </a:moveTo>
                  <a:lnTo>
                    <a:pt x="0" y="4654165"/>
                  </a:lnTo>
                  <a:lnTo>
                    <a:pt x="0" y="4625590"/>
                  </a:lnTo>
                  <a:lnTo>
                    <a:pt x="28574" y="4625590"/>
                  </a:lnTo>
                  <a:lnTo>
                    <a:pt x="28574" y="4654165"/>
                  </a:lnTo>
                  <a:close/>
                </a:path>
                <a:path w="8949690" h="7105650">
                  <a:moveTo>
                    <a:pt x="28574" y="4597015"/>
                  </a:moveTo>
                  <a:lnTo>
                    <a:pt x="0" y="4597015"/>
                  </a:lnTo>
                  <a:lnTo>
                    <a:pt x="0" y="4568440"/>
                  </a:lnTo>
                  <a:lnTo>
                    <a:pt x="28574" y="4568440"/>
                  </a:lnTo>
                  <a:lnTo>
                    <a:pt x="28574" y="4597015"/>
                  </a:lnTo>
                  <a:close/>
                </a:path>
                <a:path w="8949690" h="7105650">
                  <a:moveTo>
                    <a:pt x="28574" y="4539865"/>
                  </a:moveTo>
                  <a:lnTo>
                    <a:pt x="0" y="4539865"/>
                  </a:lnTo>
                  <a:lnTo>
                    <a:pt x="0" y="4511290"/>
                  </a:lnTo>
                  <a:lnTo>
                    <a:pt x="28574" y="4511290"/>
                  </a:lnTo>
                  <a:lnTo>
                    <a:pt x="28574" y="4539865"/>
                  </a:lnTo>
                  <a:close/>
                </a:path>
                <a:path w="8949690" h="7105650">
                  <a:moveTo>
                    <a:pt x="28574" y="4482715"/>
                  </a:moveTo>
                  <a:lnTo>
                    <a:pt x="0" y="4482715"/>
                  </a:lnTo>
                  <a:lnTo>
                    <a:pt x="0" y="4454140"/>
                  </a:lnTo>
                  <a:lnTo>
                    <a:pt x="28574" y="4454140"/>
                  </a:lnTo>
                  <a:lnTo>
                    <a:pt x="28574" y="4482715"/>
                  </a:lnTo>
                  <a:close/>
                </a:path>
                <a:path w="8949690" h="7105650">
                  <a:moveTo>
                    <a:pt x="28574" y="4425565"/>
                  </a:moveTo>
                  <a:lnTo>
                    <a:pt x="0" y="4425565"/>
                  </a:lnTo>
                  <a:lnTo>
                    <a:pt x="0" y="4396990"/>
                  </a:lnTo>
                  <a:lnTo>
                    <a:pt x="28574" y="4396990"/>
                  </a:lnTo>
                  <a:lnTo>
                    <a:pt x="28574" y="4425565"/>
                  </a:lnTo>
                  <a:close/>
                </a:path>
                <a:path w="8949690" h="7105650">
                  <a:moveTo>
                    <a:pt x="28574" y="4368415"/>
                  </a:moveTo>
                  <a:lnTo>
                    <a:pt x="0" y="4368415"/>
                  </a:lnTo>
                  <a:lnTo>
                    <a:pt x="0" y="4339840"/>
                  </a:lnTo>
                  <a:lnTo>
                    <a:pt x="28574" y="4339840"/>
                  </a:lnTo>
                  <a:lnTo>
                    <a:pt x="28574" y="4368415"/>
                  </a:lnTo>
                  <a:close/>
                </a:path>
                <a:path w="8949690" h="7105650">
                  <a:moveTo>
                    <a:pt x="28574" y="4311265"/>
                  </a:moveTo>
                  <a:lnTo>
                    <a:pt x="0" y="4311265"/>
                  </a:lnTo>
                  <a:lnTo>
                    <a:pt x="0" y="4282690"/>
                  </a:lnTo>
                  <a:lnTo>
                    <a:pt x="28574" y="4282690"/>
                  </a:lnTo>
                  <a:lnTo>
                    <a:pt x="28574" y="4311265"/>
                  </a:lnTo>
                  <a:close/>
                </a:path>
                <a:path w="8949690" h="7105650">
                  <a:moveTo>
                    <a:pt x="28574" y="4254115"/>
                  </a:moveTo>
                  <a:lnTo>
                    <a:pt x="0" y="4254115"/>
                  </a:lnTo>
                  <a:lnTo>
                    <a:pt x="0" y="4225540"/>
                  </a:lnTo>
                  <a:lnTo>
                    <a:pt x="28574" y="4225540"/>
                  </a:lnTo>
                  <a:lnTo>
                    <a:pt x="28574" y="4254115"/>
                  </a:lnTo>
                  <a:close/>
                </a:path>
                <a:path w="8949690" h="7105650">
                  <a:moveTo>
                    <a:pt x="28574" y="4196965"/>
                  </a:moveTo>
                  <a:lnTo>
                    <a:pt x="0" y="4196965"/>
                  </a:lnTo>
                  <a:lnTo>
                    <a:pt x="0" y="4168390"/>
                  </a:lnTo>
                  <a:lnTo>
                    <a:pt x="28574" y="4168390"/>
                  </a:lnTo>
                  <a:lnTo>
                    <a:pt x="28574" y="4196965"/>
                  </a:lnTo>
                  <a:close/>
                </a:path>
                <a:path w="8949690" h="7105650">
                  <a:moveTo>
                    <a:pt x="28574" y="4139815"/>
                  </a:moveTo>
                  <a:lnTo>
                    <a:pt x="0" y="4139815"/>
                  </a:lnTo>
                  <a:lnTo>
                    <a:pt x="0" y="4111240"/>
                  </a:lnTo>
                  <a:lnTo>
                    <a:pt x="28574" y="4111240"/>
                  </a:lnTo>
                  <a:lnTo>
                    <a:pt x="28574" y="4139815"/>
                  </a:lnTo>
                  <a:close/>
                </a:path>
                <a:path w="8949690" h="7105650">
                  <a:moveTo>
                    <a:pt x="28574" y="4082665"/>
                  </a:moveTo>
                  <a:lnTo>
                    <a:pt x="0" y="4082665"/>
                  </a:lnTo>
                  <a:lnTo>
                    <a:pt x="0" y="4054090"/>
                  </a:lnTo>
                  <a:lnTo>
                    <a:pt x="28574" y="4054090"/>
                  </a:lnTo>
                  <a:lnTo>
                    <a:pt x="28574" y="4082665"/>
                  </a:lnTo>
                  <a:close/>
                </a:path>
                <a:path w="8949690" h="7105650">
                  <a:moveTo>
                    <a:pt x="28574" y="4025515"/>
                  </a:moveTo>
                  <a:lnTo>
                    <a:pt x="0" y="4025515"/>
                  </a:lnTo>
                  <a:lnTo>
                    <a:pt x="0" y="3996940"/>
                  </a:lnTo>
                  <a:lnTo>
                    <a:pt x="28574" y="3996940"/>
                  </a:lnTo>
                  <a:lnTo>
                    <a:pt x="28574" y="4025515"/>
                  </a:lnTo>
                  <a:close/>
                </a:path>
                <a:path w="8949690" h="7105650">
                  <a:moveTo>
                    <a:pt x="28574" y="3968365"/>
                  </a:moveTo>
                  <a:lnTo>
                    <a:pt x="0" y="3968365"/>
                  </a:lnTo>
                  <a:lnTo>
                    <a:pt x="0" y="3939790"/>
                  </a:lnTo>
                  <a:lnTo>
                    <a:pt x="28574" y="3939790"/>
                  </a:lnTo>
                  <a:lnTo>
                    <a:pt x="28574" y="3968365"/>
                  </a:lnTo>
                  <a:close/>
                </a:path>
                <a:path w="8949690" h="7105650">
                  <a:moveTo>
                    <a:pt x="28574" y="3911215"/>
                  </a:moveTo>
                  <a:lnTo>
                    <a:pt x="0" y="3911215"/>
                  </a:lnTo>
                  <a:lnTo>
                    <a:pt x="0" y="3882640"/>
                  </a:lnTo>
                  <a:lnTo>
                    <a:pt x="28574" y="3882640"/>
                  </a:lnTo>
                  <a:lnTo>
                    <a:pt x="28574" y="3911215"/>
                  </a:lnTo>
                  <a:close/>
                </a:path>
                <a:path w="8949690" h="7105650">
                  <a:moveTo>
                    <a:pt x="28574" y="3854065"/>
                  </a:moveTo>
                  <a:lnTo>
                    <a:pt x="0" y="3854065"/>
                  </a:lnTo>
                  <a:lnTo>
                    <a:pt x="0" y="3825490"/>
                  </a:lnTo>
                  <a:lnTo>
                    <a:pt x="28574" y="3825490"/>
                  </a:lnTo>
                  <a:lnTo>
                    <a:pt x="28574" y="3854065"/>
                  </a:lnTo>
                  <a:close/>
                </a:path>
                <a:path w="8949690" h="7105650">
                  <a:moveTo>
                    <a:pt x="28574" y="3796915"/>
                  </a:moveTo>
                  <a:lnTo>
                    <a:pt x="0" y="3796915"/>
                  </a:lnTo>
                  <a:lnTo>
                    <a:pt x="0" y="3768340"/>
                  </a:lnTo>
                  <a:lnTo>
                    <a:pt x="28574" y="3768340"/>
                  </a:lnTo>
                  <a:lnTo>
                    <a:pt x="28574" y="3796915"/>
                  </a:lnTo>
                  <a:close/>
                </a:path>
                <a:path w="8949690" h="7105650">
                  <a:moveTo>
                    <a:pt x="28574" y="3739765"/>
                  </a:moveTo>
                  <a:lnTo>
                    <a:pt x="0" y="3739765"/>
                  </a:lnTo>
                  <a:lnTo>
                    <a:pt x="0" y="3711190"/>
                  </a:lnTo>
                  <a:lnTo>
                    <a:pt x="28574" y="3711190"/>
                  </a:lnTo>
                  <a:lnTo>
                    <a:pt x="28574" y="3739765"/>
                  </a:lnTo>
                  <a:close/>
                </a:path>
                <a:path w="8949690" h="7105650">
                  <a:moveTo>
                    <a:pt x="28574" y="3682615"/>
                  </a:moveTo>
                  <a:lnTo>
                    <a:pt x="0" y="3682615"/>
                  </a:lnTo>
                  <a:lnTo>
                    <a:pt x="0" y="3654040"/>
                  </a:lnTo>
                  <a:lnTo>
                    <a:pt x="28574" y="3654040"/>
                  </a:lnTo>
                  <a:lnTo>
                    <a:pt x="28574" y="3682615"/>
                  </a:lnTo>
                  <a:close/>
                </a:path>
                <a:path w="8949690" h="7105650">
                  <a:moveTo>
                    <a:pt x="28574" y="3625465"/>
                  </a:moveTo>
                  <a:lnTo>
                    <a:pt x="0" y="3625465"/>
                  </a:lnTo>
                  <a:lnTo>
                    <a:pt x="0" y="3596890"/>
                  </a:lnTo>
                  <a:lnTo>
                    <a:pt x="28574" y="3596890"/>
                  </a:lnTo>
                  <a:lnTo>
                    <a:pt x="28574" y="3625465"/>
                  </a:lnTo>
                  <a:close/>
                </a:path>
                <a:path w="8949690" h="7105650">
                  <a:moveTo>
                    <a:pt x="28574" y="3568315"/>
                  </a:moveTo>
                  <a:lnTo>
                    <a:pt x="0" y="3568315"/>
                  </a:lnTo>
                  <a:lnTo>
                    <a:pt x="0" y="3539740"/>
                  </a:lnTo>
                  <a:lnTo>
                    <a:pt x="28574" y="3539740"/>
                  </a:lnTo>
                  <a:lnTo>
                    <a:pt x="28574" y="3568315"/>
                  </a:lnTo>
                  <a:close/>
                </a:path>
                <a:path w="8949690" h="7105650">
                  <a:moveTo>
                    <a:pt x="28574" y="3511165"/>
                  </a:moveTo>
                  <a:lnTo>
                    <a:pt x="0" y="3511165"/>
                  </a:lnTo>
                  <a:lnTo>
                    <a:pt x="0" y="3482590"/>
                  </a:lnTo>
                  <a:lnTo>
                    <a:pt x="28574" y="3482590"/>
                  </a:lnTo>
                  <a:lnTo>
                    <a:pt x="28574" y="3511165"/>
                  </a:lnTo>
                  <a:close/>
                </a:path>
                <a:path w="8949690" h="7105650">
                  <a:moveTo>
                    <a:pt x="28574" y="3454015"/>
                  </a:moveTo>
                  <a:lnTo>
                    <a:pt x="0" y="3454015"/>
                  </a:lnTo>
                  <a:lnTo>
                    <a:pt x="0" y="3425440"/>
                  </a:lnTo>
                  <a:lnTo>
                    <a:pt x="28574" y="3425440"/>
                  </a:lnTo>
                  <a:lnTo>
                    <a:pt x="28574" y="3454015"/>
                  </a:lnTo>
                  <a:close/>
                </a:path>
                <a:path w="8949690" h="7105650">
                  <a:moveTo>
                    <a:pt x="28574" y="3396865"/>
                  </a:moveTo>
                  <a:lnTo>
                    <a:pt x="0" y="3396865"/>
                  </a:lnTo>
                  <a:lnTo>
                    <a:pt x="0" y="3368290"/>
                  </a:lnTo>
                  <a:lnTo>
                    <a:pt x="28574" y="3368290"/>
                  </a:lnTo>
                  <a:lnTo>
                    <a:pt x="28574" y="3396865"/>
                  </a:lnTo>
                  <a:close/>
                </a:path>
                <a:path w="8949690" h="7105650">
                  <a:moveTo>
                    <a:pt x="28574" y="3339715"/>
                  </a:moveTo>
                  <a:lnTo>
                    <a:pt x="0" y="3339715"/>
                  </a:lnTo>
                  <a:lnTo>
                    <a:pt x="0" y="3311140"/>
                  </a:lnTo>
                  <a:lnTo>
                    <a:pt x="28574" y="3311140"/>
                  </a:lnTo>
                  <a:lnTo>
                    <a:pt x="28574" y="3339715"/>
                  </a:lnTo>
                  <a:close/>
                </a:path>
                <a:path w="8949690" h="7105650">
                  <a:moveTo>
                    <a:pt x="28574" y="3282565"/>
                  </a:moveTo>
                  <a:lnTo>
                    <a:pt x="0" y="3282565"/>
                  </a:lnTo>
                  <a:lnTo>
                    <a:pt x="0" y="3253990"/>
                  </a:lnTo>
                  <a:lnTo>
                    <a:pt x="28574" y="3253990"/>
                  </a:lnTo>
                  <a:lnTo>
                    <a:pt x="28574" y="3282565"/>
                  </a:lnTo>
                  <a:close/>
                </a:path>
                <a:path w="8949690" h="7105650">
                  <a:moveTo>
                    <a:pt x="28574" y="3225415"/>
                  </a:moveTo>
                  <a:lnTo>
                    <a:pt x="0" y="3225415"/>
                  </a:lnTo>
                  <a:lnTo>
                    <a:pt x="0" y="3196840"/>
                  </a:lnTo>
                  <a:lnTo>
                    <a:pt x="28574" y="3196840"/>
                  </a:lnTo>
                  <a:lnTo>
                    <a:pt x="28574" y="3225415"/>
                  </a:lnTo>
                  <a:close/>
                </a:path>
                <a:path w="8949690" h="7105650">
                  <a:moveTo>
                    <a:pt x="28574" y="3168265"/>
                  </a:moveTo>
                  <a:lnTo>
                    <a:pt x="0" y="3168265"/>
                  </a:lnTo>
                  <a:lnTo>
                    <a:pt x="0" y="3139690"/>
                  </a:lnTo>
                  <a:lnTo>
                    <a:pt x="28574" y="3139690"/>
                  </a:lnTo>
                  <a:lnTo>
                    <a:pt x="28574" y="3168265"/>
                  </a:lnTo>
                  <a:close/>
                </a:path>
                <a:path w="8949690" h="7105650">
                  <a:moveTo>
                    <a:pt x="28574" y="3111115"/>
                  </a:moveTo>
                  <a:lnTo>
                    <a:pt x="0" y="3111115"/>
                  </a:lnTo>
                  <a:lnTo>
                    <a:pt x="0" y="3082540"/>
                  </a:lnTo>
                  <a:lnTo>
                    <a:pt x="28574" y="3082540"/>
                  </a:lnTo>
                  <a:lnTo>
                    <a:pt x="28574" y="3111115"/>
                  </a:lnTo>
                  <a:close/>
                </a:path>
                <a:path w="8949690" h="7105650">
                  <a:moveTo>
                    <a:pt x="28574" y="3053965"/>
                  </a:moveTo>
                  <a:lnTo>
                    <a:pt x="0" y="3053965"/>
                  </a:lnTo>
                  <a:lnTo>
                    <a:pt x="0" y="3025390"/>
                  </a:lnTo>
                  <a:lnTo>
                    <a:pt x="28574" y="3025390"/>
                  </a:lnTo>
                  <a:lnTo>
                    <a:pt x="28574" y="3053965"/>
                  </a:lnTo>
                  <a:close/>
                </a:path>
                <a:path w="8949690" h="7105650">
                  <a:moveTo>
                    <a:pt x="28574" y="2996815"/>
                  </a:moveTo>
                  <a:lnTo>
                    <a:pt x="0" y="2996815"/>
                  </a:lnTo>
                  <a:lnTo>
                    <a:pt x="0" y="2968240"/>
                  </a:lnTo>
                  <a:lnTo>
                    <a:pt x="28574" y="2968240"/>
                  </a:lnTo>
                  <a:lnTo>
                    <a:pt x="28574" y="2996815"/>
                  </a:lnTo>
                  <a:close/>
                </a:path>
                <a:path w="8949690" h="7105650">
                  <a:moveTo>
                    <a:pt x="28574" y="2939665"/>
                  </a:moveTo>
                  <a:lnTo>
                    <a:pt x="0" y="2939665"/>
                  </a:lnTo>
                  <a:lnTo>
                    <a:pt x="0" y="2911090"/>
                  </a:lnTo>
                  <a:lnTo>
                    <a:pt x="28574" y="2911090"/>
                  </a:lnTo>
                  <a:lnTo>
                    <a:pt x="28574" y="2939665"/>
                  </a:lnTo>
                  <a:close/>
                </a:path>
                <a:path w="8949690" h="7105650">
                  <a:moveTo>
                    <a:pt x="28574" y="2882515"/>
                  </a:moveTo>
                  <a:lnTo>
                    <a:pt x="0" y="2882515"/>
                  </a:lnTo>
                  <a:lnTo>
                    <a:pt x="0" y="2853940"/>
                  </a:lnTo>
                  <a:lnTo>
                    <a:pt x="28574" y="2853940"/>
                  </a:lnTo>
                  <a:lnTo>
                    <a:pt x="28574" y="2882515"/>
                  </a:lnTo>
                  <a:close/>
                </a:path>
                <a:path w="8949690" h="7105650">
                  <a:moveTo>
                    <a:pt x="28574" y="2825365"/>
                  </a:moveTo>
                  <a:lnTo>
                    <a:pt x="0" y="2825365"/>
                  </a:lnTo>
                  <a:lnTo>
                    <a:pt x="0" y="2796790"/>
                  </a:lnTo>
                  <a:lnTo>
                    <a:pt x="28574" y="2796790"/>
                  </a:lnTo>
                  <a:lnTo>
                    <a:pt x="28574" y="2825365"/>
                  </a:lnTo>
                  <a:close/>
                </a:path>
                <a:path w="8949690" h="7105650">
                  <a:moveTo>
                    <a:pt x="28574" y="2768215"/>
                  </a:moveTo>
                  <a:lnTo>
                    <a:pt x="0" y="2768215"/>
                  </a:lnTo>
                  <a:lnTo>
                    <a:pt x="0" y="2739640"/>
                  </a:lnTo>
                  <a:lnTo>
                    <a:pt x="28574" y="2739640"/>
                  </a:lnTo>
                  <a:lnTo>
                    <a:pt x="28574" y="2768215"/>
                  </a:lnTo>
                  <a:close/>
                </a:path>
                <a:path w="8949690" h="7105650">
                  <a:moveTo>
                    <a:pt x="28574" y="2711065"/>
                  </a:moveTo>
                  <a:lnTo>
                    <a:pt x="0" y="2711065"/>
                  </a:lnTo>
                  <a:lnTo>
                    <a:pt x="0" y="2682490"/>
                  </a:lnTo>
                  <a:lnTo>
                    <a:pt x="28574" y="2682490"/>
                  </a:lnTo>
                  <a:lnTo>
                    <a:pt x="28574" y="2711065"/>
                  </a:lnTo>
                  <a:close/>
                </a:path>
                <a:path w="8949690" h="7105650">
                  <a:moveTo>
                    <a:pt x="28574" y="2653915"/>
                  </a:moveTo>
                  <a:lnTo>
                    <a:pt x="0" y="2653915"/>
                  </a:lnTo>
                  <a:lnTo>
                    <a:pt x="0" y="2625340"/>
                  </a:lnTo>
                  <a:lnTo>
                    <a:pt x="28574" y="2625340"/>
                  </a:lnTo>
                  <a:lnTo>
                    <a:pt x="28574" y="2653915"/>
                  </a:lnTo>
                  <a:close/>
                </a:path>
                <a:path w="8949690" h="7105650">
                  <a:moveTo>
                    <a:pt x="28574" y="2596765"/>
                  </a:moveTo>
                  <a:lnTo>
                    <a:pt x="0" y="2596765"/>
                  </a:lnTo>
                  <a:lnTo>
                    <a:pt x="0" y="2568190"/>
                  </a:lnTo>
                  <a:lnTo>
                    <a:pt x="28574" y="2568190"/>
                  </a:lnTo>
                  <a:lnTo>
                    <a:pt x="28574" y="2596765"/>
                  </a:lnTo>
                  <a:close/>
                </a:path>
                <a:path w="8949690" h="7105650">
                  <a:moveTo>
                    <a:pt x="28574" y="2539615"/>
                  </a:moveTo>
                  <a:lnTo>
                    <a:pt x="0" y="2539615"/>
                  </a:lnTo>
                  <a:lnTo>
                    <a:pt x="0" y="2511040"/>
                  </a:lnTo>
                  <a:lnTo>
                    <a:pt x="28574" y="2511040"/>
                  </a:lnTo>
                  <a:lnTo>
                    <a:pt x="28574" y="2539615"/>
                  </a:lnTo>
                  <a:close/>
                </a:path>
                <a:path w="8949690" h="7105650">
                  <a:moveTo>
                    <a:pt x="28574" y="2482465"/>
                  </a:moveTo>
                  <a:lnTo>
                    <a:pt x="0" y="2482465"/>
                  </a:lnTo>
                  <a:lnTo>
                    <a:pt x="0" y="2453890"/>
                  </a:lnTo>
                  <a:lnTo>
                    <a:pt x="28574" y="2453890"/>
                  </a:lnTo>
                  <a:lnTo>
                    <a:pt x="28574" y="2482465"/>
                  </a:lnTo>
                  <a:close/>
                </a:path>
                <a:path w="8949690" h="7105650">
                  <a:moveTo>
                    <a:pt x="28574" y="2425315"/>
                  </a:moveTo>
                  <a:lnTo>
                    <a:pt x="0" y="2425315"/>
                  </a:lnTo>
                  <a:lnTo>
                    <a:pt x="0" y="2396740"/>
                  </a:lnTo>
                  <a:lnTo>
                    <a:pt x="28574" y="2396740"/>
                  </a:lnTo>
                  <a:lnTo>
                    <a:pt x="28574" y="2425315"/>
                  </a:lnTo>
                  <a:close/>
                </a:path>
                <a:path w="8949690" h="7105650">
                  <a:moveTo>
                    <a:pt x="28574" y="2368165"/>
                  </a:moveTo>
                  <a:lnTo>
                    <a:pt x="0" y="2368165"/>
                  </a:lnTo>
                  <a:lnTo>
                    <a:pt x="0" y="2339590"/>
                  </a:lnTo>
                  <a:lnTo>
                    <a:pt x="28574" y="2339590"/>
                  </a:lnTo>
                  <a:lnTo>
                    <a:pt x="28574" y="2368165"/>
                  </a:lnTo>
                  <a:close/>
                </a:path>
                <a:path w="8949690" h="7105650">
                  <a:moveTo>
                    <a:pt x="28574" y="2311015"/>
                  </a:moveTo>
                  <a:lnTo>
                    <a:pt x="0" y="2311015"/>
                  </a:lnTo>
                  <a:lnTo>
                    <a:pt x="0" y="2282440"/>
                  </a:lnTo>
                  <a:lnTo>
                    <a:pt x="28574" y="2282440"/>
                  </a:lnTo>
                  <a:lnTo>
                    <a:pt x="28574" y="2311015"/>
                  </a:lnTo>
                  <a:close/>
                </a:path>
                <a:path w="8949690" h="7105650">
                  <a:moveTo>
                    <a:pt x="28574" y="2253865"/>
                  </a:moveTo>
                  <a:lnTo>
                    <a:pt x="0" y="2253865"/>
                  </a:lnTo>
                  <a:lnTo>
                    <a:pt x="0" y="2225290"/>
                  </a:lnTo>
                  <a:lnTo>
                    <a:pt x="28574" y="2225290"/>
                  </a:lnTo>
                  <a:lnTo>
                    <a:pt x="28574" y="2253865"/>
                  </a:lnTo>
                  <a:close/>
                </a:path>
                <a:path w="8949690" h="7105650">
                  <a:moveTo>
                    <a:pt x="28574" y="2196715"/>
                  </a:moveTo>
                  <a:lnTo>
                    <a:pt x="0" y="2196715"/>
                  </a:lnTo>
                  <a:lnTo>
                    <a:pt x="0" y="2168140"/>
                  </a:lnTo>
                  <a:lnTo>
                    <a:pt x="28574" y="2168140"/>
                  </a:lnTo>
                  <a:lnTo>
                    <a:pt x="28574" y="2196715"/>
                  </a:lnTo>
                  <a:close/>
                </a:path>
                <a:path w="8949690" h="7105650">
                  <a:moveTo>
                    <a:pt x="28574" y="2139565"/>
                  </a:moveTo>
                  <a:lnTo>
                    <a:pt x="0" y="2139565"/>
                  </a:lnTo>
                  <a:lnTo>
                    <a:pt x="0" y="2110990"/>
                  </a:lnTo>
                  <a:lnTo>
                    <a:pt x="28574" y="2110990"/>
                  </a:lnTo>
                  <a:lnTo>
                    <a:pt x="28574" y="2139565"/>
                  </a:lnTo>
                  <a:close/>
                </a:path>
                <a:path w="8949690" h="7105650">
                  <a:moveTo>
                    <a:pt x="28574" y="2082415"/>
                  </a:moveTo>
                  <a:lnTo>
                    <a:pt x="0" y="2082415"/>
                  </a:lnTo>
                  <a:lnTo>
                    <a:pt x="0" y="2053840"/>
                  </a:lnTo>
                  <a:lnTo>
                    <a:pt x="28574" y="2053840"/>
                  </a:lnTo>
                  <a:lnTo>
                    <a:pt x="28574" y="2082415"/>
                  </a:lnTo>
                  <a:close/>
                </a:path>
                <a:path w="8949690" h="7105650">
                  <a:moveTo>
                    <a:pt x="28574" y="2025265"/>
                  </a:moveTo>
                  <a:lnTo>
                    <a:pt x="0" y="2025265"/>
                  </a:lnTo>
                  <a:lnTo>
                    <a:pt x="0" y="1996690"/>
                  </a:lnTo>
                  <a:lnTo>
                    <a:pt x="28574" y="1996690"/>
                  </a:lnTo>
                  <a:lnTo>
                    <a:pt x="28574" y="2025265"/>
                  </a:lnTo>
                  <a:close/>
                </a:path>
                <a:path w="8949690" h="7105650">
                  <a:moveTo>
                    <a:pt x="28574" y="1968115"/>
                  </a:moveTo>
                  <a:lnTo>
                    <a:pt x="0" y="1968115"/>
                  </a:lnTo>
                  <a:lnTo>
                    <a:pt x="0" y="1939540"/>
                  </a:lnTo>
                  <a:lnTo>
                    <a:pt x="28574" y="1939540"/>
                  </a:lnTo>
                  <a:lnTo>
                    <a:pt x="28574" y="1968115"/>
                  </a:lnTo>
                  <a:close/>
                </a:path>
                <a:path w="8949690" h="7105650">
                  <a:moveTo>
                    <a:pt x="28574" y="1910965"/>
                  </a:moveTo>
                  <a:lnTo>
                    <a:pt x="0" y="1910965"/>
                  </a:lnTo>
                  <a:lnTo>
                    <a:pt x="0" y="1882390"/>
                  </a:lnTo>
                  <a:lnTo>
                    <a:pt x="28574" y="1882390"/>
                  </a:lnTo>
                  <a:lnTo>
                    <a:pt x="28574" y="1910965"/>
                  </a:lnTo>
                  <a:close/>
                </a:path>
                <a:path w="8949690" h="7105650">
                  <a:moveTo>
                    <a:pt x="28574" y="1853815"/>
                  </a:moveTo>
                  <a:lnTo>
                    <a:pt x="0" y="1853815"/>
                  </a:lnTo>
                  <a:lnTo>
                    <a:pt x="0" y="1825240"/>
                  </a:lnTo>
                  <a:lnTo>
                    <a:pt x="28574" y="1825240"/>
                  </a:lnTo>
                  <a:lnTo>
                    <a:pt x="28574" y="1853815"/>
                  </a:lnTo>
                  <a:close/>
                </a:path>
                <a:path w="8949690" h="7105650">
                  <a:moveTo>
                    <a:pt x="28574" y="1796665"/>
                  </a:moveTo>
                  <a:lnTo>
                    <a:pt x="0" y="1796665"/>
                  </a:lnTo>
                  <a:lnTo>
                    <a:pt x="0" y="1768090"/>
                  </a:lnTo>
                  <a:lnTo>
                    <a:pt x="28574" y="1768090"/>
                  </a:lnTo>
                  <a:lnTo>
                    <a:pt x="28574" y="1796665"/>
                  </a:lnTo>
                  <a:close/>
                </a:path>
                <a:path w="8949690" h="7105650">
                  <a:moveTo>
                    <a:pt x="28574" y="1739515"/>
                  </a:moveTo>
                  <a:lnTo>
                    <a:pt x="0" y="1739515"/>
                  </a:lnTo>
                  <a:lnTo>
                    <a:pt x="0" y="1710940"/>
                  </a:lnTo>
                  <a:lnTo>
                    <a:pt x="28574" y="1710940"/>
                  </a:lnTo>
                  <a:lnTo>
                    <a:pt x="28574" y="1739515"/>
                  </a:lnTo>
                  <a:close/>
                </a:path>
                <a:path w="8949690" h="7105650">
                  <a:moveTo>
                    <a:pt x="28574" y="1682365"/>
                  </a:moveTo>
                  <a:lnTo>
                    <a:pt x="0" y="1682365"/>
                  </a:lnTo>
                  <a:lnTo>
                    <a:pt x="0" y="1653790"/>
                  </a:lnTo>
                  <a:lnTo>
                    <a:pt x="28574" y="1653790"/>
                  </a:lnTo>
                  <a:lnTo>
                    <a:pt x="28574" y="1682365"/>
                  </a:lnTo>
                  <a:close/>
                </a:path>
                <a:path w="8949690" h="7105650">
                  <a:moveTo>
                    <a:pt x="28574" y="1625215"/>
                  </a:moveTo>
                  <a:lnTo>
                    <a:pt x="0" y="1625215"/>
                  </a:lnTo>
                  <a:lnTo>
                    <a:pt x="0" y="1596640"/>
                  </a:lnTo>
                  <a:lnTo>
                    <a:pt x="28574" y="1596640"/>
                  </a:lnTo>
                  <a:lnTo>
                    <a:pt x="28574" y="1625215"/>
                  </a:lnTo>
                  <a:close/>
                </a:path>
                <a:path w="8949690" h="7105650">
                  <a:moveTo>
                    <a:pt x="28574" y="1568065"/>
                  </a:moveTo>
                  <a:lnTo>
                    <a:pt x="0" y="1568065"/>
                  </a:lnTo>
                  <a:lnTo>
                    <a:pt x="0" y="1539490"/>
                  </a:lnTo>
                  <a:lnTo>
                    <a:pt x="28574" y="1539490"/>
                  </a:lnTo>
                  <a:lnTo>
                    <a:pt x="28574" y="1568065"/>
                  </a:lnTo>
                  <a:close/>
                </a:path>
                <a:path w="8949690" h="7105650">
                  <a:moveTo>
                    <a:pt x="28574" y="1510915"/>
                  </a:moveTo>
                  <a:lnTo>
                    <a:pt x="0" y="1510915"/>
                  </a:lnTo>
                  <a:lnTo>
                    <a:pt x="0" y="1482340"/>
                  </a:lnTo>
                  <a:lnTo>
                    <a:pt x="28574" y="1482340"/>
                  </a:lnTo>
                  <a:lnTo>
                    <a:pt x="28574" y="1510915"/>
                  </a:lnTo>
                  <a:close/>
                </a:path>
                <a:path w="8949690" h="7105650">
                  <a:moveTo>
                    <a:pt x="28574" y="1453765"/>
                  </a:moveTo>
                  <a:lnTo>
                    <a:pt x="0" y="1453765"/>
                  </a:lnTo>
                  <a:lnTo>
                    <a:pt x="0" y="1425190"/>
                  </a:lnTo>
                  <a:lnTo>
                    <a:pt x="28574" y="1425190"/>
                  </a:lnTo>
                  <a:lnTo>
                    <a:pt x="28574" y="1453765"/>
                  </a:lnTo>
                  <a:close/>
                </a:path>
                <a:path w="8949690" h="7105650">
                  <a:moveTo>
                    <a:pt x="28574" y="1396615"/>
                  </a:moveTo>
                  <a:lnTo>
                    <a:pt x="0" y="1396615"/>
                  </a:lnTo>
                  <a:lnTo>
                    <a:pt x="0" y="1368040"/>
                  </a:lnTo>
                  <a:lnTo>
                    <a:pt x="28574" y="1368040"/>
                  </a:lnTo>
                  <a:lnTo>
                    <a:pt x="28574" y="1396615"/>
                  </a:lnTo>
                  <a:close/>
                </a:path>
                <a:path w="8949690" h="7105650">
                  <a:moveTo>
                    <a:pt x="28574" y="1339465"/>
                  </a:moveTo>
                  <a:lnTo>
                    <a:pt x="0" y="1339465"/>
                  </a:lnTo>
                  <a:lnTo>
                    <a:pt x="0" y="1310890"/>
                  </a:lnTo>
                  <a:lnTo>
                    <a:pt x="28574" y="1310890"/>
                  </a:lnTo>
                  <a:lnTo>
                    <a:pt x="28574" y="1339465"/>
                  </a:lnTo>
                  <a:close/>
                </a:path>
                <a:path w="8949690" h="7105650">
                  <a:moveTo>
                    <a:pt x="28574" y="1282315"/>
                  </a:moveTo>
                  <a:lnTo>
                    <a:pt x="0" y="1282315"/>
                  </a:lnTo>
                  <a:lnTo>
                    <a:pt x="0" y="1253740"/>
                  </a:lnTo>
                  <a:lnTo>
                    <a:pt x="28574" y="1253740"/>
                  </a:lnTo>
                  <a:lnTo>
                    <a:pt x="28574" y="1282315"/>
                  </a:lnTo>
                  <a:close/>
                </a:path>
                <a:path w="8949690" h="7105650">
                  <a:moveTo>
                    <a:pt x="28574" y="1225165"/>
                  </a:moveTo>
                  <a:lnTo>
                    <a:pt x="0" y="1225165"/>
                  </a:lnTo>
                  <a:lnTo>
                    <a:pt x="0" y="1196590"/>
                  </a:lnTo>
                  <a:lnTo>
                    <a:pt x="28574" y="1196590"/>
                  </a:lnTo>
                  <a:lnTo>
                    <a:pt x="28574" y="1225165"/>
                  </a:lnTo>
                  <a:close/>
                </a:path>
                <a:path w="8949690" h="7105650">
                  <a:moveTo>
                    <a:pt x="28574" y="1168015"/>
                  </a:moveTo>
                  <a:lnTo>
                    <a:pt x="0" y="1168015"/>
                  </a:lnTo>
                  <a:lnTo>
                    <a:pt x="0" y="1139440"/>
                  </a:lnTo>
                  <a:lnTo>
                    <a:pt x="28574" y="1139440"/>
                  </a:lnTo>
                  <a:lnTo>
                    <a:pt x="28574" y="1168015"/>
                  </a:lnTo>
                  <a:close/>
                </a:path>
                <a:path w="8949690" h="7105650">
                  <a:moveTo>
                    <a:pt x="28574" y="1110865"/>
                  </a:moveTo>
                  <a:lnTo>
                    <a:pt x="0" y="1110865"/>
                  </a:lnTo>
                  <a:lnTo>
                    <a:pt x="0" y="1082290"/>
                  </a:lnTo>
                  <a:lnTo>
                    <a:pt x="28574" y="1082290"/>
                  </a:lnTo>
                  <a:lnTo>
                    <a:pt x="28574" y="1110865"/>
                  </a:lnTo>
                  <a:close/>
                </a:path>
                <a:path w="8949690" h="7105650">
                  <a:moveTo>
                    <a:pt x="28574" y="1053715"/>
                  </a:moveTo>
                  <a:lnTo>
                    <a:pt x="0" y="1053715"/>
                  </a:lnTo>
                  <a:lnTo>
                    <a:pt x="0" y="1025140"/>
                  </a:lnTo>
                  <a:lnTo>
                    <a:pt x="28574" y="1025140"/>
                  </a:lnTo>
                  <a:lnTo>
                    <a:pt x="28574" y="1053715"/>
                  </a:lnTo>
                  <a:close/>
                </a:path>
                <a:path w="8949690" h="7105650">
                  <a:moveTo>
                    <a:pt x="28574" y="996565"/>
                  </a:moveTo>
                  <a:lnTo>
                    <a:pt x="0" y="996565"/>
                  </a:lnTo>
                  <a:lnTo>
                    <a:pt x="0" y="967990"/>
                  </a:lnTo>
                  <a:lnTo>
                    <a:pt x="28574" y="967990"/>
                  </a:lnTo>
                  <a:lnTo>
                    <a:pt x="28574" y="996565"/>
                  </a:lnTo>
                  <a:close/>
                </a:path>
                <a:path w="8949690" h="7105650">
                  <a:moveTo>
                    <a:pt x="28574" y="939415"/>
                  </a:moveTo>
                  <a:lnTo>
                    <a:pt x="0" y="939415"/>
                  </a:lnTo>
                  <a:lnTo>
                    <a:pt x="0" y="910840"/>
                  </a:lnTo>
                  <a:lnTo>
                    <a:pt x="28574" y="910840"/>
                  </a:lnTo>
                  <a:lnTo>
                    <a:pt x="28574" y="939415"/>
                  </a:lnTo>
                  <a:close/>
                </a:path>
                <a:path w="8949690" h="7105650">
                  <a:moveTo>
                    <a:pt x="28574" y="882265"/>
                  </a:moveTo>
                  <a:lnTo>
                    <a:pt x="0" y="882265"/>
                  </a:lnTo>
                  <a:lnTo>
                    <a:pt x="0" y="853690"/>
                  </a:lnTo>
                  <a:lnTo>
                    <a:pt x="28574" y="853690"/>
                  </a:lnTo>
                  <a:lnTo>
                    <a:pt x="28574" y="882265"/>
                  </a:lnTo>
                  <a:close/>
                </a:path>
                <a:path w="8949690" h="7105650">
                  <a:moveTo>
                    <a:pt x="28574" y="825115"/>
                  </a:moveTo>
                  <a:lnTo>
                    <a:pt x="0" y="825115"/>
                  </a:lnTo>
                  <a:lnTo>
                    <a:pt x="0" y="796540"/>
                  </a:lnTo>
                  <a:lnTo>
                    <a:pt x="28574" y="796540"/>
                  </a:lnTo>
                  <a:lnTo>
                    <a:pt x="28574" y="825115"/>
                  </a:lnTo>
                  <a:close/>
                </a:path>
                <a:path w="8949690" h="7105650">
                  <a:moveTo>
                    <a:pt x="28574" y="767965"/>
                  </a:moveTo>
                  <a:lnTo>
                    <a:pt x="0" y="767965"/>
                  </a:lnTo>
                  <a:lnTo>
                    <a:pt x="0" y="739390"/>
                  </a:lnTo>
                  <a:lnTo>
                    <a:pt x="28574" y="739390"/>
                  </a:lnTo>
                  <a:lnTo>
                    <a:pt x="28574" y="767965"/>
                  </a:lnTo>
                  <a:close/>
                </a:path>
                <a:path w="8949690" h="7105650">
                  <a:moveTo>
                    <a:pt x="28574" y="710815"/>
                  </a:moveTo>
                  <a:lnTo>
                    <a:pt x="0" y="710815"/>
                  </a:lnTo>
                  <a:lnTo>
                    <a:pt x="0" y="682240"/>
                  </a:lnTo>
                  <a:lnTo>
                    <a:pt x="28574" y="682240"/>
                  </a:lnTo>
                  <a:lnTo>
                    <a:pt x="28574" y="710815"/>
                  </a:lnTo>
                  <a:close/>
                </a:path>
                <a:path w="8949690" h="7105650">
                  <a:moveTo>
                    <a:pt x="28574" y="653665"/>
                  </a:moveTo>
                  <a:lnTo>
                    <a:pt x="0" y="653665"/>
                  </a:lnTo>
                  <a:lnTo>
                    <a:pt x="0" y="625090"/>
                  </a:lnTo>
                  <a:lnTo>
                    <a:pt x="28574" y="625090"/>
                  </a:lnTo>
                  <a:lnTo>
                    <a:pt x="28574" y="653665"/>
                  </a:lnTo>
                  <a:close/>
                </a:path>
                <a:path w="8949690" h="7105650">
                  <a:moveTo>
                    <a:pt x="28574" y="596515"/>
                  </a:moveTo>
                  <a:lnTo>
                    <a:pt x="0" y="596515"/>
                  </a:lnTo>
                  <a:lnTo>
                    <a:pt x="0" y="567940"/>
                  </a:lnTo>
                  <a:lnTo>
                    <a:pt x="28574" y="567940"/>
                  </a:lnTo>
                  <a:lnTo>
                    <a:pt x="28574" y="596515"/>
                  </a:lnTo>
                  <a:close/>
                </a:path>
                <a:path w="8949690" h="7105650">
                  <a:moveTo>
                    <a:pt x="28574" y="539365"/>
                  </a:moveTo>
                  <a:lnTo>
                    <a:pt x="0" y="539365"/>
                  </a:lnTo>
                  <a:lnTo>
                    <a:pt x="0" y="510790"/>
                  </a:lnTo>
                  <a:lnTo>
                    <a:pt x="28574" y="510790"/>
                  </a:lnTo>
                  <a:lnTo>
                    <a:pt x="28574" y="539365"/>
                  </a:lnTo>
                  <a:close/>
                </a:path>
                <a:path w="8949690" h="7105650">
                  <a:moveTo>
                    <a:pt x="28574" y="482215"/>
                  </a:moveTo>
                  <a:lnTo>
                    <a:pt x="0" y="482215"/>
                  </a:lnTo>
                  <a:lnTo>
                    <a:pt x="0" y="453640"/>
                  </a:lnTo>
                  <a:lnTo>
                    <a:pt x="28574" y="453640"/>
                  </a:lnTo>
                  <a:lnTo>
                    <a:pt x="28574" y="482215"/>
                  </a:lnTo>
                  <a:close/>
                </a:path>
                <a:path w="8949690" h="7105650">
                  <a:moveTo>
                    <a:pt x="28574" y="425065"/>
                  </a:moveTo>
                  <a:lnTo>
                    <a:pt x="0" y="425065"/>
                  </a:lnTo>
                  <a:lnTo>
                    <a:pt x="0" y="396490"/>
                  </a:lnTo>
                  <a:lnTo>
                    <a:pt x="28574" y="396490"/>
                  </a:lnTo>
                  <a:lnTo>
                    <a:pt x="28574" y="425065"/>
                  </a:lnTo>
                  <a:close/>
                </a:path>
                <a:path w="8949690" h="7105650">
                  <a:moveTo>
                    <a:pt x="28574" y="367915"/>
                  </a:moveTo>
                  <a:lnTo>
                    <a:pt x="0" y="367915"/>
                  </a:lnTo>
                  <a:lnTo>
                    <a:pt x="0" y="339340"/>
                  </a:lnTo>
                  <a:lnTo>
                    <a:pt x="28574" y="339340"/>
                  </a:lnTo>
                  <a:lnTo>
                    <a:pt x="28574" y="367915"/>
                  </a:lnTo>
                  <a:close/>
                </a:path>
                <a:path w="8949690" h="7105650">
                  <a:moveTo>
                    <a:pt x="28574" y="310765"/>
                  </a:moveTo>
                  <a:lnTo>
                    <a:pt x="0" y="310765"/>
                  </a:lnTo>
                  <a:lnTo>
                    <a:pt x="0" y="282190"/>
                  </a:lnTo>
                  <a:lnTo>
                    <a:pt x="28574" y="282190"/>
                  </a:lnTo>
                  <a:lnTo>
                    <a:pt x="28574" y="310765"/>
                  </a:lnTo>
                  <a:close/>
                </a:path>
                <a:path w="8949690" h="7105650">
                  <a:moveTo>
                    <a:pt x="28574" y="253615"/>
                  </a:moveTo>
                  <a:lnTo>
                    <a:pt x="0" y="253615"/>
                  </a:lnTo>
                  <a:lnTo>
                    <a:pt x="0" y="225040"/>
                  </a:lnTo>
                  <a:lnTo>
                    <a:pt x="28574" y="225040"/>
                  </a:lnTo>
                  <a:lnTo>
                    <a:pt x="28574" y="253615"/>
                  </a:lnTo>
                  <a:close/>
                </a:path>
                <a:path w="8949690" h="7105650">
                  <a:moveTo>
                    <a:pt x="28574" y="196465"/>
                  </a:moveTo>
                  <a:lnTo>
                    <a:pt x="0" y="196465"/>
                  </a:lnTo>
                  <a:lnTo>
                    <a:pt x="0" y="167890"/>
                  </a:lnTo>
                  <a:lnTo>
                    <a:pt x="28574" y="167890"/>
                  </a:lnTo>
                  <a:lnTo>
                    <a:pt x="28574" y="196465"/>
                  </a:lnTo>
                  <a:close/>
                </a:path>
                <a:path w="8949690" h="7105650">
                  <a:moveTo>
                    <a:pt x="29907" y="143123"/>
                  </a:moveTo>
                  <a:lnTo>
                    <a:pt x="2250" y="139183"/>
                  </a:lnTo>
                  <a:lnTo>
                    <a:pt x="3140" y="130193"/>
                  </a:lnTo>
                  <a:lnTo>
                    <a:pt x="8840" y="111434"/>
                  </a:lnTo>
                  <a:lnTo>
                    <a:pt x="35286" y="120158"/>
                  </a:lnTo>
                  <a:lnTo>
                    <a:pt x="32813" y="127655"/>
                  </a:lnTo>
                  <a:lnTo>
                    <a:pt x="31020" y="135310"/>
                  </a:lnTo>
                  <a:lnTo>
                    <a:pt x="29907" y="143123"/>
                  </a:lnTo>
                  <a:close/>
                </a:path>
                <a:path w="8949690" h="7105650">
                  <a:moveTo>
                    <a:pt x="74154" y="61539"/>
                  </a:moveTo>
                  <a:lnTo>
                    <a:pt x="74026" y="61539"/>
                  </a:lnTo>
                  <a:lnTo>
                    <a:pt x="55720" y="40633"/>
                  </a:lnTo>
                  <a:lnTo>
                    <a:pt x="72088" y="27212"/>
                  </a:lnTo>
                  <a:lnTo>
                    <a:pt x="78770" y="23644"/>
                  </a:lnTo>
                  <a:lnTo>
                    <a:pt x="93205" y="47651"/>
                  </a:lnTo>
                  <a:lnTo>
                    <a:pt x="86416" y="51733"/>
                  </a:lnTo>
                  <a:lnTo>
                    <a:pt x="80041" y="56383"/>
                  </a:lnTo>
                  <a:lnTo>
                    <a:pt x="74154" y="61539"/>
                  </a:lnTo>
                  <a:close/>
                </a:path>
                <a:path w="8949690" h="7105650">
                  <a:moveTo>
                    <a:pt x="44592" y="98563"/>
                  </a:moveTo>
                  <a:lnTo>
                    <a:pt x="20127" y="85351"/>
                  </a:lnTo>
                  <a:lnTo>
                    <a:pt x="27204" y="72095"/>
                  </a:lnTo>
                  <a:lnTo>
                    <a:pt x="35860" y="61539"/>
                  </a:lnTo>
                  <a:lnTo>
                    <a:pt x="57609" y="78860"/>
                  </a:lnTo>
                  <a:lnTo>
                    <a:pt x="52687" y="85041"/>
                  </a:lnTo>
                  <a:lnTo>
                    <a:pt x="48348" y="91608"/>
                  </a:lnTo>
                  <a:lnTo>
                    <a:pt x="44592" y="98563"/>
                  </a:lnTo>
                  <a:close/>
                </a:path>
                <a:path w="8949690" h="7105650">
                  <a:moveTo>
                    <a:pt x="114356" y="37354"/>
                  </a:moveTo>
                  <a:lnTo>
                    <a:pt x="104298" y="11013"/>
                  </a:lnTo>
                  <a:lnTo>
                    <a:pt x="130186" y="3147"/>
                  </a:lnTo>
                  <a:lnTo>
                    <a:pt x="131702" y="2996"/>
                  </a:lnTo>
                  <a:lnTo>
                    <a:pt x="137013" y="30928"/>
                  </a:lnTo>
                  <a:lnTo>
                    <a:pt x="129272" y="32400"/>
                  </a:lnTo>
                  <a:lnTo>
                    <a:pt x="121720" y="34542"/>
                  </a:lnTo>
                  <a:lnTo>
                    <a:pt x="114356" y="37354"/>
                  </a:lnTo>
                  <a:close/>
                </a:path>
                <a:path w="8949690" h="7105650">
                  <a:moveTo>
                    <a:pt x="190498" y="28582"/>
                  </a:moveTo>
                  <a:lnTo>
                    <a:pt x="160525" y="28582"/>
                  </a:lnTo>
                  <a:lnTo>
                    <a:pt x="160390" y="151"/>
                  </a:lnTo>
                  <a:lnTo>
                    <a:pt x="161923" y="0"/>
                  </a:lnTo>
                  <a:lnTo>
                    <a:pt x="190498" y="0"/>
                  </a:lnTo>
                  <a:lnTo>
                    <a:pt x="190498" y="28582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3507" y="3393052"/>
              <a:ext cx="104774" cy="10477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3507" y="4326502"/>
              <a:ext cx="104774" cy="10477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3507" y="4793227"/>
              <a:ext cx="104774" cy="10477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4932" y="5783827"/>
              <a:ext cx="104775" cy="10477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4932" y="6231502"/>
              <a:ext cx="104775" cy="10477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4932" y="6679177"/>
              <a:ext cx="104775" cy="10477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4932" y="7669777"/>
              <a:ext cx="104775" cy="10477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4932" y="8117452"/>
              <a:ext cx="104775" cy="10477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4932" y="8565127"/>
              <a:ext cx="104775" cy="104774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796482" y="2107431"/>
            <a:ext cx="8149590" cy="66992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100" b="1">
                <a:solidFill>
                  <a:srgbClr val="006FBF"/>
                </a:solidFill>
                <a:latin typeface="Cambria"/>
                <a:cs typeface="Cambria"/>
              </a:rPr>
              <a:t>Key</a:t>
            </a:r>
            <a:r>
              <a:rPr dirty="0" sz="3100" spc="-50" b="1">
                <a:solidFill>
                  <a:srgbClr val="006FBF"/>
                </a:solidFill>
                <a:latin typeface="Cambria"/>
                <a:cs typeface="Cambria"/>
              </a:rPr>
              <a:t> </a:t>
            </a:r>
            <a:r>
              <a:rPr dirty="0" sz="3100" b="1">
                <a:solidFill>
                  <a:srgbClr val="006FBF"/>
                </a:solidFill>
                <a:latin typeface="Cambria"/>
                <a:cs typeface="Cambria"/>
              </a:rPr>
              <a:t>Benefits</a:t>
            </a:r>
            <a:r>
              <a:rPr dirty="0" sz="3100" spc="-40" b="1">
                <a:solidFill>
                  <a:srgbClr val="006FBF"/>
                </a:solidFill>
                <a:latin typeface="Cambria"/>
                <a:cs typeface="Cambria"/>
              </a:rPr>
              <a:t> </a:t>
            </a:r>
            <a:r>
              <a:rPr dirty="0" sz="3100" b="1">
                <a:solidFill>
                  <a:srgbClr val="006FBF"/>
                </a:solidFill>
                <a:latin typeface="Cambria"/>
                <a:cs typeface="Cambria"/>
              </a:rPr>
              <a:t>of</a:t>
            </a:r>
            <a:r>
              <a:rPr dirty="0" sz="3100" spc="-40" b="1">
                <a:solidFill>
                  <a:srgbClr val="006FBF"/>
                </a:solidFill>
                <a:latin typeface="Cambria"/>
                <a:cs typeface="Cambria"/>
              </a:rPr>
              <a:t> </a:t>
            </a:r>
            <a:r>
              <a:rPr dirty="0" sz="3100" b="1">
                <a:solidFill>
                  <a:srgbClr val="006FBF"/>
                </a:solidFill>
                <a:latin typeface="Cambria"/>
                <a:cs typeface="Cambria"/>
              </a:rPr>
              <a:t>the</a:t>
            </a:r>
            <a:r>
              <a:rPr dirty="0" sz="3100" spc="-40" b="1">
                <a:solidFill>
                  <a:srgbClr val="006FBF"/>
                </a:solidFill>
                <a:latin typeface="Cambria"/>
                <a:cs typeface="Cambria"/>
              </a:rPr>
              <a:t> </a:t>
            </a:r>
            <a:r>
              <a:rPr dirty="0" sz="3100" spc="-10" b="1">
                <a:solidFill>
                  <a:srgbClr val="006FBF"/>
                </a:solidFill>
                <a:latin typeface="Cambria"/>
                <a:cs typeface="Cambria"/>
              </a:rPr>
              <a:t>Solution</a:t>
            </a:r>
            <a:endParaRPr sz="3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600" spc="2805">
                <a:latin typeface="Webdings"/>
                <a:cs typeface="Webdings"/>
              </a:rPr>
              <a:t>🏥</a:t>
            </a:r>
            <a:r>
              <a:rPr dirty="0" sz="3600" spc="-200"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BAA1F"/>
                </a:solidFill>
                <a:latin typeface="Cambria"/>
                <a:cs typeface="Cambria"/>
              </a:rPr>
              <a:t>Social</a:t>
            </a:r>
            <a:r>
              <a:rPr dirty="0" sz="3200" spc="-5" b="1">
                <a:solidFill>
                  <a:srgbClr val="6BAA1F"/>
                </a:solidFill>
                <a:latin typeface="Cambria"/>
                <a:cs typeface="Cambria"/>
              </a:rPr>
              <a:t> </a:t>
            </a:r>
            <a:r>
              <a:rPr dirty="0" sz="3200" spc="-10" b="1">
                <a:solidFill>
                  <a:srgbClr val="6BAA1F"/>
                </a:solidFill>
                <a:latin typeface="Cambria"/>
                <a:cs typeface="Cambria"/>
              </a:rPr>
              <a:t>Impact</a:t>
            </a:r>
            <a:endParaRPr sz="3200">
              <a:latin typeface="Cambria"/>
              <a:cs typeface="Cambria"/>
            </a:endParaRPr>
          </a:p>
          <a:p>
            <a:pPr marL="605790" marR="113030">
              <a:lnSpc>
                <a:spcPts val="3670"/>
              </a:lnSpc>
              <a:spcBef>
                <a:spcPts val="95"/>
              </a:spcBef>
            </a:pPr>
            <a:r>
              <a:rPr dirty="0" sz="2750" spc="-10">
                <a:latin typeface="Cambria"/>
                <a:cs typeface="Cambria"/>
              </a:rPr>
              <a:t>Protects</a:t>
            </a:r>
            <a:r>
              <a:rPr dirty="0" sz="2750" spc="-90">
                <a:latin typeface="Cambria"/>
                <a:cs typeface="Cambria"/>
              </a:rPr>
              <a:t> </a:t>
            </a:r>
            <a:r>
              <a:rPr dirty="0" sz="2750" spc="-10">
                <a:latin typeface="Cambria"/>
                <a:cs typeface="Cambria"/>
              </a:rPr>
              <a:t>vulnerable</a:t>
            </a:r>
            <a:r>
              <a:rPr dirty="0" sz="2750" spc="-85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populations</a:t>
            </a:r>
            <a:r>
              <a:rPr dirty="0" sz="2750" spc="-85">
                <a:latin typeface="Cambria"/>
                <a:cs typeface="Cambria"/>
              </a:rPr>
              <a:t> </a:t>
            </a:r>
            <a:r>
              <a:rPr dirty="0" sz="2750" spc="-35">
                <a:latin typeface="Cambria"/>
                <a:cs typeface="Cambria"/>
              </a:rPr>
              <a:t>(elderly,</a:t>
            </a:r>
            <a:r>
              <a:rPr dirty="0" sz="2750" spc="-85">
                <a:latin typeface="Cambria"/>
                <a:cs typeface="Cambria"/>
              </a:rPr>
              <a:t> </a:t>
            </a:r>
            <a:r>
              <a:rPr dirty="0" sz="2750" spc="-10">
                <a:latin typeface="Cambria"/>
                <a:cs typeface="Cambria"/>
              </a:rPr>
              <a:t>children, </a:t>
            </a:r>
            <a:r>
              <a:rPr dirty="0" sz="2750">
                <a:latin typeface="Cambria"/>
                <a:cs typeface="Cambria"/>
              </a:rPr>
              <a:t>outdoor</a:t>
            </a:r>
            <a:r>
              <a:rPr dirty="0" sz="2750" spc="-130">
                <a:latin typeface="Cambria"/>
                <a:cs typeface="Cambria"/>
              </a:rPr>
              <a:t> </a:t>
            </a:r>
            <a:r>
              <a:rPr dirty="0" sz="2750" spc="-10">
                <a:latin typeface="Cambria"/>
                <a:cs typeface="Cambria"/>
              </a:rPr>
              <a:t>workers)</a:t>
            </a:r>
            <a:endParaRPr sz="2750">
              <a:latin typeface="Cambria"/>
              <a:cs typeface="Cambria"/>
            </a:endParaRPr>
          </a:p>
          <a:p>
            <a:pPr marL="605790" marR="1439545">
              <a:lnSpc>
                <a:spcPts val="3679"/>
              </a:lnSpc>
            </a:pPr>
            <a:r>
              <a:rPr dirty="0" sz="2750" spc="-10">
                <a:latin typeface="Cambria"/>
                <a:cs typeface="Cambria"/>
              </a:rPr>
              <a:t>Saves</a:t>
            </a:r>
            <a:r>
              <a:rPr dirty="0" sz="2750" spc="-120">
                <a:latin typeface="Cambria"/>
                <a:cs typeface="Cambria"/>
              </a:rPr>
              <a:t> </a:t>
            </a:r>
            <a:r>
              <a:rPr dirty="0" sz="2750" spc="-10">
                <a:latin typeface="Cambria"/>
                <a:cs typeface="Cambria"/>
              </a:rPr>
              <a:t>lives</a:t>
            </a:r>
            <a:r>
              <a:rPr dirty="0" sz="2750" spc="-114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through</a:t>
            </a:r>
            <a:r>
              <a:rPr dirty="0" sz="2750" spc="-114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early</a:t>
            </a:r>
            <a:r>
              <a:rPr dirty="0" sz="2750" spc="-120">
                <a:latin typeface="Cambria"/>
                <a:cs typeface="Cambria"/>
              </a:rPr>
              <a:t> </a:t>
            </a:r>
            <a:r>
              <a:rPr dirty="0" sz="2750" spc="-10">
                <a:latin typeface="Cambria"/>
                <a:cs typeface="Cambria"/>
              </a:rPr>
              <a:t>prediction Strengthens</a:t>
            </a:r>
            <a:r>
              <a:rPr dirty="0" sz="2750" spc="-80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community</a:t>
            </a:r>
            <a:r>
              <a:rPr dirty="0" sz="2750" spc="-80">
                <a:latin typeface="Cambria"/>
                <a:cs typeface="Cambria"/>
              </a:rPr>
              <a:t> </a:t>
            </a:r>
            <a:r>
              <a:rPr dirty="0" sz="2750">
                <a:latin typeface="Cambria"/>
                <a:cs typeface="Cambria"/>
              </a:rPr>
              <a:t>health</a:t>
            </a:r>
            <a:r>
              <a:rPr dirty="0" sz="2750" spc="-80">
                <a:latin typeface="Cambria"/>
                <a:cs typeface="Cambria"/>
              </a:rPr>
              <a:t> </a:t>
            </a:r>
            <a:r>
              <a:rPr dirty="0" sz="2750" spc="-10">
                <a:latin typeface="Cambria"/>
                <a:cs typeface="Cambria"/>
              </a:rPr>
              <a:t>resilience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ts val="4180"/>
              </a:lnSpc>
            </a:pPr>
            <a:r>
              <a:rPr dirty="0" sz="3600" spc="2805">
                <a:latin typeface="Webdings"/>
                <a:cs typeface="Webdings"/>
              </a:rPr>
              <a:t>💰</a:t>
            </a:r>
            <a:r>
              <a:rPr dirty="0" sz="3600" spc="-225"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BAA1F"/>
                </a:solidFill>
                <a:latin typeface="Cambria"/>
                <a:cs typeface="Cambria"/>
              </a:rPr>
              <a:t>Economic</a:t>
            </a:r>
            <a:r>
              <a:rPr dirty="0" sz="3200" spc="-70" b="1">
                <a:solidFill>
                  <a:srgbClr val="6BAA1F"/>
                </a:solidFill>
                <a:latin typeface="Cambria"/>
                <a:cs typeface="Cambria"/>
              </a:rPr>
              <a:t> </a:t>
            </a:r>
            <a:r>
              <a:rPr dirty="0" sz="3200" spc="-10" b="1">
                <a:solidFill>
                  <a:srgbClr val="6BAA1F"/>
                </a:solidFill>
                <a:latin typeface="Cambria"/>
                <a:cs typeface="Cambria"/>
              </a:rPr>
              <a:t>Impact</a:t>
            </a:r>
            <a:endParaRPr sz="3200">
              <a:latin typeface="Cambria"/>
              <a:cs typeface="Cambria"/>
            </a:endParaRPr>
          </a:p>
          <a:p>
            <a:pPr marL="579120" marR="2120900">
              <a:lnSpc>
                <a:spcPts val="3529"/>
              </a:lnSpc>
              <a:spcBef>
                <a:spcPts val="135"/>
              </a:spcBef>
            </a:pPr>
            <a:r>
              <a:rPr dirty="0" sz="2600">
                <a:latin typeface="Cambria"/>
                <a:cs typeface="Cambria"/>
              </a:rPr>
              <a:t>Reduces</a:t>
            </a:r>
            <a:r>
              <a:rPr dirty="0" sz="2600" spc="-2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emergency</a:t>
            </a:r>
            <a:r>
              <a:rPr dirty="0" sz="2600" spc="-2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healthcare</a:t>
            </a:r>
            <a:r>
              <a:rPr dirty="0" sz="2600" spc="-2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costs </a:t>
            </a:r>
            <a:r>
              <a:rPr dirty="0" sz="2600">
                <a:latin typeface="Cambria"/>
                <a:cs typeface="Cambria"/>
              </a:rPr>
              <a:t>Optimizes</a:t>
            </a:r>
            <a:r>
              <a:rPr dirty="0" sz="2600" spc="-2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hospital</a:t>
            </a:r>
            <a:r>
              <a:rPr dirty="0" sz="2600" spc="-2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resource</a:t>
            </a:r>
            <a:r>
              <a:rPr dirty="0" sz="2600" spc="-2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allocation</a:t>
            </a:r>
            <a:endParaRPr sz="2600">
              <a:latin typeface="Cambria"/>
              <a:cs typeface="Cambria"/>
            </a:endParaRPr>
          </a:p>
          <a:p>
            <a:pPr marL="579120">
              <a:lnSpc>
                <a:spcPct val="100000"/>
              </a:lnSpc>
              <a:spcBef>
                <a:spcPts val="210"/>
              </a:spcBef>
            </a:pPr>
            <a:r>
              <a:rPr dirty="0" sz="2600">
                <a:latin typeface="Cambria"/>
                <a:cs typeface="Cambria"/>
              </a:rPr>
              <a:t>Minimizes</a:t>
            </a:r>
            <a:r>
              <a:rPr dirty="0" sz="2600" spc="-2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productivity</a:t>
            </a:r>
            <a:r>
              <a:rPr dirty="0" sz="2600" spc="-2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loss</a:t>
            </a:r>
            <a:r>
              <a:rPr dirty="0" sz="2600" spc="-2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during</a:t>
            </a:r>
            <a:r>
              <a:rPr dirty="0" sz="2600" spc="-2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climate</a:t>
            </a:r>
            <a:r>
              <a:rPr dirty="0" sz="2600" spc="-2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crises</a:t>
            </a:r>
            <a:endParaRPr sz="2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600" spc="2805">
                <a:latin typeface="Webdings"/>
                <a:cs typeface="Webdings"/>
              </a:rPr>
              <a:t>🌱</a:t>
            </a:r>
            <a:r>
              <a:rPr dirty="0" sz="3600" spc="-225"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6BAA1F"/>
                </a:solidFill>
                <a:latin typeface="Cambria"/>
                <a:cs typeface="Cambria"/>
              </a:rPr>
              <a:t>Environmental</a:t>
            </a:r>
            <a:r>
              <a:rPr dirty="0" sz="3200" spc="-125" b="1">
                <a:solidFill>
                  <a:srgbClr val="6BAA1F"/>
                </a:solidFill>
                <a:latin typeface="Cambria"/>
                <a:cs typeface="Cambria"/>
              </a:rPr>
              <a:t> </a:t>
            </a:r>
            <a:r>
              <a:rPr dirty="0" sz="3200" spc="-10" b="1">
                <a:solidFill>
                  <a:srgbClr val="6BAA1F"/>
                </a:solidFill>
                <a:latin typeface="Cambria"/>
                <a:cs typeface="Cambria"/>
              </a:rPr>
              <a:t>Impact</a:t>
            </a:r>
            <a:endParaRPr sz="3200">
              <a:latin typeface="Cambria"/>
              <a:cs typeface="Cambria"/>
            </a:endParaRPr>
          </a:p>
          <a:p>
            <a:pPr marL="579120" marR="5080">
              <a:lnSpc>
                <a:spcPts val="3529"/>
              </a:lnSpc>
              <a:spcBef>
                <a:spcPts val="135"/>
              </a:spcBef>
            </a:pPr>
            <a:r>
              <a:rPr dirty="0" sz="2600">
                <a:latin typeface="Cambria"/>
                <a:cs typeface="Cambria"/>
              </a:rPr>
              <a:t>Encourages</a:t>
            </a:r>
            <a:r>
              <a:rPr dirty="0" sz="2600" spc="-3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preventive</a:t>
            </a:r>
            <a:r>
              <a:rPr dirty="0" sz="2600" spc="-3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health</a:t>
            </a:r>
            <a:r>
              <a:rPr dirty="0" sz="2600" spc="-3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&amp;</a:t>
            </a:r>
            <a:r>
              <a:rPr dirty="0" sz="2600" spc="-3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sustainable</a:t>
            </a:r>
            <a:r>
              <a:rPr dirty="0" sz="2600" spc="-3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practices </a:t>
            </a:r>
            <a:r>
              <a:rPr dirty="0" sz="2600">
                <a:latin typeface="Cambria"/>
                <a:cs typeface="Cambria"/>
              </a:rPr>
              <a:t>Supports </a:t>
            </a:r>
            <a:r>
              <a:rPr dirty="0" sz="2600" spc="-10">
                <a:latin typeface="Cambria"/>
                <a:cs typeface="Cambria"/>
              </a:rPr>
              <a:t>climate-</a:t>
            </a:r>
            <a:r>
              <a:rPr dirty="0" sz="2600">
                <a:latin typeface="Cambria"/>
                <a:cs typeface="Cambria"/>
              </a:rPr>
              <a:t>resilient urban</a:t>
            </a:r>
            <a:r>
              <a:rPr dirty="0" sz="2600" spc="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planning</a:t>
            </a:r>
            <a:endParaRPr sz="2600">
              <a:latin typeface="Cambria"/>
              <a:cs typeface="Cambria"/>
            </a:endParaRPr>
          </a:p>
          <a:p>
            <a:pPr marL="579120">
              <a:lnSpc>
                <a:spcPct val="100000"/>
              </a:lnSpc>
              <a:spcBef>
                <a:spcPts val="210"/>
              </a:spcBef>
            </a:pPr>
            <a:r>
              <a:rPr dirty="0" sz="2600" spc="-10">
                <a:latin typeface="Cambria"/>
                <a:cs typeface="Cambria"/>
              </a:rPr>
              <a:t>Data-</a:t>
            </a:r>
            <a:r>
              <a:rPr dirty="0" sz="2600">
                <a:latin typeface="Cambria"/>
                <a:cs typeface="Cambria"/>
              </a:rPr>
              <a:t>driven</a:t>
            </a:r>
            <a:r>
              <a:rPr dirty="0" sz="2600" spc="-3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climate</a:t>
            </a:r>
            <a:r>
              <a:rPr dirty="0" sz="2600" spc="-3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adaptation</a:t>
            </a:r>
            <a:r>
              <a:rPr dirty="0" sz="2600" spc="-3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strategies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3913" y="315912"/>
            <a:ext cx="5398135" cy="848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21965" algn="l"/>
              </a:tabLst>
            </a:pPr>
            <a:r>
              <a:rPr dirty="0" spc="-10">
                <a:latin typeface="Arial"/>
                <a:cs typeface="Arial"/>
              </a:rPr>
              <a:t>TARGET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10">
                <a:latin typeface="Arial"/>
                <a:cs typeface="Arial"/>
              </a:rPr>
              <a:t>USERS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575" y="122062"/>
            <a:ext cx="1643252" cy="154343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8066506" y="21440"/>
            <a:ext cx="9995535" cy="8885555"/>
            <a:chOff x="8066506" y="21440"/>
            <a:chExt cx="9995535" cy="888555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50353" y="21440"/>
              <a:ext cx="2511647" cy="251164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58605" y="304561"/>
              <a:ext cx="1791674" cy="152885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6506" y="2429533"/>
              <a:ext cx="9715499" cy="6476999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31127" y="1889459"/>
            <a:ext cx="7507605" cy="7226934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900" spc="2290">
                <a:latin typeface="Webdings"/>
                <a:cs typeface="Webdings"/>
              </a:rPr>
              <a:t>🏛</a:t>
            </a:r>
            <a:r>
              <a:rPr dirty="0" sz="2900" spc="-185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Government</a:t>
            </a:r>
            <a:r>
              <a:rPr dirty="0" sz="2600" spc="-6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&amp;</a:t>
            </a:r>
            <a:r>
              <a:rPr dirty="0" sz="2600" spc="-6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Policy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Makers</a:t>
            </a:r>
            <a:endParaRPr sz="2600">
              <a:latin typeface="Calibri"/>
              <a:cs typeface="Calibri"/>
            </a:endParaRPr>
          </a:p>
          <a:p>
            <a:pPr marL="12700" marR="85090" indent="74295">
              <a:lnSpc>
                <a:spcPts val="3529"/>
              </a:lnSpc>
              <a:spcBef>
                <a:spcPts val="120"/>
              </a:spcBef>
            </a:pPr>
            <a:r>
              <a:rPr dirty="0" sz="2600">
                <a:latin typeface="Calibri"/>
                <a:cs typeface="Calibri"/>
              </a:rPr>
              <a:t>Climate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risk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monitoring,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emergency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planning,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resource allocation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ts val="3395"/>
              </a:lnSpc>
            </a:pPr>
            <a:r>
              <a:rPr dirty="0" sz="2900" spc="2290">
                <a:latin typeface="Webdings"/>
                <a:cs typeface="Webdings"/>
              </a:rPr>
              <a:t>🏥</a:t>
            </a:r>
            <a:r>
              <a:rPr dirty="0" sz="2900" spc="-185">
                <a:latin typeface="Times New Roman"/>
                <a:cs typeface="Times New Roman"/>
              </a:rPr>
              <a:t> </a:t>
            </a:r>
            <a:r>
              <a:rPr dirty="0" sz="2600" b="1">
                <a:latin typeface="Calibri"/>
                <a:cs typeface="Calibri"/>
              </a:rPr>
              <a:t>Hospitals</a:t>
            </a:r>
            <a:r>
              <a:rPr dirty="0" sz="2600" spc="-6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&amp;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Healthcare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Administrators</a:t>
            </a:r>
            <a:endParaRPr sz="2600">
              <a:latin typeface="Calibri"/>
              <a:cs typeface="Calibri"/>
            </a:endParaRPr>
          </a:p>
          <a:p>
            <a:pPr marL="12700" marR="449580" indent="74295">
              <a:lnSpc>
                <a:spcPts val="3529"/>
              </a:lnSpc>
              <a:spcBef>
                <a:spcPts val="125"/>
              </a:spcBef>
            </a:pPr>
            <a:r>
              <a:rPr dirty="0" sz="2600" spc="-10">
                <a:latin typeface="Calibri"/>
                <a:cs typeface="Calibri"/>
              </a:rPr>
              <a:t>Patient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surge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prediction,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ICU/bed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capacity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planning, </a:t>
            </a:r>
            <a:r>
              <a:rPr dirty="0" sz="2600">
                <a:latin typeface="Calibri"/>
                <a:cs typeface="Calibri"/>
              </a:rPr>
              <a:t>staff</a:t>
            </a:r>
            <a:r>
              <a:rPr dirty="0" sz="2600" spc="-1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allocation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ts val="3395"/>
              </a:lnSpc>
            </a:pPr>
            <a:r>
              <a:rPr dirty="0" sz="2900" spc="2290">
                <a:latin typeface="Webdings"/>
                <a:cs typeface="Webdings"/>
              </a:rPr>
              <a:t>🏙</a:t>
            </a:r>
            <a:r>
              <a:rPr dirty="0" sz="2900" spc="-185">
                <a:latin typeface="Times New Roman"/>
                <a:cs typeface="Times New Roman"/>
              </a:rPr>
              <a:t> </a:t>
            </a:r>
            <a:r>
              <a:rPr dirty="0" sz="2600" b="1">
                <a:latin typeface="Calibri"/>
                <a:cs typeface="Calibri"/>
              </a:rPr>
              <a:t>Urban</a:t>
            </a:r>
            <a:r>
              <a:rPr dirty="0" sz="2600" spc="-5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Citizens</a:t>
            </a:r>
            <a:endParaRPr sz="2600">
              <a:latin typeface="Calibri"/>
              <a:cs typeface="Calibri"/>
            </a:endParaRPr>
          </a:p>
          <a:p>
            <a:pPr marL="86995">
              <a:lnSpc>
                <a:spcPct val="100000"/>
              </a:lnSpc>
              <a:spcBef>
                <a:spcPts val="345"/>
              </a:spcBef>
            </a:pPr>
            <a:r>
              <a:rPr dirty="0" sz="2600" spc="-25">
                <a:latin typeface="Calibri"/>
                <a:cs typeface="Calibri"/>
              </a:rPr>
              <a:t>Area-</a:t>
            </a:r>
            <a:r>
              <a:rPr dirty="0" sz="2600">
                <a:latin typeface="Calibri"/>
                <a:cs typeface="Calibri"/>
              </a:rPr>
              <a:t>wise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health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risk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alerts,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preventive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action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guidance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2290">
                <a:latin typeface="Webdings"/>
                <a:cs typeface="Webdings"/>
              </a:rPr>
              <a:t>👵</a:t>
            </a:r>
            <a:r>
              <a:rPr dirty="0" sz="2900" spc="-170">
                <a:latin typeface="Times New Roman"/>
                <a:cs typeface="Times New Roman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Vulnerable</a:t>
            </a:r>
            <a:r>
              <a:rPr dirty="0" sz="2600" spc="-3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Populations</a:t>
            </a:r>
            <a:endParaRPr sz="2600">
              <a:latin typeface="Calibri"/>
              <a:cs typeface="Calibri"/>
            </a:endParaRPr>
          </a:p>
          <a:p>
            <a:pPr marL="12700" marR="679450" indent="74295">
              <a:lnSpc>
                <a:spcPts val="3529"/>
              </a:lnSpc>
              <a:spcBef>
                <a:spcPts val="120"/>
              </a:spcBef>
            </a:pPr>
            <a:r>
              <a:rPr dirty="0" sz="2600" spc="-20">
                <a:latin typeface="Calibri"/>
                <a:cs typeface="Calibri"/>
              </a:rPr>
              <a:t>Elderly,</a:t>
            </a:r>
            <a:r>
              <a:rPr dirty="0" sz="2600" spc="-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children,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outdoor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workers,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chronic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disease patients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ts val="3395"/>
              </a:lnSpc>
            </a:pPr>
            <a:r>
              <a:rPr dirty="0" sz="2900" spc="2290">
                <a:latin typeface="Webdings"/>
                <a:cs typeface="Webdings"/>
              </a:rPr>
              <a:t>🏢</a:t>
            </a:r>
            <a:r>
              <a:rPr dirty="0" sz="2900" spc="-185">
                <a:latin typeface="Times New Roman"/>
                <a:cs typeface="Times New Roman"/>
              </a:rPr>
              <a:t> </a:t>
            </a:r>
            <a:r>
              <a:rPr dirty="0" sz="2600" b="1">
                <a:latin typeface="Calibri"/>
                <a:cs typeface="Calibri"/>
              </a:rPr>
              <a:t>Smart</a:t>
            </a:r>
            <a:r>
              <a:rPr dirty="0" sz="2600" spc="-6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City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Authorities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&amp;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Urban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Planners</a:t>
            </a:r>
            <a:endParaRPr sz="2600">
              <a:latin typeface="Calibri"/>
              <a:cs typeface="Calibri"/>
            </a:endParaRPr>
          </a:p>
          <a:p>
            <a:pPr marL="12700" marR="193675" indent="74295">
              <a:lnSpc>
                <a:spcPts val="3529"/>
              </a:lnSpc>
              <a:spcBef>
                <a:spcPts val="120"/>
              </a:spcBef>
            </a:pPr>
            <a:r>
              <a:rPr dirty="0" sz="2600" spc="-25">
                <a:latin typeface="Calibri"/>
                <a:cs typeface="Calibri"/>
              </a:rPr>
              <a:t>Climate-</a:t>
            </a:r>
            <a:r>
              <a:rPr dirty="0" sz="2600">
                <a:latin typeface="Calibri"/>
                <a:cs typeface="Calibri"/>
              </a:rPr>
              <a:t>resilient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infrastructure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&amp;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heatwave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mitigation planning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2550" spc="1755">
                <a:latin typeface="Courier New"/>
                <a:cs typeface="Courier New"/>
              </a:rPr>
              <a:t>🚑</a:t>
            </a:r>
            <a:r>
              <a:rPr dirty="0" sz="2550" spc="-944">
                <a:latin typeface="Courier New"/>
                <a:cs typeface="Courier New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Emergency</a:t>
            </a:r>
            <a:r>
              <a:rPr dirty="0" sz="2600" spc="-11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Response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Teams</a:t>
            </a:r>
            <a:endParaRPr sz="2600">
              <a:latin typeface="Calibri"/>
              <a:cs typeface="Calibri"/>
            </a:endParaRPr>
          </a:p>
          <a:p>
            <a:pPr marL="86995">
              <a:lnSpc>
                <a:spcPct val="100000"/>
              </a:lnSpc>
              <a:spcBef>
                <a:spcPts val="405"/>
              </a:spcBef>
            </a:pPr>
            <a:r>
              <a:rPr dirty="0" sz="2600">
                <a:latin typeface="Calibri"/>
                <a:cs typeface="Calibri"/>
              </a:rPr>
              <a:t>Ambulance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routing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&amp;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pre-</a:t>
            </a:r>
            <a:r>
              <a:rPr dirty="0" sz="2600">
                <a:latin typeface="Calibri"/>
                <a:cs typeface="Calibri"/>
              </a:rPr>
              <a:t>crisis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preparedness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575" y="122062"/>
            <a:ext cx="1643252" cy="154343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852959" y="21440"/>
            <a:ext cx="8209280" cy="9238615"/>
            <a:chOff x="9852959" y="21440"/>
            <a:chExt cx="8209280" cy="923861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50352" y="21440"/>
              <a:ext cx="2511647" cy="251164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58604" y="304561"/>
              <a:ext cx="1791674" cy="152885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52959" y="2068076"/>
              <a:ext cx="7953374" cy="719137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232350" y="423888"/>
            <a:ext cx="10154920" cy="1285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160"/>
              </a:lnSpc>
              <a:spcBef>
                <a:spcPts val="100"/>
              </a:spcBef>
              <a:tabLst>
                <a:tab pos="2983865" algn="l"/>
              </a:tabLst>
            </a:pPr>
            <a:r>
              <a:rPr dirty="0" spc="-10">
                <a:latin typeface="Arial"/>
                <a:cs typeface="Arial"/>
              </a:rPr>
              <a:t>FUTURE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10">
                <a:latin typeface="Arial"/>
                <a:cs typeface="Arial"/>
              </a:rPr>
              <a:t>SCOPE</a:t>
            </a:r>
          </a:p>
          <a:p>
            <a:pPr marL="3529329">
              <a:lnSpc>
                <a:spcPts val="3760"/>
              </a:lnSpc>
            </a:pPr>
            <a:r>
              <a:rPr dirty="0" sz="3400" spc="-595" b="0" i="1">
                <a:latin typeface="Arial"/>
                <a:cs typeface="Arial"/>
              </a:rPr>
              <a:t>shaping</a:t>
            </a:r>
            <a:r>
              <a:rPr dirty="0" sz="3400" spc="-5" b="0" i="1">
                <a:latin typeface="Arial"/>
                <a:cs typeface="Arial"/>
              </a:rPr>
              <a:t> </a:t>
            </a:r>
            <a:r>
              <a:rPr dirty="0" sz="3400" spc="-450" b="0" i="1">
                <a:latin typeface="Arial"/>
                <a:cs typeface="Arial"/>
              </a:rPr>
              <a:t>the</a:t>
            </a:r>
            <a:r>
              <a:rPr dirty="0" sz="3400" b="0" i="1">
                <a:latin typeface="Arial"/>
                <a:cs typeface="Arial"/>
              </a:rPr>
              <a:t> </a:t>
            </a:r>
            <a:r>
              <a:rPr dirty="0" sz="3400" spc="-345" b="0" i="1">
                <a:latin typeface="Arial"/>
                <a:cs typeface="Arial"/>
              </a:rPr>
              <a:t>future</a:t>
            </a:r>
            <a:r>
              <a:rPr dirty="0" sz="3400" spc="-5" b="0" i="1">
                <a:latin typeface="Arial"/>
                <a:cs typeface="Arial"/>
              </a:rPr>
              <a:t> </a:t>
            </a:r>
            <a:r>
              <a:rPr dirty="0" sz="3400" spc="-340" b="0" i="1">
                <a:latin typeface="Arial"/>
                <a:cs typeface="Arial"/>
              </a:rPr>
              <a:t>of</a:t>
            </a:r>
            <a:r>
              <a:rPr dirty="0" sz="3400" b="0" i="1">
                <a:latin typeface="Arial"/>
                <a:cs typeface="Arial"/>
              </a:rPr>
              <a:t> </a:t>
            </a:r>
            <a:r>
              <a:rPr dirty="0" sz="3400" spc="-459" b="0" i="1">
                <a:latin typeface="Arial"/>
                <a:cs typeface="Arial"/>
              </a:rPr>
              <a:t>climate-</a:t>
            </a:r>
            <a:r>
              <a:rPr dirty="0" sz="3400" spc="-409" b="0" i="1">
                <a:latin typeface="Arial"/>
                <a:cs typeface="Arial"/>
              </a:rPr>
              <a:t>resilient</a:t>
            </a:r>
            <a:r>
              <a:rPr dirty="0" sz="3400" spc="-5" b="0" i="1">
                <a:latin typeface="Arial"/>
                <a:cs typeface="Arial"/>
              </a:rPr>
              <a:t> </a:t>
            </a:r>
            <a:r>
              <a:rPr dirty="0" sz="3400" spc="-520" b="0" i="1">
                <a:latin typeface="Arial"/>
                <a:cs typeface="Arial"/>
              </a:rPr>
              <a:t>healthcare</a:t>
            </a:r>
            <a:endParaRPr sz="34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3284" y="2916615"/>
            <a:ext cx="88716" cy="8871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3284" y="3774205"/>
            <a:ext cx="88716" cy="8871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3284" y="4602222"/>
            <a:ext cx="88716" cy="8871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3284" y="5430240"/>
            <a:ext cx="88716" cy="8871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3284" y="6258258"/>
            <a:ext cx="88716" cy="8871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3284" y="7086275"/>
            <a:ext cx="88716" cy="8871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3284" y="7904436"/>
            <a:ext cx="88716" cy="8871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456005" y="2671085"/>
            <a:ext cx="9733280" cy="62401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26110">
              <a:lnSpc>
                <a:spcPts val="3379"/>
              </a:lnSpc>
              <a:spcBef>
                <a:spcPts val="90"/>
              </a:spcBef>
            </a:pPr>
            <a:r>
              <a:rPr dirty="0" sz="2850" b="1">
                <a:latin typeface="Calibri"/>
                <a:cs typeface="Calibri"/>
              </a:rPr>
              <a:t>Global</a:t>
            </a:r>
            <a:r>
              <a:rPr dirty="0" sz="2850" spc="-60" b="1">
                <a:latin typeface="Calibri"/>
                <a:cs typeface="Calibri"/>
              </a:rPr>
              <a:t> </a:t>
            </a:r>
            <a:r>
              <a:rPr dirty="0" sz="2850" spc="-30" b="1">
                <a:latin typeface="Calibri"/>
                <a:cs typeface="Calibri"/>
              </a:rPr>
              <a:t>Climate-</a:t>
            </a:r>
            <a:r>
              <a:rPr dirty="0" sz="2850" b="1">
                <a:latin typeface="Calibri"/>
                <a:cs typeface="Calibri"/>
              </a:rPr>
              <a:t>Health</a:t>
            </a:r>
            <a:r>
              <a:rPr dirty="0" sz="2850" spc="-60" b="1">
                <a:latin typeface="Calibri"/>
                <a:cs typeface="Calibri"/>
              </a:rPr>
              <a:t> </a:t>
            </a:r>
            <a:r>
              <a:rPr dirty="0" sz="2850" b="1">
                <a:latin typeface="Calibri"/>
                <a:cs typeface="Calibri"/>
              </a:rPr>
              <a:t>Risk</a:t>
            </a:r>
            <a:r>
              <a:rPr dirty="0" sz="2850" spc="-60" b="1">
                <a:latin typeface="Calibri"/>
                <a:cs typeface="Calibri"/>
              </a:rPr>
              <a:t> </a:t>
            </a:r>
            <a:r>
              <a:rPr dirty="0" sz="2850" spc="-10" b="1">
                <a:latin typeface="Calibri"/>
                <a:cs typeface="Calibri"/>
              </a:rPr>
              <a:t>Network</a:t>
            </a:r>
            <a:endParaRPr sz="2850">
              <a:latin typeface="Calibri"/>
              <a:cs typeface="Calibri"/>
            </a:endParaRPr>
          </a:p>
          <a:p>
            <a:pPr marL="828040">
              <a:lnSpc>
                <a:spcPts val="3375"/>
              </a:lnSpc>
            </a:pPr>
            <a:r>
              <a:rPr dirty="0" sz="2850" spc="-30">
                <a:latin typeface="Calibri"/>
                <a:cs typeface="Calibri"/>
              </a:rPr>
              <a:t>Cross-</a:t>
            </a:r>
            <a:r>
              <a:rPr dirty="0" sz="2850">
                <a:latin typeface="Calibri"/>
                <a:cs typeface="Calibri"/>
              </a:rPr>
              <a:t>country</a:t>
            </a:r>
            <a:r>
              <a:rPr dirty="0" sz="2850" spc="-105">
                <a:latin typeface="Calibri"/>
                <a:cs typeface="Calibri"/>
              </a:rPr>
              <a:t> </a:t>
            </a:r>
            <a:r>
              <a:rPr dirty="0" sz="2850">
                <a:latin typeface="Calibri"/>
                <a:cs typeface="Calibri"/>
              </a:rPr>
              <a:t>data</a:t>
            </a:r>
            <a:r>
              <a:rPr dirty="0" sz="2850" spc="-105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integration</a:t>
            </a:r>
            <a:r>
              <a:rPr dirty="0" sz="2850" spc="-105">
                <a:latin typeface="Calibri"/>
                <a:cs typeface="Calibri"/>
              </a:rPr>
              <a:t> </a:t>
            </a:r>
            <a:r>
              <a:rPr dirty="0" sz="2850">
                <a:latin typeface="Calibri"/>
                <a:cs typeface="Calibri"/>
              </a:rPr>
              <a:t>for</a:t>
            </a:r>
            <a:r>
              <a:rPr dirty="0" sz="2850" spc="-105">
                <a:latin typeface="Calibri"/>
                <a:cs typeface="Calibri"/>
              </a:rPr>
              <a:t> </a:t>
            </a:r>
            <a:r>
              <a:rPr dirty="0" sz="2850">
                <a:latin typeface="Calibri"/>
                <a:cs typeface="Calibri"/>
              </a:rPr>
              <a:t>global</a:t>
            </a:r>
            <a:r>
              <a:rPr dirty="0" sz="2850" spc="-105">
                <a:latin typeface="Calibri"/>
                <a:cs typeface="Calibri"/>
              </a:rPr>
              <a:t> </a:t>
            </a:r>
            <a:r>
              <a:rPr dirty="0" sz="2850">
                <a:latin typeface="Calibri"/>
                <a:cs typeface="Calibri"/>
              </a:rPr>
              <a:t>climate</a:t>
            </a:r>
            <a:r>
              <a:rPr dirty="0" sz="2850" spc="-105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resilience</a:t>
            </a:r>
            <a:endParaRPr sz="2850">
              <a:latin typeface="Calibri"/>
              <a:cs typeface="Calibri"/>
            </a:endParaRPr>
          </a:p>
          <a:p>
            <a:pPr marL="626745">
              <a:lnSpc>
                <a:spcPts val="3420"/>
              </a:lnSpc>
            </a:pPr>
            <a:r>
              <a:rPr dirty="0" sz="2850" spc="-20" b="1">
                <a:latin typeface="Calibri"/>
                <a:cs typeface="Calibri"/>
              </a:rPr>
              <a:t>Personalized</a:t>
            </a:r>
            <a:r>
              <a:rPr dirty="0" sz="2850" spc="-60" b="1">
                <a:latin typeface="Calibri"/>
                <a:cs typeface="Calibri"/>
              </a:rPr>
              <a:t> </a:t>
            </a:r>
            <a:r>
              <a:rPr dirty="0" sz="2850" b="1">
                <a:latin typeface="Calibri"/>
                <a:cs typeface="Calibri"/>
              </a:rPr>
              <a:t>AI</a:t>
            </a:r>
            <a:r>
              <a:rPr dirty="0" sz="2850" spc="-60" b="1">
                <a:latin typeface="Calibri"/>
                <a:cs typeface="Calibri"/>
              </a:rPr>
              <a:t> </a:t>
            </a:r>
            <a:r>
              <a:rPr dirty="0" sz="2850" b="1">
                <a:latin typeface="Calibri"/>
                <a:cs typeface="Calibri"/>
              </a:rPr>
              <a:t>Health</a:t>
            </a:r>
            <a:r>
              <a:rPr dirty="0" sz="2850" spc="-60" b="1">
                <a:latin typeface="Calibri"/>
                <a:cs typeface="Calibri"/>
              </a:rPr>
              <a:t> </a:t>
            </a:r>
            <a:r>
              <a:rPr dirty="0" sz="2850" spc="-10" b="1">
                <a:latin typeface="Calibri"/>
                <a:cs typeface="Calibri"/>
              </a:rPr>
              <a:t>Assistant</a:t>
            </a:r>
            <a:endParaRPr sz="2850">
              <a:latin typeface="Calibri"/>
              <a:cs typeface="Calibri"/>
            </a:endParaRPr>
          </a:p>
          <a:p>
            <a:pPr marL="768985">
              <a:lnSpc>
                <a:spcPts val="3105"/>
              </a:lnSpc>
              <a:spcBef>
                <a:spcPts val="15"/>
              </a:spcBef>
            </a:pPr>
            <a:r>
              <a:rPr dirty="0" sz="2600">
                <a:latin typeface="Calibri"/>
                <a:cs typeface="Calibri"/>
              </a:rPr>
              <a:t>Individual-level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climate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risk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recommendations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via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wearable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data</a:t>
            </a:r>
            <a:endParaRPr sz="2600">
              <a:latin typeface="Calibri"/>
              <a:cs typeface="Calibri"/>
            </a:endParaRPr>
          </a:p>
          <a:p>
            <a:pPr marL="626745">
              <a:lnSpc>
                <a:spcPts val="3404"/>
              </a:lnSpc>
            </a:pPr>
            <a:r>
              <a:rPr dirty="0" sz="2850" spc="-10" b="1">
                <a:latin typeface="Calibri"/>
                <a:cs typeface="Calibri"/>
              </a:rPr>
              <a:t>Predictive</a:t>
            </a:r>
            <a:r>
              <a:rPr dirty="0" sz="2850" spc="-65" b="1">
                <a:latin typeface="Calibri"/>
                <a:cs typeface="Calibri"/>
              </a:rPr>
              <a:t> </a:t>
            </a:r>
            <a:r>
              <a:rPr dirty="0" sz="2850" spc="-10" b="1">
                <a:latin typeface="Calibri"/>
                <a:cs typeface="Calibri"/>
              </a:rPr>
              <a:t>Insurance</a:t>
            </a:r>
            <a:r>
              <a:rPr dirty="0" sz="2850" spc="-65" b="1">
                <a:latin typeface="Calibri"/>
                <a:cs typeface="Calibri"/>
              </a:rPr>
              <a:t> </a:t>
            </a:r>
            <a:r>
              <a:rPr dirty="0" sz="2850" b="1">
                <a:latin typeface="Calibri"/>
                <a:cs typeface="Calibri"/>
              </a:rPr>
              <a:t>Risk</a:t>
            </a:r>
            <a:r>
              <a:rPr dirty="0" sz="2850" spc="-65" b="1">
                <a:latin typeface="Calibri"/>
                <a:cs typeface="Calibri"/>
              </a:rPr>
              <a:t> </a:t>
            </a:r>
            <a:r>
              <a:rPr dirty="0" sz="2850" spc="-10" b="1">
                <a:latin typeface="Calibri"/>
                <a:cs typeface="Calibri"/>
              </a:rPr>
              <a:t>Modeling</a:t>
            </a:r>
            <a:endParaRPr sz="2850">
              <a:latin typeface="Calibri"/>
              <a:cs typeface="Calibri"/>
            </a:endParaRPr>
          </a:p>
          <a:p>
            <a:pPr marL="768985">
              <a:lnSpc>
                <a:spcPts val="3105"/>
              </a:lnSpc>
              <a:spcBef>
                <a:spcPts val="10"/>
              </a:spcBef>
            </a:pPr>
            <a:r>
              <a:rPr dirty="0" sz="2600" spc="-10">
                <a:latin typeface="Calibri"/>
                <a:cs typeface="Calibri"/>
              </a:rPr>
              <a:t>Climate-</a:t>
            </a:r>
            <a:r>
              <a:rPr dirty="0" sz="2600">
                <a:latin typeface="Calibri"/>
                <a:cs typeface="Calibri"/>
              </a:rPr>
              <a:t>adjusted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health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risk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scoring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insurers</a:t>
            </a:r>
            <a:endParaRPr sz="2600">
              <a:latin typeface="Calibri"/>
              <a:cs typeface="Calibri"/>
            </a:endParaRPr>
          </a:p>
          <a:p>
            <a:pPr marL="626745">
              <a:lnSpc>
                <a:spcPts val="3404"/>
              </a:lnSpc>
            </a:pPr>
            <a:r>
              <a:rPr dirty="0" sz="2850" b="1">
                <a:latin typeface="Calibri"/>
                <a:cs typeface="Calibri"/>
              </a:rPr>
              <a:t>Urban</a:t>
            </a:r>
            <a:r>
              <a:rPr dirty="0" sz="2850" spc="-120" b="1">
                <a:latin typeface="Calibri"/>
                <a:cs typeface="Calibri"/>
              </a:rPr>
              <a:t> </a:t>
            </a:r>
            <a:r>
              <a:rPr dirty="0" sz="2850" b="1">
                <a:latin typeface="Calibri"/>
                <a:cs typeface="Calibri"/>
              </a:rPr>
              <a:t>Digital</a:t>
            </a:r>
            <a:r>
              <a:rPr dirty="0" sz="2850" spc="-114" b="1">
                <a:latin typeface="Calibri"/>
                <a:cs typeface="Calibri"/>
              </a:rPr>
              <a:t> </a:t>
            </a:r>
            <a:r>
              <a:rPr dirty="0" sz="2850" b="1">
                <a:latin typeface="Calibri"/>
                <a:cs typeface="Calibri"/>
              </a:rPr>
              <a:t>Twin</a:t>
            </a:r>
            <a:r>
              <a:rPr dirty="0" sz="2850" spc="-114" b="1">
                <a:latin typeface="Calibri"/>
                <a:cs typeface="Calibri"/>
              </a:rPr>
              <a:t> </a:t>
            </a:r>
            <a:r>
              <a:rPr dirty="0" sz="2850" spc="-10" b="1">
                <a:latin typeface="Calibri"/>
                <a:cs typeface="Calibri"/>
              </a:rPr>
              <a:t>Integration</a:t>
            </a:r>
            <a:endParaRPr sz="2850">
              <a:latin typeface="Calibri"/>
              <a:cs typeface="Calibri"/>
            </a:endParaRPr>
          </a:p>
          <a:p>
            <a:pPr marL="768985">
              <a:lnSpc>
                <a:spcPts val="3105"/>
              </a:lnSpc>
              <a:spcBef>
                <a:spcPts val="15"/>
              </a:spcBef>
            </a:pPr>
            <a:r>
              <a:rPr dirty="0" sz="2600">
                <a:latin typeface="Calibri"/>
                <a:cs typeface="Calibri"/>
              </a:rPr>
              <a:t>Simulate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climate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impact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healthcare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infrastructure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before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crises</a:t>
            </a:r>
            <a:endParaRPr sz="2600">
              <a:latin typeface="Calibri"/>
              <a:cs typeface="Calibri"/>
            </a:endParaRPr>
          </a:p>
          <a:p>
            <a:pPr marL="626745">
              <a:lnSpc>
                <a:spcPts val="3404"/>
              </a:lnSpc>
            </a:pPr>
            <a:r>
              <a:rPr dirty="0" sz="2850" b="1">
                <a:latin typeface="Calibri"/>
                <a:cs typeface="Calibri"/>
              </a:rPr>
              <a:t>Policy</a:t>
            </a:r>
            <a:r>
              <a:rPr dirty="0" sz="2850" spc="-135" b="1">
                <a:latin typeface="Calibri"/>
                <a:cs typeface="Calibri"/>
              </a:rPr>
              <a:t> </a:t>
            </a:r>
            <a:r>
              <a:rPr dirty="0" sz="2850" b="1">
                <a:latin typeface="Calibri"/>
                <a:cs typeface="Calibri"/>
              </a:rPr>
              <a:t>Simulation</a:t>
            </a:r>
            <a:r>
              <a:rPr dirty="0" sz="2850" spc="-135" b="1">
                <a:latin typeface="Calibri"/>
                <a:cs typeface="Calibri"/>
              </a:rPr>
              <a:t> </a:t>
            </a:r>
            <a:r>
              <a:rPr dirty="0" sz="2850" spc="-10" b="1">
                <a:latin typeface="Calibri"/>
                <a:cs typeface="Calibri"/>
              </a:rPr>
              <a:t>Engine</a:t>
            </a:r>
            <a:endParaRPr sz="2850">
              <a:latin typeface="Calibri"/>
              <a:cs typeface="Calibri"/>
            </a:endParaRPr>
          </a:p>
          <a:p>
            <a:pPr marL="693420">
              <a:lnSpc>
                <a:spcPts val="3105"/>
              </a:lnSpc>
              <a:spcBef>
                <a:spcPts val="10"/>
              </a:spcBef>
            </a:pPr>
            <a:r>
              <a:rPr dirty="0" sz="2600" spc="-30">
                <a:latin typeface="Calibri"/>
                <a:cs typeface="Calibri"/>
              </a:rPr>
              <a:t>Test</a:t>
            </a:r>
            <a:r>
              <a:rPr dirty="0" sz="260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“what-</a:t>
            </a:r>
            <a:r>
              <a:rPr dirty="0" sz="2600" spc="50">
                <a:latin typeface="Calibri"/>
                <a:cs typeface="Calibri"/>
              </a:rPr>
              <a:t>if”</a:t>
            </a:r>
            <a:r>
              <a:rPr dirty="0" sz="2600">
                <a:latin typeface="Calibri"/>
                <a:cs typeface="Calibri"/>
              </a:rPr>
              <a:t> scenarios for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government </a:t>
            </a:r>
            <a:r>
              <a:rPr dirty="0" sz="2600" spc="-10">
                <a:latin typeface="Calibri"/>
                <a:cs typeface="Calibri"/>
              </a:rPr>
              <a:t>climate-</a:t>
            </a:r>
            <a:r>
              <a:rPr dirty="0" sz="2600">
                <a:latin typeface="Calibri"/>
                <a:cs typeface="Calibri"/>
              </a:rPr>
              <a:t>health </a:t>
            </a:r>
            <a:r>
              <a:rPr dirty="0" sz="2600" spc="-10">
                <a:latin typeface="Calibri"/>
                <a:cs typeface="Calibri"/>
              </a:rPr>
              <a:t>strategies</a:t>
            </a:r>
            <a:endParaRPr sz="2600">
              <a:latin typeface="Calibri"/>
              <a:cs typeface="Calibri"/>
            </a:endParaRPr>
          </a:p>
          <a:p>
            <a:pPr marL="626745">
              <a:lnSpc>
                <a:spcPts val="3404"/>
              </a:lnSpc>
            </a:pPr>
            <a:r>
              <a:rPr dirty="0" sz="2850" spc="-10" b="1">
                <a:latin typeface="Calibri"/>
                <a:cs typeface="Calibri"/>
              </a:rPr>
              <a:t>Automated</a:t>
            </a:r>
            <a:r>
              <a:rPr dirty="0" sz="2850" spc="-100" b="1">
                <a:latin typeface="Calibri"/>
                <a:cs typeface="Calibri"/>
              </a:rPr>
              <a:t> </a:t>
            </a:r>
            <a:r>
              <a:rPr dirty="0" sz="2850" spc="-10" b="1">
                <a:latin typeface="Calibri"/>
                <a:cs typeface="Calibri"/>
              </a:rPr>
              <a:t>Emergency</a:t>
            </a:r>
            <a:r>
              <a:rPr dirty="0" sz="2850" spc="-95" b="1">
                <a:latin typeface="Calibri"/>
                <a:cs typeface="Calibri"/>
              </a:rPr>
              <a:t> </a:t>
            </a:r>
            <a:r>
              <a:rPr dirty="0" sz="2850" spc="-25" b="1">
                <a:latin typeface="Calibri"/>
                <a:cs typeface="Calibri"/>
              </a:rPr>
              <a:t>Trigger</a:t>
            </a:r>
            <a:r>
              <a:rPr dirty="0" sz="2850" spc="-95" b="1">
                <a:latin typeface="Calibri"/>
                <a:cs typeface="Calibri"/>
              </a:rPr>
              <a:t> </a:t>
            </a:r>
            <a:r>
              <a:rPr dirty="0" sz="2850" spc="-10" b="1">
                <a:latin typeface="Calibri"/>
                <a:cs typeface="Calibri"/>
              </a:rPr>
              <a:t>System</a:t>
            </a:r>
            <a:endParaRPr sz="2850">
              <a:latin typeface="Calibri"/>
              <a:cs typeface="Calibri"/>
            </a:endParaRPr>
          </a:p>
          <a:p>
            <a:pPr marL="693420">
              <a:lnSpc>
                <a:spcPts val="3065"/>
              </a:lnSpc>
              <a:spcBef>
                <a:spcPts val="10"/>
              </a:spcBef>
            </a:pPr>
            <a:r>
              <a:rPr dirty="0" sz="2600">
                <a:latin typeface="Calibri"/>
                <a:cs typeface="Calibri"/>
              </a:rPr>
              <a:t>AI-triggered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early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deployment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ambulances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&amp;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cooling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centers</a:t>
            </a:r>
            <a:endParaRPr sz="2600">
              <a:latin typeface="Calibri"/>
              <a:cs typeface="Calibri"/>
            </a:endParaRPr>
          </a:p>
          <a:p>
            <a:pPr marL="626110">
              <a:lnSpc>
                <a:spcPts val="3365"/>
              </a:lnSpc>
            </a:pPr>
            <a:r>
              <a:rPr dirty="0" sz="2850" spc="-20" b="1">
                <a:latin typeface="Calibri"/>
                <a:cs typeface="Calibri"/>
              </a:rPr>
              <a:t>Carbon-</a:t>
            </a:r>
            <a:r>
              <a:rPr dirty="0" sz="2850" b="1">
                <a:latin typeface="Calibri"/>
                <a:cs typeface="Calibri"/>
              </a:rPr>
              <a:t>Health</a:t>
            </a:r>
            <a:r>
              <a:rPr dirty="0" sz="2850" spc="-70" b="1">
                <a:latin typeface="Calibri"/>
                <a:cs typeface="Calibri"/>
              </a:rPr>
              <a:t> </a:t>
            </a:r>
            <a:r>
              <a:rPr dirty="0" sz="2850" b="1">
                <a:latin typeface="Calibri"/>
                <a:cs typeface="Calibri"/>
              </a:rPr>
              <a:t>Impact</a:t>
            </a:r>
            <a:r>
              <a:rPr dirty="0" sz="2850" spc="-70" b="1">
                <a:latin typeface="Calibri"/>
                <a:cs typeface="Calibri"/>
              </a:rPr>
              <a:t> </a:t>
            </a:r>
            <a:r>
              <a:rPr dirty="0" sz="2850" spc="-10" b="1">
                <a:latin typeface="Calibri"/>
                <a:cs typeface="Calibri"/>
              </a:rPr>
              <a:t>Analysis</a:t>
            </a:r>
            <a:endParaRPr sz="2850">
              <a:latin typeface="Calibri"/>
              <a:cs typeface="Calibri"/>
            </a:endParaRPr>
          </a:p>
          <a:p>
            <a:pPr marL="12700" marR="445134" indent="605155">
              <a:lnSpc>
                <a:spcPts val="3100"/>
              </a:lnSpc>
              <a:spcBef>
                <a:spcPts val="135"/>
              </a:spcBef>
            </a:pPr>
            <a:r>
              <a:rPr dirty="0" sz="2600">
                <a:latin typeface="Calibri"/>
                <a:cs typeface="Calibri"/>
              </a:rPr>
              <a:t>Measure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how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emission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reduction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policies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improve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public</a:t>
            </a:r>
            <a:r>
              <a:rPr dirty="0" sz="2600" spc="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health outcomes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5100">
              <a:lnSpc>
                <a:spcPts val="209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0664" y="11112"/>
            <a:ext cx="9284970" cy="1667510"/>
          </a:xfrm>
          <a:prstGeom prst="rect"/>
        </p:spPr>
        <p:txBody>
          <a:bodyPr wrap="square" lIns="0" tIns="29209" rIns="0" bIns="0" rtlCol="0" vert="horz">
            <a:spAutoFit/>
          </a:bodyPr>
          <a:lstStyle/>
          <a:p>
            <a:pPr marL="2774950" marR="5080" indent="-2762885">
              <a:lnSpc>
                <a:spcPts val="6450"/>
              </a:lnSpc>
              <a:spcBef>
                <a:spcPts val="229"/>
              </a:spcBef>
              <a:tabLst>
                <a:tab pos="3709035" algn="l"/>
                <a:tab pos="6376035" algn="l"/>
                <a:tab pos="6757034" algn="l"/>
              </a:tabLst>
            </a:pPr>
            <a:r>
              <a:rPr dirty="0" spc="-10">
                <a:latin typeface="Arial"/>
                <a:cs typeface="Arial"/>
              </a:rPr>
              <a:t>BUSINESS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10">
                <a:latin typeface="Arial"/>
                <a:cs typeface="Arial"/>
              </a:rPr>
              <a:t>MODEL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50">
                <a:latin typeface="Arial"/>
                <a:cs typeface="Arial"/>
              </a:rPr>
              <a:t>/</a:t>
            </a:r>
            <a:r>
              <a:rPr dirty="0">
                <a:latin typeface="Arial"/>
                <a:cs typeface="Arial"/>
              </a:rPr>
              <a:t>	</a:t>
            </a:r>
            <a:r>
              <a:rPr dirty="0" spc="-10">
                <a:latin typeface="Arial"/>
                <a:cs typeface="Arial"/>
              </a:rPr>
              <a:t>PROFIT STRATEGY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575" y="122062"/>
            <a:ext cx="1643252" cy="154343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3758605" y="21440"/>
            <a:ext cx="4303395" cy="2512060"/>
            <a:chOff x="13758605" y="21440"/>
            <a:chExt cx="4303395" cy="251206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50352" y="21440"/>
              <a:ext cx="2511647" cy="251164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58605" y="304561"/>
              <a:ext cx="1791674" cy="1528857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533559" y="1833466"/>
            <a:ext cx="10121900" cy="3609975"/>
            <a:chOff x="533559" y="1833466"/>
            <a:chExt cx="10121900" cy="3609975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3852" y="2644249"/>
              <a:ext cx="85725" cy="857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3852" y="3349099"/>
              <a:ext cx="85725" cy="857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3852" y="4053949"/>
              <a:ext cx="85725" cy="857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3852" y="4758799"/>
              <a:ext cx="85725" cy="8572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533559" y="1833466"/>
              <a:ext cx="10121900" cy="3609975"/>
            </a:xfrm>
            <a:custGeom>
              <a:avLst/>
              <a:gdLst/>
              <a:ahLst/>
              <a:cxnLst/>
              <a:rect l="l" t="t" r="r" b="b"/>
              <a:pathLst>
                <a:path w="10121900" h="3609975">
                  <a:moveTo>
                    <a:pt x="247643" y="28574"/>
                  </a:moveTo>
                  <a:lnTo>
                    <a:pt x="219068" y="28574"/>
                  </a:lnTo>
                  <a:lnTo>
                    <a:pt x="219068" y="0"/>
                  </a:lnTo>
                  <a:lnTo>
                    <a:pt x="247643" y="0"/>
                  </a:lnTo>
                  <a:lnTo>
                    <a:pt x="247643" y="28574"/>
                  </a:lnTo>
                  <a:close/>
                </a:path>
                <a:path w="10121900" h="3609975">
                  <a:moveTo>
                    <a:pt x="304793" y="28574"/>
                  </a:moveTo>
                  <a:lnTo>
                    <a:pt x="276218" y="28574"/>
                  </a:lnTo>
                  <a:lnTo>
                    <a:pt x="276218" y="0"/>
                  </a:lnTo>
                  <a:lnTo>
                    <a:pt x="304793" y="0"/>
                  </a:lnTo>
                  <a:lnTo>
                    <a:pt x="304793" y="28574"/>
                  </a:lnTo>
                  <a:close/>
                </a:path>
                <a:path w="10121900" h="3609975">
                  <a:moveTo>
                    <a:pt x="361943" y="28574"/>
                  </a:moveTo>
                  <a:lnTo>
                    <a:pt x="333368" y="28574"/>
                  </a:lnTo>
                  <a:lnTo>
                    <a:pt x="333368" y="0"/>
                  </a:lnTo>
                  <a:lnTo>
                    <a:pt x="361943" y="0"/>
                  </a:lnTo>
                  <a:lnTo>
                    <a:pt x="361943" y="28574"/>
                  </a:lnTo>
                  <a:close/>
                </a:path>
                <a:path w="10121900" h="3609975">
                  <a:moveTo>
                    <a:pt x="419093" y="28574"/>
                  </a:moveTo>
                  <a:lnTo>
                    <a:pt x="390518" y="28574"/>
                  </a:lnTo>
                  <a:lnTo>
                    <a:pt x="390518" y="0"/>
                  </a:lnTo>
                  <a:lnTo>
                    <a:pt x="419093" y="0"/>
                  </a:lnTo>
                  <a:lnTo>
                    <a:pt x="419093" y="28574"/>
                  </a:lnTo>
                  <a:close/>
                </a:path>
                <a:path w="10121900" h="3609975">
                  <a:moveTo>
                    <a:pt x="476243" y="28574"/>
                  </a:moveTo>
                  <a:lnTo>
                    <a:pt x="447668" y="28574"/>
                  </a:lnTo>
                  <a:lnTo>
                    <a:pt x="447668" y="0"/>
                  </a:lnTo>
                  <a:lnTo>
                    <a:pt x="476243" y="0"/>
                  </a:lnTo>
                  <a:lnTo>
                    <a:pt x="476243" y="28574"/>
                  </a:lnTo>
                  <a:close/>
                </a:path>
                <a:path w="10121900" h="3609975">
                  <a:moveTo>
                    <a:pt x="533393" y="28574"/>
                  </a:moveTo>
                  <a:lnTo>
                    <a:pt x="504818" y="28574"/>
                  </a:lnTo>
                  <a:lnTo>
                    <a:pt x="504818" y="0"/>
                  </a:lnTo>
                  <a:lnTo>
                    <a:pt x="533393" y="0"/>
                  </a:lnTo>
                  <a:lnTo>
                    <a:pt x="533393" y="28574"/>
                  </a:lnTo>
                  <a:close/>
                </a:path>
                <a:path w="10121900" h="3609975">
                  <a:moveTo>
                    <a:pt x="590543" y="28574"/>
                  </a:moveTo>
                  <a:lnTo>
                    <a:pt x="561968" y="28574"/>
                  </a:lnTo>
                  <a:lnTo>
                    <a:pt x="561968" y="0"/>
                  </a:lnTo>
                  <a:lnTo>
                    <a:pt x="590543" y="0"/>
                  </a:lnTo>
                  <a:lnTo>
                    <a:pt x="590543" y="28574"/>
                  </a:lnTo>
                  <a:close/>
                </a:path>
                <a:path w="10121900" h="3609975">
                  <a:moveTo>
                    <a:pt x="647693" y="28574"/>
                  </a:moveTo>
                  <a:lnTo>
                    <a:pt x="619118" y="28574"/>
                  </a:lnTo>
                  <a:lnTo>
                    <a:pt x="619118" y="0"/>
                  </a:lnTo>
                  <a:lnTo>
                    <a:pt x="647693" y="0"/>
                  </a:lnTo>
                  <a:lnTo>
                    <a:pt x="647693" y="28574"/>
                  </a:lnTo>
                  <a:close/>
                </a:path>
                <a:path w="10121900" h="3609975">
                  <a:moveTo>
                    <a:pt x="704843" y="28574"/>
                  </a:moveTo>
                  <a:lnTo>
                    <a:pt x="676268" y="28574"/>
                  </a:lnTo>
                  <a:lnTo>
                    <a:pt x="676268" y="0"/>
                  </a:lnTo>
                  <a:lnTo>
                    <a:pt x="704843" y="0"/>
                  </a:lnTo>
                  <a:lnTo>
                    <a:pt x="704843" y="28574"/>
                  </a:lnTo>
                  <a:close/>
                </a:path>
                <a:path w="10121900" h="3609975">
                  <a:moveTo>
                    <a:pt x="761993" y="28574"/>
                  </a:moveTo>
                  <a:lnTo>
                    <a:pt x="733418" y="28574"/>
                  </a:lnTo>
                  <a:lnTo>
                    <a:pt x="733418" y="0"/>
                  </a:lnTo>
                  <a:lnTo>
                    <a:pt x="761993" y="0"/>
                  </a:lnTo>
                  <a:lnTo>
                    <a:pt x="761993" y="28574"/>
                  </a:lnTo>
                  <a:close/>
                </a:path>
                <a:path w="10121900" h="3609975">
                  <a:moveTo>
                    <a:pt x="819143" y="28574"/>
                  </a:moveTo>
                  <a:lnTo>
                    <a:pt x="790568" y="28574"/>
                  </a:lnTo>
                  <a:lnTo>
                    <a:pt x="790568" y="0"/>
                  </a:lnTo>
                  <a:lnTo>
                    <a:pt x="819143" y="0"/>
                  </a:lnTo>
                  <a:lnTo>
                    <a:pt x="819143" y="28574"/>
                  </a:lnTo>
                  <a:close/>
                </a:path>
                <a:path w="10121900" h="3609975">
                  <a:moveTo>
                    <a:pt x="876293" y="28574"/>
                  </a:moveTo>
                  <a:lnTo>
                    <a:pt x="847718" y="28574"/>
                  </a:lnTo>
                  <a:lnTo>
                    <a:pt x="847718" y="0"/>
                  </a:lnTo>
                  <a:lnTo>
                    <a:pt x="876293" y="0"/>
                  </a:lnTo>
                  <a:lnTo>
                    <a:pt x="876293" y="28574"/>
                  </a:lnTo>
                  <a:close/>
                </a:path>
                <a:path w="10121900" h="3609975">
                  <a:moveTo>
                    <a:pt x="933443" y="28574"/>
                  </a:moveTo>
                  <a:lnTo>
                    <a:pt x="904868" y="28574"/>
                  </a:lnTo>
                  <a:lnTo>
                    <a:pt x="904868" y="0"/>
                  </a:lnTo>
                  <a:lnTo>
                    <a:pt x="933443" y="0"/>
                  </a:lnTo>
                  <a:lnTo>
                    <a:pt x="933443" y="28574"/>
                  </a:lnTo>
                  <a:close/>
                </a:path>
                <a:path w="10121900" h="3609975">
                  <a:moveTo>
                    <a:pt x="990593" y="28574"/>
                  </a:moveTo>
                  <a:lnTo>
                    <a:pt x="962018" y="28574"/>
                  </a:lnTo>
                  <a:lnTo>
                    <a:pt x="962018" y="0"/>
                  </a:lnTo>
                  <a:lnTo>
                    <a:pt x="990593" y="0"/>
                  </a:lnTo>
                  <a:lnTo>
                    <a:pt x="990593" y="28574"/>
                  </a:lnTo>
                  <a:close/>
                </a:path>
                <a:path w="10121900" h="3609975">
                  <a:moveTo>
                    <a:pt x="1047743" y="28574"/>
                  </a:moveTo>
                  <a:lnTo>
                    <a:pt x="1019168" y="28574"/>
                  </a:lnTo>
                  <a:lnTo>
                    <a:pt x="1019168" y="0"/>
                  </a:lnTo>
                  <a:lnTo>
                    <a:pt x="1047743" y="0"/>
                  </a:lnTo>
                  <a:lnTo>
                    <a:pt x="1047743" y="28574"/>
                  </a:lnTo>
                  <a:close/>
                </a:path>
                <a:path w="10121900" h="3609975">
                  <a:moveTo>
                    <a:pt x="1104893" y="28574"/>
                  </a:moveTo>
                  <a:lnTo>
                    <a:pt x="1076318" y="28574"/>
                  </a:lnTo>
                  <a:lnTo>
                    <a:pt x="1076318" y="0"/>
                  </a:lnTo>
                  <a:lnTo>
                    <a:pt x="1104893" y="0"/>
                  </a:lnTo>
                  <a:lnTo>
                    <a:pt x="1104893" y="28574"/>
                  </a:lnTo>
                  <a:close/>
                </a:path>
                <a:path w="10121900" h="3609975">
                  <a:moveTo>
                    <a:pt x="1162043" y="28574"/>
                  </a:moveTo>
                  <a:lnTo>
                    <a:pt x="1133468" y="28574"/>
                  </a:lnTo>
                  <a:lnTo>
                    <a:pt x="1133468" y="0"/>
                  </a:lnTo>
                  <a:lnTo>
                    <a:pt x="1162043" y="0"/>
                  </a:lnTo>
                  <a:lnTo>
                    <a:pt x="1162043" y="28574"/>
                  </a:lnTo>
                  <a:close/>
                </a:path>
                <a:path w="10121900" h="3609975">
                  <a:moveTo>
                    <a:pt x="1219193" y="28574"/>
                  </a:moveTo>
                  <a:lnTo>
                    <a:pt x="1190618" y="28574"/>
                  </a:lnTo>
                  <a:lnTo>
                    <a:pt x="1190618" y="0"/>
                  </a:lnTo>
                  <a:lnTo>
                    <a:pt x="1219193" y="0"/>
                  </a:lnTo>
                  <a:lnTo>
                    <a:pt x="1219193" y="28574"/>
                  </a:lnTo>
                  <a:close/>
                </a:path>
                <a:path w="10121900" h="3609975">
                  <a:moveTo>
                    <a:pt x="1276343" y="28574"/>
                  </a:moveTo>
                  <a:lnTo>
                    <a:pt x="1247768" y="28574"/>
                  </a:lnTo>
                  <a:lnTo>
                    <a:pt x="1247768" y="0"/>
                  </a:lnTo>
                  <a:lnTo>
                    <a:pt x="1276343" y="0"/>
                  </a:lnTo>
                  <a:lnTo>
                    <a:pt x="1276343" y="28574"/>
                  </a:lnTo>
                  <a:close/>
                </a:path>
                <a:path w="10121900" h="3609975">
                  <a:moveTo>
                    <a:pt x="1333493" y="28574"/>
                  </a:moveTo>
                  <a:lnTo>
                    <a:pt x="1304918" y="28574"/>
                  </a:lnTo>
                  <a:lnTo>
                    <a:pt x="1304918" y="0"/>
                  </a:lnTo>
                  <a:lnTo>
                    <a:pt x="1333493" y="0"/>
                  </a:lnTo>
                  <a:lnTo>
                    <a:pt x="1333493" y="28574"/>
                  </a:lnTo>
                  <a:close/>
                </a:path>
                <a:path w="10121900" h="3609975">
                  <a:moveTo>
                    <a:pt x="1390643" y="28574"/>
                  </a:moveTo>
                  <a:lnTo>
                    <a:pt x="1362068" y="28574"/>
                  </a:lnTo>
                  <a:lnTo>
                    <a:pt x="1362068" y="0"/>
                  </a:lnTo>
                  <a:lnTo>
                    <a:pt x="1390643" y="0"/>
                  </a:lnTo>
                  <a:lnTo>
                    <a:pt x="1390643" y="28574"/>
                  </a:lnTo>
                  <a:close/>
                </a:path>
                <a:path w="10121900" h="3609975">
                  <a:moveTo>
                    <a:pt x="1447793" y="28574"/>
                  </a:moveTo>
                  <a:lnTo>
                    <a:pt x="1419218" y="28574"/>
                  </a:lnTo>
                  <a:lnTo>
                    <a:pt x="1419218" y="0"/>
                  </a:lnTo>
                  <a:lnTo>
                    <a:pt x="1447793" y="0"/>
                  </a:lnTo>
                  <a:lnTo>
                    <a:pt x="1447793" y="28574"/>
                  </a:lnTo>
                  <a:close/>
                </a:path>
                <a:path w="10121900" h="3609975">
                  <a:moveTo>
                    <a:pt x="1504943" y="28574"/>
                  </a:moveTo>
                  <a:lnTo>
                    <a:pt x="1476368" y="28574"/>
                  </a:lnTo>
                  <a:lnTo>
                    <a:pt x="1476368" y="0"/>
                  </a:lnTo>
                  <a:lnTo>
                    <a:pt x="1504943" y="0"/>
                  </a:lnTo>
                  <a:lnTo>
                    <a:pt x="1504943" y="28574"/>
                  </a:lnTo>
                  <a:close/>
                </a:path>
                <a:path w="10121900" h="3609975">
                  <a:moveTo>
                    <a:pt x="1562093" y="28574"/>
                  </a:moveTo>
                  <a:lnTo>
                    <a:pt x="1533518" y="28574"/>
                  </a:lnTo>
                  <a:lnTo>
                    <a:pt x="1533518" y="0"/>
                  </a:lnTo>
                  <a:lnTo>
                    <a:pt x="1562093" y="0"/>
                  </a:lnTo>
                  <a:lnTo>
                    <a:pt x="1562093" y="28574"/>
                  </a:lnTo>
                  <a:close/>
                </a:path>
                <a:path w="10121900" h="3609975">
                  <a:moveTo>
                    <a:pt x="1619243" y="28574"/>
                  </a:moveTo>
                  <a:lnTo>
                    <a:pt x="1590668" y="28574"/>
                  </a:lnTo>
                  <a:lnTo>
                    <a:pt x="1590668" y="0"/>
                  </a:lnTo>
                  <a:lnTo>
                    <a:pt x="1619243" y="0"/>
                  </a:lnTo>
                  <a:lnTo>
                    <a:pt x="1619243" y="28574"/>
                  </a:lnTo>
                  <a:close/>
                </a:path>
                <a:path w="10121900" h="3609975">
                  <a:moveTo>
                    <a:pt x="1676393" y="28574"/>
                  </a:moveTo>
                  <a:lnTo>
                    <a:pt x="1647818" y="28574"/>
                  </a:lnTo>
                  <a:lnTo>
                    <a:pt x="1647818" y="0"/>
                  </a:lnTo>
                  <a:lnTo>
                    <a:pt x="1676393" y="0"/>
                  </a:lnTo>
                  <a:lnTo>
                    <a:pt x="1676393" y="28574"/>
                  </a:lnTo>
                  <a:close/>
                </a:path>
                <a:path w="10121900" h="3609975">
                  <a:moveTo>
                    <a:pt x="1733543" y="28574"/>
                  </a:moveTo>
                  <a:lnTo>
                    <a:pt x="1704968" y="28574"/>
                  </a:lnTo>
                  <a:lnTo>
                    <a:pt x="1704968" y="0"/>
                  </a:lnTo>
                  <a:lnTo>
                    <a:pt x="1733543" y="0"/>
                  </a:lnTo>
                  <a:lnTo>
                    <a:pt x="1733543" y="28574"/>
                  </a:lnTo>
                  <a:close/>
                </a:path>
                <a:path w="10121900" h="3609975">
                  <a:moveTo>
                    <a:pt x="1790694" y="28574"/>
                  </a:moveTo>
                  <a:lnTo>
                    <a:pt x="1762118" y="28574"/>
                  </a:lnTo>
                  <a:lnTo>
                    <a:pt x="1762118" y="0"/>
                  </a:lnTo>
                  <a:lnTo>
                    <a:pt x="1790694" y="0"/>
                  </a:lnTo>
                  <a:lnTo>
                    <a:pt x="1790694" y="28574"/>
                  </a:lnTo>
                  <a:close/>
                </a:path>
                <a:path w="10121900" h="3609975">
                  <a:moveTo>
                    <a:pt x="1847843" y="28574"/>
                  </a:moveTo>
                  <a:lnTo>
                    <a:pt x="1819269" y="28574"/>
                  </a:lnTo>
                  <a:lnTo>
                    <a:pt x="1819269" y="0"/>
                  </a:lnTo>
                  <a:lnTo>
                    <a:pt x="1847843" y="0"/>
                  </a:lnTo>
                  <a:lnTo>
                    <a:pt x="1847843" y="28574"/>
                  </a:lnTo>
                  <a:close/>
                </a:path>
                <a:path w="10121900" h="3609975">
                  <a:moveTo>
                    <a:pt x="1904994" y="28574"/>
                  </a:moveTo>
                  <a:lnTo>
                    <a:pt x="1876419" y="28574"/>
                  </a:lnTo>
                  <a:lnTo>
                    <a:pt x="1876419" y="0"/>
                  </a:lnTo>
                  <a:lnTo>
                    <a:pt x="1904994" y="0"/>
                  </a:lnTo>
                  <a:lnTo>
                    <a:pt x="1904994" y="28574"/>
                  </a:lnTo>
                  <a:close/>
                </a:path>
                <a:path w="10121900" h="3609975">
                  <a:moveTo>
                    <a:pt x="1962144" y="28574"/>
                  </a:moveTo>
                  <a:lnTo>
                    <a:pt x="1933569" y="28574"/>
                  </a:lnTo>
                  <a:lnTo>
                    <a:pt x="1933569" y="0"/>
                  </a:lnTo>
                  <a:lnTo>
                    <a:pt x="1962144" y="0"/>
                  </a:lnTo>
                  <a:lnTo>
                    <a:pt x="1962144" y="28574"/>
                  </a:lnTo>
                  <a:close/>
                </a:path>
                <a:path w="10121900" h="3609975">
                  <a:moveTo>
                    <a:pt x="2019294" y="28574"/>
                  </a:moveTo>
                  <a:lnTo>
                    <a:pt x="1990719" y="28574"/>
                  </a:lnTo>
                  <a:lnTo>
                    <a:pt x="1990719" y="0"/>
                  </a:lnTo>
                  <a:lnTo>
                    <a:pt x="2019294" y="0"/>
                  </a:lnTo>
                  <a:lnTo>
                    <a:pt x="2019294" y="28574"/>
                  </a:lnTo>
                  <a:close/>
                </a:path>
                <a:path w="10121900" h="3609975">
                  <a:moveTo>
                    <a:pt x="2076444" y="28574"/>
                  </a:moveTo>
                  <a:lnTo>
                    <a:pt x="2047869" y="28574"/>
                  </a:lnTo>
                  <a:lnTo>
                    <a:pt x="2047869" y="0"/>
                  </a:lnTo>
                  <a:lnTo>
                    <a:pt x="2076444" y="0"/>
                  </a:lnTo>
                  <a:lnTo>
                    <a:pt x="2076444" y="28574"/>
                  </a:lnTo>
                  <a:close/>
                </a:path>
                <a:path w="10121900" h="3609975">
                  <a:moveTo>
                    <a:pt x="2133594" y="28574"/>
                  </a:moveTo>
                  <a:lnTo>
                    <a:pt x="2105019" y="28574"/>
                  </a:lnTo>
                  <a:lnTo>
                    <a:pt x="2105019" y="0"/>
                  </a:lnTo>
                  <a:lnTo>
                    <a:pt x="2133594" y="0"/>
                  </a:lnTo>
                  <a:lnTo>
                    <a:pt x="2133594" y="28574"/>
                  </a:lnTo>
                  <a:close/>
                </a:path>
                <a:path w="10121900" h="3609975">
                  <a:moveTo>
                    <a:pt x="2190744" y="28574"/>
                  </a:moveTo>
                  <a:lnTo>
                    <a:pt x="2162169" y="28574"/>
                  </a:lnTo>
                  <a:lnTo>
                    <a:pt x="2162169" y="0"/>
                  </a:lnTo>
                  <a:lnTo>
                    <a:pt x="2190744" y="0"/>
                  </a:lnTo>
                  <a:lnTo>
                    <a:pt x="2190744" y="28574"/>
                  </a:lnTo>
                  <a:close/>
                </a:path>
                <a:path w="10121900" h="3609975">
                  <a:moveTo>
                    <a:pt x="2247894" y="28574"/>
                  </a:moveTo>
                  <a:lnTo>
                    <a:pt x="2219319" y="28574"/>
                  </a:lnTo>
                  <a:lnTo>
                    <a:pt x="2219319" y="0"/>
                  </a:lnTo>
                  <a:lnTo>
                    <a:pt x="2247894" y="0"/>
                  </a:lnTo>
                  <a:lnTo>
                    <a:pt x="2247894" y="28574"/>
                  </a:lnTo>
                  <a:close/>
                </a:path>
                <a:path w="10121900" h="3609975">
                  <a:moveTo>
                    <a:pt x="2305044" y="28574"/>
                  </a:moveTo>
                  <a:lnTo>
                    <a:pt x="2276469" y="28574"/>
                  </a:lnTo>
                  <a:lnTo>
                    <a:pt x="2276469" y="0"/>
                  </a:lnTo>
                  <a:lnTo>
                    <a:pt x="2305044" y="0"/>
                  </a:lnTo>
                  <a:lnTo>
                    <a:pt x="2305044" y="28574"/>
                  </a:lnTo>
                  <a:close/>
                </a:path>
                <a:path w="10121900" h="3609975">
                  <a:moveTo>
                    <a:pt x="2362194" y="28574"/>
                  </a:moveTo>
                  <a:lnTo>
                    <a:pt x="2333619" y="28574"/>
                  </a:lnTo>
                  <a:lnTo>
                    <a:pt x="2333619" y="0"/>
                  </a:lnTo>
                  <a:lnTo>
                    <a:pt x="2362194" y="0"/>
                  </a:lnTo>
                  <a:lnTo>
                    <a:pt x="2362194" y="28574"/>
                  </a:lnTo>
                  <a:close/>
                </a:path>
                <a:path w="10121900" h="3609975">
                  <a:moveTo>
                    <a:pt x="2419344" y="28574"/>
                  </a:moveTo>
                  <a:lnTo>
                    <a:pt x="2390769" y="28574"/>
                  </a:lnTo>
                  <a:lnTo>
                    <a:pt x="2390769" y="0"/>
                  </a:lnTo>
                  <a:lnTo>
                    <a:pt x="2419344" y="0"/>
                  </a:lnTo>
                  <a:lnTo>
                    <a:pt x="2419344" y="28574"/>
                  </a:lnTo>
                  <a:close/>
                </a:path>
                <a:path w="10121900" h="3609975">
                  <a:moveTo>
                    <a:pt x="2476494" y="28574"/>
                  </a:moveTo>
                  <a:lnTo>
                    <a:pt x="2447919" y="28574"/>
                  </a:lnTo>
                  <a:lnTo>
                    <a:pt x="2447919" y="0"/>
                  </a:lnTo>
                  <a:lnTo>
                    <a:pt x="2476494" y="0"/>
                  </a:lnTo>
                  <a:lnTo>
                    <a:pt x="2476494" y="28574"/>
                  </a:lnTo>
                  <a:close/>
                </a:path>
                <a:path w="10121900" h="3609975">
                  <a:moveTo>
                    <a:pt x="2533644" y="28574"/>
                  </a:moveTo>
                  <a:lnTo>
                    <a:pt x="2505069" y="28574"/>
                  </a:lnTo>
                  <a:lnTo>
                    <a:pt x="2505069" y="0"/>
                  </a:lnTo>
                  <a:lnTo>
                    <a:pt x="2533644" y="0"/>
                  </a:lnTo>
                  <a:lnTo>
                    <a:pt x="2533644" y="28574"/>
                  </a:lnTo>
                  <a:close/>
                </a:path>
                <a:path w="10121900" h="3609975">
                  <a:moveTo>
                    <a:pt x="2590794" y="28574"/>
                  </a:moveTo>
                  <a:lnTo>
                    <a:pt x="2562219" y="28574"/>
                  </a:lnTo>
                  <a:lnTo>
                    <a:pt x="2562219" y="0"/>
                  </a:lnTo>
                  <a:lnTo>
                    <a:pt x="2590794" y="0"/>
                  </a:lnTo>
                  <a:lnTo>
                    <a:pt x="2590794" y="28574"/>
                  </a:lnTo>
                  <a:close/>
                </a:path>
                <a:path w="10121900" h="3609975">
                  <a:moveTo>
                    <a:pt x="2647944" y="28574"/>
                  </a:moveTo>
                  <a:lnTo>
                    <a:pt x="2619369" y="28574"/>
                  </a:lnTo>
                  <a:lnTo>
                    <a:pt x="2619369" y="0"/>
                  </a:lnTo>
                  <a:lnTo>
                    <a:pt x="2647944" y="0"/>
                  </a:lnTo>
                  <a:lnTo>
                    <a:pt x="2647944" y="28574"/>
                  </a:lnTo>
                  <a:close/>
                </a:path>
                <a:path w="10121900" h="3609975">
                  <a:moveTo>
                    <a:pt x="2705094" y="28574"/>
                  </a:moveTo>
                  <a:lnTo>
                    <a:pt x="2676519" y="28574"/>
                  </a:lnTo>
                  <a:lnTo>
                    <a:pt x="2676519" y="0"/>
                  </a:lnTo>
                  <a:lnTo>
                    <a:pt x="2705094" y="0"/>
                  </a:lnTo>
                  <a:lnTo>
                    <a:pt x="2705094" y="28574"/>
                  </a:lnTo>
                  <a:close/>
                </a:path>
                <a:path w="10121900" h="3609975">
                  <a:moveTo>
                    <a:pt x="2762244" y="28574"/>
                  </a:moveTo>
                  <a:lnTo>
                    <a:pt x="2733669" y="28574"/>
                  </a:lnTo>
                  <a:lnTo>
                    <a:pt x="2733669" y="0"/>
                  </a:lnTo>
                  <a:lnTo>
                    <a:pt x="2762244" y="0"/>
                  </a:lnTo>
                  <a:lnTo>
                    <a:pt x="2762244" y="28574"/>
                  </a:lnTo>
                  <a:close/>
                </a:path>
                <a:path w="10121900" h="3609975">
                  <a:moveTo>
                    <a:pt x="2819394" y="28574"/>
                  </a:moveTo>
                  <a:lnTo>
                    <a:pt x="2790819" y="28574"/>
                  </a:lnTo>
                  <a:lnTo>
                    <a:pt x="2790819" y="0"/>
                  </a:lnTo>
                  <a:lnTo>
                    <a:pt x="2819394" y="0"/>
                  </a:lnTo>
                  <a:lnTo>
                    <a:pt x="2819394" y="28574"/>
                  </a:lnTo>
                  <a:close/>
                </a:path>
                <a:path w="10121900" h="3609975">
                  <a:moveTo>
                    <a:pt x="2876544" y="28574"/>
                  </a:moveTo>
                  <a:lnTo>
                    <a:pt x="2847969" y="28574"/>
                  </a:lnTo>
                  <a:lnTo>
                    <a:pt x="2847969" y="0"/>
                  </a:lnTo>
                  <a:lnTo>
                    <a:pt x="2876544" y="0"/>
                  </a:lnTo>
                  <a:lnTo>
                    <a:pt x="2876544" y="28574"/>
                  </a:lnTo>
                  <a:close/>
                </a:path>
                <a:path w="10121900" h="3609975">
                  <a:moveTo>
                    <a:pt x="2933694" y="28574"/>
                  </a:moveTo>
                  <a:lnTo>
                    <a:pt x="2905119" y="28574"/>
                  </a:lnTo>
                  <a:lnTo>
                    <a:pt x="2905119" y="0"/>
                  </a:lnTo>
                  <a:lnTo>
                    <a:pt x="2933694" y="0"/>
                  </a:lnTo>
                  <a:lnTo>
                    <a:pt x="2933694" y="28574"/>
                  </a:lnTo>
                  <a:close/>
                </a:path>
                <a:path w="10121900" h="3609975">
                  <a:moveTo>
                    <a:pt x="2990844" y="28574"/>
                  </a:moveTo>
                  <a:lnTo>
                    <a:pt x="2962269" y="28574"/>
                  </a:lnTo>
                  <a:lnTo>
                    <a:pt x="2962269" y="0"/>
                  </a:lnTo>
                  <a:lnTo>
                    <a:pt x="2990844" y="0"/>
                  </a:lnTo>
                  <a:lnTo>
                    <a:pt x="2990844" y="28574"/>
                  </a:lnTo>
                  <a:close/>
                </a:path>
                <a:path w="10121900" h="3609975">
                  <a:moveTo>
                    <a:pt x="3047994" y="28574"/>
                  </a:moveTo>
                  <a:lnTo>
                    <a:pt x="3019419" y="28574"/>
                  </a:lnTo>
                  <a:lnTo>
                    <a:pt x="3019419" y="0"/>
                  </a:lnTo>
                  <a:lnTo>
                    <a:pt x="3047994" y="0"/>
                  </a:lnTo>
                  <a:lnTo>
                    <a:pt x="3047994" y="28574"/>
                  </a:lnTo>
                  <a:close/>
                </a:path>
                <a:path w="10121900" h="3609975">
                  <a:moveTo>
                    <a:pt x="3105144" y="28574"/>
                  </a:moveTo>
                  <a:lnTo>
                    <a:pt x="3076569" y="28574"/>
                  </a:lnTo>
                  <a:lnTo>
                    <a:pt x="3076569" y="0"/>
                  </a:lnTo>
                  <a:lnTo>
                    <a:pt x="3105144" y="0"/>
                  </a:lnTo>
                  <a:lnTo>
                    <a:pt x="3105144" y="28574"/>
                  </a:lnTo>
                  <a:close/>
                </a:path>
                <a:path w="10121900" h="3609975">
                  <a:moveTo>
                    <a:pt x="3162294" y="28574"/>
                  </a:moveTo>
                  <a:lnTo>
                    <a:pt x="3133719" y="28574"/>
                  </a:lnTo>
                  <a:lnTo>
                    <a:pt x="3133719" y="0"/>
                  </a:lnTo>
                  <a:lnTo>
                    <a:pt x="3162294" y="0"/>
                  </a:lnTo>
                  <a:lnTo>
                    <a:pt x="3162294" y="28574"/>
                  </a:lnTo>
                  <a:close/>
                </a:path>
                <a:path w="10121900" h="3609975">
                  <a:moveTo>
                    <a:pt x="3219444" y="28574"/>
                  </a:moveTo>
                  <a:lnTo>
                    <a:pt x="3190869" y="28574"/>
                  </a:lnTo>
                  <a:lnTo>
                    <a:pt x="3190869" y="0"/>
                  </a:lnTo>
                  <a:lnTo>
                    <a:pt x="3219444" y="0"/>
                  </a:lnTo>
                  <a:lnTo>
                    <a:pt x="3219444" y="28574"/>
                  </a:lnTo>
                  <a:close/>
                </a:path>
                <a:path w="10121900" h="3609975">
                  <a:moveTo>
                    <a:pt x="3276594" y="28574"/>
                  </a:moveTo>
                  <a:lnTo>
                    <a:pt x="3248019" y="28574"/>
                  </a:lnTo>
                  <a:lnTo>
                    <a:pt x="3248019" y="0"/>
                  </a:lnTo>
                  <a:lnTo>
                    <a:pt x="3276594" y="0"/>
                  </a:lnTo>
                  <a:lnTo>
                    <a:pt x="3276594" y="28574"/>
                  </a:lnTo>
                  <a:close/>
                </a:path>
                <a:path w="10121900" h="3609975">
                  <a:moveTo>
                    <a:pt x="3333744" y="28574"/>
                  </a:moveTo>
                  <a:lnTo>
                    <a:pt x="3305169" y="28574"/>
                  </a:lnTo>
                  <a:lnTo>
                    <a:pt x="3305169" y="0"/>
                  </a:lnTo>
                  <a:lnTo>
                    <a:pt x="3333744" y="0"/>
                  </a:lnTo>
                  <a:lnTo>
                    <a:pt x="3333744" y="28574"/>
                  </a:lnTo>
                  <a:close/>
                </a:path>
                <a:path w="10121900" h="3609975">
                  <a:moveTo>
                    <a:pt x="3390894" y="28574"/>
                  </a:moveTo>
                  <a:lnTo>
                    <a:pt x="3362319" y="28574"/>
                  </a:lnTo>
                  <a:lnTo>
                    <a:pt x="3362319" y="0"/>
                  </a:lnTo>
                  <a:lnTo>
                    <a:pt x="3390894" y="0"/>
                  </a:lnTo>
                  <a:lnTo>
                    <a:pt x="3390894" y="28574"/>
                  </a:lnTo>
                  <a:close/>
                </a:path>
                <a:path w="10121900" h="3609975">
                  <a:moveTo>
                    <a:pt x="3448044" y="28574"/>
                  </a:moveTo>
                  <a:lnTo>
                    <a:pt x="3419469" y="28574"/>
                  </a:lnTo>
                  <a:lnTo>
                    <a:pt x="3419469" y="0"/>
                  </a:lnTo>
                  <a:lnTo>
                    <a:pt x="3448044" y="0"/>
                  </a:lnTo>
                  <a:lnTo>
                    <a:pt x="3448044" y="28574"/>
                  </a:lnTo>
                  <a:close/>
                </a:path>
                <a:path w="10121900" h="3609975">
                  <a:moveTo>
                    <a:pt x="3505194" y="28574"/>
                  </a:moveTo>
                  <a:lnTo>
                    <a:pt x="3476619" y="28574"/>
                  </a:lnTo>
                  <a:lnTo>
                    <a:pt x="3476619" y="0"/>
                  </a:lnTo>
                  <a:lnTo>
                    <a:pt x="3505194" y="0"/>
                  </a:lnTo>
                  <a:lnTo>
                    <a:pt x="3505194" y="28574"/>
                  </a:lnTo>
                  <a:close/>
                </a:path>
                <a:path w="10121900" h="3609975">
                  <a:moveTo>
                    <a:pt x="3562344" y="28574"/>
                  </a:moveTo>
                  <a:lnTo>
                    <a:pt x="3533768" y="28574"/>
                  </a:lnTo>
                  <a:lnTo>
                    <a:pt x="3533768" y="0"/>
                  </a:lnTo>
                  <a:lnTo>
                    <a:pt x="3562344" y="0"/>
                  </a:lnTo>
                  <a:lnTo>
                    <a:pt x="3562344" y="28574"/>
                  </a:lnTo>
                  <a:close/>
                </a:path>
                <a:path w="10121900" h="3609975">
                  <a:moveTo>
                    <a:pt x="3619494" y="28574"/>
                  </a:moveTo>
                  <a:lnTo>
                    <a:pt x="3590919" y="28574"/>
                  </a:lnTo>
                  <a:lnTo>
                    <a:pt x="3590919" y="0"/>
                  </a:lnTo>
                  <a:lnTo>
                    <a:pt x="3619494" y="0"/>
                  </a:lnTo>
                  <a:lnTo>
                    <a:pt x="3619494" y="28574"/>
                  </a:lnTo>
                  <a:close/>
                </a:path>
                <a:path w="10121900" h="3609975">
                  <a:moveTo>
                    <a:pt x="3676644" y="28574"/>
                  </a:moveTo>
                  <a:lnTo>
                    <a:pt x="3648069" y="28574"/>
                  </a:lnTo>
                  <a:lnTo>
                    <a:pt x="3648069" y="0"/>
                  </a:lnTo>
                  <a:lnTo>
                    <a:pt x="3676644" y="0"/>
                  </a:lnTo>
                  <a:lnTo>
                    <a:pt x="3676644" y="28574"/>
                  </a:lnTo>
                  <a:close/>
                </a:path>
                <a:path w="10121900" h="3609975">
                  <a:moveTo>
                    <a:pt x="3733794" y="28574"/>
                  </a:moveTo>
                  <a:lnTo>
                    <a:pt x="3705219" y="28574"/>
                  </a:lnTo>
                  <a:lnTo>
                    <a:pt x="3705219" y="0"/>
                  </a:lnTo>
                  <a:lnTo>
                    <a:pt x="3733794" y="0"/>
                  </a:lnTo>
                  <a:lnTo>
                    <a:pt x="3733794" y="28574"/>
                  </a:lnTo>
                  <a:close/>
                </a:path>
                <a:path w="10121900" h="3609975">
                  <a:moveTo>
                    <a:pt x="3790944" y="28574"/>
                  </a:moveTo>
                  <a:lnTo>
                    <a:pt x="3762369" y="28574"/>
                  </a:lnTo>
                  <a:lnTo>
                    <a:pt x="3762369" y="0"/>
                  </a:lnTo>
                  <a:lnTo>
                    <a:pt x="3790944" y="0"/>
                  </a:lnTo>
                  <a:lnTo>
                    <a:pt x="3790944" y="28574"/>
                  </a:lnTo>
                  <a:close/>
                </a:path>
                <a:path w="10121900" h="3609975">
                  <a:moveTo>
                    <a:pt x="3848094" y="28574"/>
                  </a:moveTo>
                  <a:lnTo>
                    <a:pt x="3819519" y="28574"/>
                  </a:lnTo>
                  <a:lnTo>
                    <a:pt x="3819519" y="0"/>
                  </a:lnTo>
                  <a:lnTo>
                    <a:pt x="3848094" y="0"/>
                  </a:lnTo>
                  <a:lnTo>
                    <a:pt x="3848094" y="28574"/>
                  </a:lnTo>
                  <a:close/>
                </a:path>
                <a:path w="10121900" h="3609975">
                  <a:moveTo>
                    <a:pt x="3905244" y="28574"/>
                  </a:moveTo>
                  <a:lnTo>
                    <a:pt x="3876669" y="28574"/>
                  </a:lnTo>
                  <a:lnTo>
                    <a:pt x="3876669" y="0"/>
                  </a:lnTo>
                  <a:lnTo>
                    <a:pt x="3905244" y="0"/>
                  </a:lnTo>
                  <a:lnTo>
                    <a:pt x="3905244" y="28574"/>
                  </a:lnTo>
                  <a:close/>
                </a:path>
                <a:path w="10121900" h="3609975">
                  <a:moveTo>
                    <a:pt x="3962394" y="28574"/>
                  </a:moveTo>
                  <a:lnTo>
                    <a:pt x="3933819" y="28574"/>
                  </a:lnTo>
                  <a:lnTo>
                    <a:pt x="3933819" y="0"/>
                  </a:lnTo>
                  <a:lnTo>
                    <a:pt x="3962394" y="0"/>
                  </a:lnTo>
                  <a:lnTo>
                    <a:pt x="3962394" y="28574"/>
                  </a:lnTo>
                  <a:close/>
                </a:path>
                <a:path w="10121900" h="3609975">
                  <a:moveTo>
                    <a:pt x="4019544" y="28574"/>
                  </a:moveTo>
                  <a:lnTo>
                    <a:pt x="3990969" y="28574"/>
                  </a:lnTo>
                  <a:lnTo>
                    <a:pt x="3990969" y="0"/>
                  </a:lnTo>
                  <a:lnTo>
                    <a:pt x="4019544" y="0"/>
                  </a:lnTo>
                  <a:lnTo>
                    <a:pt x="4019544" y="28574"/>
                  </a:lnTo>
                  <a:close/>
                </a:path>
                <a:path w="10121900" h="3609975">
                  <a:moveTo>
                    <a:pt x="4076694" y="28574"/>
                  </a:moveTo>
                  <a:lnTo>
                    <a:pt x="4048119" y="28574"/>
                  </a:lnTo>
                  <a:lnTo>
                    <a:pt x="4048119" y="0"/>
                  </a:lnTo>
                  <a:lnTo>
                    <a:pt x="4076694" y="0"/>
                  </a:lnTo>
                  <a:lnTo>
                    <a:pt x="4076694" y="28574"/>
                  </a:lnTo>
                  <a:close/>
                </a:path>
                <a:path w="10121900" h="3609975">
                  <a:moveTo>
                    <a:pt x="4133844" y="28574"/>
                  </a:moveTo>
                  <a:lnTo>
                    <a:pt x="4105269" y="28574"/>
                  </a:lnTo>
                  <a:lnTo>
                    <a:pt x="4105269" y="0"/>
                  </a:lnTo>
                  <a:lnTo>
                    <a:pt x="4133844" y="0"/>
                  </a:lnTo>
                  <a:lnTo>
                    <a:pt x="4133844" y="28574"/>
                  </a:lnTo>
                  <a:close/>
                </a:path>
                <a:path w="10121900" h="3609975">
                  <a:moveTo>
                    <a:pt x="4190994" y="28574"/>
                  </a:moveTo>
                  <a:lnTo>
                    <a:pt x="4162419" y="28574"/>
                  </a:lnTo>
                  <a:lnTo>
                    <a:pt x="4162419" y="0"/>
                  </a:lnTo>
                  <a:lnTo>
                    <a:pt x="4190994" y="0"/>
                  </a:lnTo>
                  <a:lnTo>
                    <a:pt x="4190994" y="28574"/>
                  </a:lnTo>
                  <a:close/>
                </a:path>
                <a:path w="10121900" h="3609975">
                  <a:moveTo>
                    <a:pt x="4248144" y="28574"/>
                  </a:moveTo>
                  <a:lnTo>
                    <a:pt x="4219569" y="28574"/>
                  </a:lnTo>
                  <a:lnTo>
                    <a:pt x="4219569" y="0"/>
                  </a:lnTo>
                  <a:lnTo>
                    <a:pt x="4248144" y="0"/>
                  </a:lnTo>
                  <a:lnTo>
                    <a:pt x="4248144" y="28574"/>
                  </a:lnTo>
                  <a:close/>
                </a:path>
                <a:path w="10121900" h="3609975">
                  <a:moveTo>
                    <a:pt x="4305294" y="28574"/>
                  </a:moveTo>
                  <a:lnTo>
                    <a:pt x="4276719" y="28574"/>
                  </a:lnTo>
                  <a:lnTo>
                    <a:pt x="4276719" y="0"/>
                  </a:lnTo>
                  <a:lnTo>
                    <a:pt x="4305294" y="0"/>
                  </a:lnTo>
                  <a:lnTo>
                    <a:pt x="4305294" y="28574"/>
                  </a:lnTo>
                  <a:close/>
                </a:path>
                <a:path w="10121900" h="3609975">
                  <a:moveTo>
                    <a:pt x="4362444" y="28574"/>
                  </a:moveTo>
                  <a:lnTo>
                    <a:pt x="4333869" y="28574"/>
                  </a:lnTo>
                  <a:lnTo>
                    <a:pt x="4333869" y="0"/>
                  </a:lnTo>
                  <a:lnTo>
                    <a:pt x="4362444" y="0"/>
                  </a:lnTo>
                  <a:lnTo>
                    <a:pt x="4362444" y="28574"/>
                  </a:lnTo>
                  <a:close/>
                </a:path>
                <a:path w="10121900" h="3609975">
                  <a:moveTo>
                    <a:pt x="4419594" y="28574"/>
                  </a:moveTo>
                  <a:lnTo>
                    <a:pt x="4391019" y="28574"/>
                  </a:lnTo>
                  <a:lnTo>
                    <a:pt x="4391019" y="0"/>
                  </a:lnTo>
                  <a:lnTo>
                    <a:pt x="4419594" y="0"/>
                  </a:lnTo>
                  <a:lnTo>
                    <a:pt x="4419594" y="28574"/>
                  </a:lnTo>
                  <a:close/>
                </a:path>
                <a:path w="10121900" h="3609975">
                  <a:moveTo>
                    <a:pt x="4476744" y="28574"/>
                  </a:moveTo>
                  <a:lnTo>
                    <a:pt x="4448169" y="28574"/>
                  </a:lnTo>
                  <a:lnTo>
                    <a:pt x="4448169" y="0"/>
                  </a:lnTo>
                  <a:lnTo>
                    <a:pt x="4476744" y="0"/>
                  </a:lnTo>
                  <a:lnTo>
                    <a:pt x="4476744" y="28574"/>
                  </a:lnTo>
                  <a:close/>
                </a:path>
                <a:path w="10121900" h="3609975">
                  <a:moveTo>
                    <a:pt x="4533894" y="28574"/>
                  </a:moveTo>
                  <a:lnTo>
                    <a:pt x="4505319" y="28574"/>
                  </a:lnTo>
                  <a:lnTo>
                    <a:pt x="4505319" y="0"/>
                  </a:lnTo>
                  <a:lnTo>
                    <a:pt x="4533894" y="0"/>
                  </a:lnTo>
                  <a:lnTo>
                    <a:pt x="4533894" y="28574"/>
                  </a:lnTo>
                  <a:close/>
                </a:path>
                <a:path w="10121900" h="3609975">
                  <a:moveTo>
                    <a:pt x="4591044" y="28574"/>
                  </a:moveTo>
                  <a:lnTo>
                    <a:pt x="4562469" y="28574"/>
                  </a:lnTo>
                  <a:lnTo>
                    <a:pt x="4562469" y="0"/>
                  </a:lnTo>
                  <a:lnTo>
                    <a:pt x="4591044" y="0"/>
                  </a:lnTo>
                  <a:lnTo>
                    <a:pt x="4591044" y="28574"/>
                  </a:lnTo>
                  <a:close/>
                </a:path>
                <a:path w="10121900" h="3609975">
                  <a:moveTo>
                    <a:pt x="4648194" y="28574"/>
                  </a:moveTo>
                  <a:lnTo>
                    <a:pt x="4619619" y="28574"/>
                  </a:lnTo>
                  <a:lnTo>
                    <a:pt x="4619619" y="0"/>
                  </a:lnTo>
                  <a:lnTo>
                    <a:pt x="4648194" y="0"/>
                  </a:lnTo>
                  <a:lnTo>
                    <a:pt x="4648194" y="28574"/>
                  </a:lnTo>
                  <a:close/>
                </a:path>
                <a:path w="10121900" h="3609975">
                  <a:moveTo>
                    <a:pt x="4705344" y="28574"/>
                  </a:moveTo>
                  <a:lnTo>
                    <a:pt x="4676769" y="28574"/>
                  </a:lnTo>
                  <a:lnTo>
                    <a:pt x="4676769" y="0"/>
                  </a:lnTo>
                  <a:lnTo>
                    <a:pt x="4705344" y="0"/>
                  </a:lnTo>
                  <a:lnTo>
                    <a:pt x="4705344" y="28574"/>
                  </a:lnTo>
                  <a:close/>
                </a:path>
                <a:path w="10121900" h="3609975">
                  <a:moveTo>
                    <a:pt x="4762494" y="28574"/>
                  </a:moveTo>
                  <a:lnTo>
                    <a:pt x="4733919" y="28574"/>
                  </a:lnTo>
                  <a:lnTo>
                    <a:pt x="4733919" y="0"/>
                  </a:lnTo>
                  <a:lnTo>
                    <a:pt x="4762494" y="0"/>
                  </a:lnTo>
                  <a:lnTo>
                    <a:pt x="4762494" y="28574"/>
                  </a:lnTo>
                  <a:close/>
                </a:path>
                <a:path w="10121900" h="3609975">
                  <a:moveTo>
                    <a:pt x="4819644" y="28574"/>
                  </a:moveTo>
                  <a:lnTo>
                    <a:pt x="4791069" y="28574"/>
                  </a:lnTo>
                  <a:lnTo>
                    <a:pt x="4791069" y="0"/>
                  </a:lnTo>
                  <a:lnTo>
                    <a:pt x="4819644" y="0"/>
                  </a:lnTo>
                  <a:lnTo>
                    <a:pt x="4819644" y="28574"/>
                  </a:lnTo>
                  <a:close/>
                </a:path>
                <a:path w="10121900" h="3609975">
                  <a:moveTo>
                    <a:pt x="4876794" y="28574"/>
                  </a:moveTo>
                  <a:lnTo>
                    <a:pt x="4848219" y="28574"/>
                  </a:lnTo>
                  <a:lnTo>
                    <a:pt x="4848219" y="0"/>
                  </a:lnTo>
                  <a:lnTo>
                    <a:pt x="4876794" y="0"/>
                  </a:lnTo>
                  <a:lnTo>
                    <a:pt x="4876794" y="28574"/>
                  </a:lnTo>
                  <a:close/>
                </a:path>
                <a:path w="10121900" h="3609975">
                  <a:moveTo>
                    <a:pt x="4933944" y="28574"/>
                  </a:moveTo>
                  <a:lnTo>
                    <a:pt x="4905369" y="28574"/>
                  </a:lnTo>
                  <a:lnTo>
                    <a:pt x="4905369" y="0"/>
                  </a:lnTo>
                  <a:lnTo>
                    <a:pt x="4933944" y="0"/>
                  </a:lnTo>
                  <a:lnTo>
                    <a:pt x="4933944" y="28574"/>
                  </a:lnTo>
                  <a:close/>
                </a:path>
                <a:path w="10121900" h="3609975">
                  <a:moveTo>
                    <a:pt x="4991094" y="28574"/>
                  </a:moveTo>
                  <a:lnTo>
                    <a:pt x="4962519" y="28574"/>
                  </a:lnTo>
                  <a:lnTo>
                    <a:pt x="4962519" y="0"/>
                  </a:lnTo>
                  <a:lnTo>
                    <a:pt x="4991094" y="0"/>
                  </a:lnTo>
                  <a:lnTo>
                    <a:pt x="4991094" y="28574"/>
                  </a:lnTo>
                  <a:close/>
                </a:path>
                <a:path w="10121900" h="3609975">
                  <a:moveTo>
                    <a:pt x="5048244" y="28574"/>
                  </a:moveTo>
                  <a:lnTo>
                    <a:pt x="5019669" y="28574"/>
                  </a:lnTo>
                  <a:lnTo>
                    <a:pt x="5019669" y="0"/>
                  </a:lnTo>
                  <a:lnTo>
                    <a:pt x="5048244" y="0"/>
                  </a:lnTo>
                  <a:lnTo>
                    <a:pt x="5048244" y="28574"/>
                  </a:lnTo>
                  <a:close/>
                </a:path>
                <a:path w="10121900" h="3609975">
                  <a:moveTo>
                    <a:pt x="5105394" y="28574"/>
                  </a:moveTo>
                  <a:lnTo>
                    <a:pt x="5076819" y="28574"/>
                  </a:lnTo>
                  <a:lnTo>
                    <a:pt x="5076819" y="0"/>
                  </a:lnTo>
                  <a:lnTo>
                    <a:pt x="5105394" y="0"/>
                  </a:lnTo>
                  <a:lnTo>
                    <a:pt x="5105394" y="28574"/>
                  </a:lnTo>
                  <a:close/>
                </a:path>
                <a:path w="10121900" h="3609975">
                  <a:moveTo>
                    <a:pt x="5162544" y="28574"/>
                  </a:moveTo>
                  <a:lnTo>
                    <a:pt x="5133969" y="28574"/>
                  </a:lnTo>
                  <a:lnTo>
                    <a:pt x="5133969" y="0"/>
                  </a:lnTo>
                  <a:lnTo>
                    <a:pt x="5162544" y="0"/>
                  </a:lnTo>
                  <a:lnTo>
                    <a:pt x="5162544" y="28574"/>
                  </a:lnTo>
                  <a:close/>
                </a:path>
                <a:path w="10121900" h="3609975">
                  <a:moveTo>
                    <a:pt x="5219694" y="28574"/>
                  </a:moveTo>
                  <a:lnTo>
                    <a:pt x="5191119" y="28574"/>
                  </a:lnTo>
                  <a:lnTo>
                    <a:pt x="5191119" y="0"/>
                  </a:lnTo>
                  <a:lnTo>
                    <a:pt x="5219694" y="0"/>
                  </a:lnTo>
                  <a:lnTo>
                    <a:pt x="5219694" y="28574"/>
                  </a:lnTo>
                  <a:close/>
                </a:path>
                <a:path w="10121900" h="3609975">
                  <a:moveTo>
                    <a:pt x="5276844" y="28574"/>
                  </a:moveTo>
                  <a:lnTo>
                    <a:pt x="5248269" y="28574"/>
                  </a:lnTo>
                  <a:lnTo>
                    <a:pt x="5248269" y="0"/>
                  </a:lnTo>
                  <a:lnTo>
                    <a:pt x="5276844" y="0"/>
                  </a:lnTo>
                  <a:lnTo>
                    <a:pt x="5276844" y="28574"/>
                  </a:lnTo>
                  <a:close/>
                </a:path>
                <a:path w="10121900" h="3609975">
                  <a:moveTo>
                    <a:pt x="5333994" y="28574"/>
                  </a:moveTo>
                  <a:lnTo>
                    <a:pt x="5305419" y="28574"/>
                  </a:lnTo>
                  <a:lnTo>
                    <a:pt x="5305419" y="0"/>
                  </a:lnTo>
                  <a:lnTo>
                    <a:pt x="5333994" y="0"/>
                  </a:lnTo>
                  <a:lnTo>
                    <a:pt x="5333994" y="28574"/>
                  </a:lnTo>
                  <a:close/>
                </a:path>
                <a:path w="10121900" h="3609975">
                  <a:moveTo>
                    <a:pt x="5391144" y="28574"/>
                  </a:moveTo>
                  <a:lnTo>
                    <a:pt x="5362569" y="28574"/>
                  </a:lnTo>
                  <a:lnTo>
                    <a:pt x="5362569" y="0"/>
                  </a:lnTo>
                  <a:lnTo>
                    <a:pt x="5391144" y="0"/>
                  </a:lnTo>
                  <a:lnTo>
                    <a:pt x="5391144" y="28574"/>
                  </a:lnTo>
                  <a:close/>
                </a:path>
                <a:path w="10121900" h="3609975">
                  <a:moveTo>
                    <a:pt x="5448294" y="28574"/>
                  </a:moveTo>
                  <a:lnTo>
                    <a:pt x="5419719" y="28574"/>
                  </a:lnTo>
                  <a:lnTo>
                    <a:pt x="5419719" y="0"/>
                  </a:lnTo>
                  <a:lnTo>
                    <a:pt x="5448294" y="0"/>
                  </a:lnTo>
                  <a:lnTo>
                    <a:pt x="5448294" y="28574"/>
                  </a:lnTo>
                  <a:close/>
                </a:path>
                <a:path w="10121900" h="3609975">
                  <a:moveTo>
                    <a:pt x="5505444" y="28574"/>
                  </a:moveTo>
                  <a:lnTo>
                    <a:pt x="5476869" y="28574"/>
                  </a:lnTo>
                  <a:lnTo>
                    <a:pt x="5476869" y="0"/>
                  </a:lnTo>
                  <a:lnTo>
                    <a:pt x="5505444" y="0"/>
                  </a:lnTo>
                  <a:lnTo>
                    <a:pt x="5505444" y="28574"/>
                  </a:lnTo>
                  <a:close/>
                </a:path>
                <a:path w="10121900" h="3609975">
                  <a:moveTo>
                    <a:pt x="5562594" y="28574"/>
                  </a:moveTo>
                  <a:lnTo>
                    <a:pt x="5534019" y="28574"/>
                  </a:lnTo>
                  <a:lnTo>
                    <a:pt x="5534019" y="0"/>
                  </a:lnTo>
                  <a:lnTo>
                    <a:pt x="5562594" y="0"/>
                  </a:lnTo>
                  <a:lnTo>
                    <a:pt x="5562594" y="28574"/>
                  </a:lnTo>
                  <a:close/>
                </a:path>
                <a:path w="10121900" h="3609975">
                  <a:moveTo>
                    <a:pt x="5619744" y="28574"/>
                  </a:moveTo>
                  <a:lnTo>
                    <a:pt x="5591169" y="28574"/>
                  </a:lnTo>
                  <a:lnTo>
                    <a:pt x="5591169" y="0"/>
                  </a:lnTo>
                  <a:lnTo>
                    <a:pt x="5619744" y="0"/>
                  </a:lnTo>
                  <a:lnTo>
                    <a:pt x="5619744" y="28574"/>
                  </a:lnTo>
                  <a:close/>
                </a:path>
                <a:path w="10121900" h="3609975">
                  <a:moveTo>
                    <a:pt x="5676894" y="28574"/>
                  </a:moveTo>
                  <a:lnTo>
                    <a:pt x="5648319" y="28574"/>
                  </a:lnTo>
                  <a:lnTo>
                    <a:pt x="5648319" y="0"/>
                  </a:lnTo>
                  <a:lnTo>
                    <a:pt x="5676894" y="0"/>
                  </a:lnTo>
                  <a:lnTo>
                    <a:pt x="5676894" y="28574"/>
                  </a:lnTo>
                  <a:close/>
                </a:path>
                <a:path w="10121900" h="3609975">
                  <a:moveTo>
                    <a:pt x="5734044" y="28574"/>
                  </a:moveTo>
                  <a:lnTo>
                    <a:pt x="5705469" y="28574"/>
                  </a:lnTo>
                  <a:lnTo>
                    <a:pt x="5705469" y="0"/>
                  </a:lnTo>
                  <a:lnTo>
                    <a:pt x="5734044" y="0"/>
                  </a:lnTo>
                  <a:lnTo>
                    <a:pt x="5734044" y="28574"/>
                  </a:lnTo>
                  <a:close/>
                </a:path>
                <a:path w="10121900" h="3609975">
                  <a:moveTo>
                    <a:pt x="5791194" y="28574"/>
                  </a:moveTo>
                  <a:lnTo>
                    <a:pt x="5762619" y="28574"/>
                  </a:lnTo>
                  <a:lnTo>
                    <a:pt x="5762619" y="0"/>
                  </a:lnTo>
                  <a:lnTo>
                    <a:pt x="5791194" y="0"/>
                  </a:lnTo>
                  <a:lnTo>
                    <a:pt x="5791194" y="28574"/>
                  </a:lnTo>
                  <a:close/>
                </a:path>
                <a:path w="10121900" h="3609975">
                  <a:moveTo>
                    <a:pt x="5848344" y="28574"/>
                  </a:moveTo>
                  <a:lnTo>
                    <a:pt x="5819769" y="28574"/>
                  </a:lnTo>
                  <a:lnTo>
                    <a:pt x="5819769" y="0"/>
                  </a:lnTo>
                  <a:lnTo>
                    <a:pt x="5848344" y="0"/>
                  </a:lnTo>
                  <a:lnTo>
                    <a:pt x="5848344" y="28574"/>
                  </a:lnTo>
                  <a:close/>
                </a:path>
                <a:path w="10121900" h="3609975">
                  <a:moveTo>
                    <a:pt x="5905494" y="28574"/>
                  </a:moveTo>
                  <a:lnTo>
                    <a:pt x="5876919" y="28574"/>
                  </a:lnTo>
                  <a:lnTo>
                    <a:pt x="5876919" y="0"/>
                  </a:lnTo>
                  <a:lnTo>
                    <a:pt x="5905494" y="0"/>
                  </a:lnTo>
                  <a:lnTo>
                    <a:pt x="5905494" y="28574"/>
                  </a:lnTo>
                  <a:close/>
                </a:path>
                <a:path w="10121900" h="3609975">
                  <a:moveTo>
                    <a:pt x="5962644" y="28574"/>
                  </a:moveTo>
                  <a:lnTo>
                    <a:pt x="5934069" y="28574"/>
                  </a:lnTo>
                  <a:lnTo>
                    <a:pt x="5934069" y="0"/>
                  </a:lnTo>
                  <a:lnTo>
                    <a:pt x="5962644" y="0"/>
                  </a:lnTo>
                  <a:lnTo>
                    <a:pt x="5962644" y="28574"/>
                  </a:lnTo>
                  <a:close/>
                </a:path>
                <a:path w="10121900" h="3609975">
                  <a:moveTo>
                    <a:pt x="6019794" y="28574"/>
                  </a:moveTo>
                  <a:lnTo>
                    <a:pt x="5991219" y="28574"/>
                  </a:lnTo>
                  <a:lnTo>
                    <a:pt x="5991219" y="0"/>
                  </a:lnTo>
                  <a:lnTo>
                    <a:pt x="6019794" y="0"/>
                  </a:lnTo>
                  <a:lnTo>
                    <a:pt x="6019794" y="28574"/>
                  </a:lnTo>
                  <a:close/>
                </a:path>
                <a:path w="10121900" h="3609975">
                  <a:moveTo>
                    <a:pt x="6076944" y="28574"/>
                  </a:moveTo>
                  <a:lnTo>
                    <a:pt x="6048369" y="28574"/>
                  </a:lnTo>
                  <a:lnTo>
                    <a:pt x="6048369" y="0"/>
                  </a:lnTo>
                  <a:lnTo>
                    <a:pt x="6076944" y="0"/>
                  </a:lnTo>
                  <a:lnTo>
                    <a:pt x="6076944" y="28574"/>
                  </a:lnTo>
                  <a:close/>
                </a:path>
                <a:path w="10121900" h="3609975">
                  <a:moveTo>
                    <a:pt x="6134094" y="28574"/>
                  </a:moveTo>
                  <a:lnTo>
                    <a:pt x="6105519" y="28574"/>
                  </a:lnTo>
                  <a:lnTo>
                    <a:pt x="6105519" y="0"/>
                  </a:lnTo>
                  <a:lnTo>
                    <a:pt x="6134094" y="0"/>
                  </a:lnTo>
                  <a:lnTo>
                    <a:pt x="6134094" y="28574"/>
                  </a:lnTo>
                  <a:close/>
                </a:path>
                <a:path w="10121900" h="3609975">
                  <a:moveTo>
                    <a:pt x="6191244" y="28574"/>
                  </a:moveTo>
                  <a:lnTo>
                    <a:pt x="6162669" y="28574"/>
                  </a:lnTo>
                  <a:lnTo>
                    <a:pt x="6162669" y="0"/>
                  </a:lnTo>
                  <a:lnTo>
                    <a:pt x="6191244" y="0"/>
                  </a:lnTo>
                  <a:lnTo>
                    <a:pt x="6191244" y="28574"/>
                  </a:lnTo>
                  <a:close/>
                </a:path>
                <a:path w="10121900" h="3609975">
                  <a:moveTo>
                    <a:pt x="6248394" y="28574"/>
                  </a:moveTo>
                  <a:lnTo>
                    <a:pt x="6219819" y="28574"/>
                  </a:lnTo>
                  <a:lnTo>
                    <a:pt x="6219819" y="0"/>
                  </a:lnTo>
                  <a:lnTo>
                    <a:pt x="6248394" y="0"/>
                  </a:lnTo>
                  <a:lnTo>
                    <a:pt x="6248394" y="28574"/>
                  </a:lnTo>
                  <a:close/>
                </a:path>
                <a:path w="10121900" h="3609975">
                  <a:moveTo>
                    <a:pt x="6305544" y="28574"/>
                  </a:moveTo>
                  <a:lnTo>
                    <a:pt x="6276969" y="28574"/>
                  </a:lnTo>
                  <a:lnTo>
                    <a:pt x="6276969" y="0"/>
                  </a:lnTo>
                  <a:lnTo>
                    <a:pt x="6305544" y="0"/>
                  </a:lnTo>
                  <a:lnTo>
                    <a:pt x="6305544" y="28574"/>
                  </a:lnTo>
                  <a:close/>
                </a:path>
                <a:path w="10121900" h="3609975">
                  <a:moveTo>
                    <a:pt x="6362694" y="28574"/>
                  </a:moveTo>
                  <a:lnTo>
                    <a:pt x="6334119" y="28574"/>
                  </a:lnTo>
                  <a:lnTo>
                    <a:pt x="6334119" y="0"/>
                  </a:lnTo>
                  <a:lnTo>
                    <a:pt x="6362694" y="0"/>
                  </a:lnTo>
                  <a:lnTo>
                    <a:pt x="6362694" y="28574"/>
                  </a:lnTo>
                  <a:close/>
                </a:path>
                <a:path w="10121900" h="3609975">
                  <a:moveTo>
                    <a:pt x="6419844" y="28574"/>
                  </a:moveTo>
                  <a:lnTo>
                    <a:pt x="6391269" y="28574"/>
                  </a:lnTo>
                  <a:lnTo>
                    <a:pt x="6391269" y="0"/>
                  </a:lnTo>
                  <a:lnTo>
                    <a:pt x="6419844" y="0"/>
                  </a:lnTo>
                  <a:lnTo>
                    <a:pt x="6419844" y="28574"/>
                  </a:lnTo>
                  <a:close/>
                </a:path>
                <a:path w="10121900" h="3609975">
                  <a:moveTo>
                    <a:pt x="6476994" y="28574"/>
                  </a:moveTo>
                  <a:lnTo>
                    <a:pt x="6448419" y="28574"/>
                  </a:lnTo>
                  <a:lnTo>
                    <a:pt x="6448419" y="0"/>
                  </a:lnTo>
                  <a:lnTo>
                    <a:pt x="6476994" y="0"/>
                  </a:lnTo>
                  <a:lnTo>
                    <a:pt x="6476994" y="28574"/>
                  </a:lnTo>
                  <a:close/>
                </a:path>
                <a:path w="10121900" h="3609975">
                  <a:moveTo>
                    <a:pt x="6534144" y="28574"/>
                  </a:moveTo>
                  <a:lnTo>
                    <a:pt x="6505569" y="28574"/>
                  </a:lnTo>
                  <a:lnTo>
                    <a:pt x="6505569" y="0"/>
                  </a:lnTo>
                  <a:lnTo>
                    <a:pt x="6534144" y="0"/>
                  </a:lnTo>
                  <a:lnTo>
                    <a:pt x="6534144" y="28574"/>
                  </a:lnTo>
                  <a:close/>
                </a:path>
                <a:path w="10121900" h="3609975">
                  <a:moveTo>
                    <a:pt x="6591294" y="28574"/>
                  </a:moveTo>
                  <a:lnTo>
                    <a:pt x="6562719" y="28574"/>
                  </a:lnTo>
                  <a:lnTo>
                    <a:pt x="6562719" y="0"/>
                  </a:lnTo>
                  <a:lnTo>
                    <a:pt x="6591294" y="0"/>
                  </a:lnTo>
                  <a:lnTo>
                    <a:pt x="6591294" y="28574"/>
                  </a:lnTo>
                  <a:close/>
                </a:path>
                <a:path w="10121900" h="3609975">
                  <a:moveTo>
                    <a:pt x="6648444" y="28574"/>
                  </a:moveTo>
                  <a:lnTo>
                    <a:pt x="6619869" y="28574"/>
                  </a:lnTo>
                  <a:lnTo>
                    <a:pt x="6619869" y="0"/>
                  </a:lnTo>
                  <a:lnTo>
                    <a:pt x="6648444" y="0"/>
                  </a:lnTo>
                  <a:lnTo>
                    <a:pt x="6648444" y="28574"/>
                  </a:lnTo>
                  <a:close/>
                </a:path>
                <a:path w="10121900" h="3609975">
                  <a:moveTo>
                    <a:pt x="6705594" y="28574"/>
                  </a:moveTo>
                  <a:lnTo>
                    <a:pt x="6677019" y="28574"/>
                  </a:lnTo>
                  <a:lnTo>
                    <a:pt x="6677019" y="0"/>
                  </a:lnTo>
                  <a:lnTo>
                    <a:pt x="6705594" y="0"/>
                  </a:lnTo>
                  <a:lnTo>
                    <a:pt x="6705594" y="28574"/>
                  </a:lnTo>
                  <a:close/>
                </a:path>
                <a:path w="10121900" h="3609975">
                  <a:moveTo>
                    <a:pt x="6762744" y="28574"/>
                  </a:moveTo>
                  <a:lnTo>
                    <a:pt x="6734169" y="28574"/>
                  </a:lnTo>
                  <a:lnTo>
                    <a:pt x="6734169" y="0"/>
                  </a:lnTo>
                  <a:lnTo>
                    <a:pt x="6762744" y="0"/>
                  </a:lnTo>
                  <a:lnTo>
                    <a:pt x="6762744" y="28574"/>
                  </a:lnTo>
                  <a:close/>
                </a:path>
                <a:path w="10121900" h="3609975">
                  <a:moveTo>
                    <a:pt x="6819894" y="28574"/>
                  </a:moveTo>
                  <a:lnTo>
                    <a:pt x="6791319" y="28574"/>
                  </a:lnTo>
                  <a:lnTo>
                    <a:pt x="6791319" y="0"/>
                  </a:lnTo>
                  <a:lnTo>
                    <a:pt x="6819894" y="0"/>
                  </a:lnTo>
                  <a:lnTo>
                    <a:pt x="6819894" y="28574"/>
                  </a:lnTo>
                  <a:close/>
                </a:path>
                <a:path w="10121900" h="3609975">
                  <a:moveTo>
                    <a:pt x="6877044" y="28574"/>
                  </a:moveTo>
                  <a:lnTo>
                    <a:pt x="6848469" y="28574"/>
                  </a:lnTo>
                  <a:lnTo>
                    <a:pt x="6848469" y="0"/>
                  </a:lnTo>
                  <a:lnTo>
                    <a:pt x="6877044" y="0"/>
                  </a:lnTo>
                  <a:lnTo>
                    <a:pt x="6877044" y="28574"/>
                  </a:lnTo>
                  <a:close/>
                </a:path>
                <a:path w="10121900" h="3609975">
                  <a:moveTo>
                    <a:pt x="6934194" y="28574"/>
                  </a:moveTo>
                  <a:lnTo>
                    <a:pt x="6905619" y="28574"/>
                  </a:lnTo>
                  <a:lnTo>
                    <a:pt x="6905619" y="0"/>
                  </a:lnTo>
                  <a:lnTo>
                    <a:pt x="6934194" y="0"/>
                  </a:lnTo>
                  <a:lnTo>
                    <a:pt x="6934194" y="28574"/>
                  </a:lnTo>
                  <a:close/>
                </a:path>
                <a:path w="10121900" h="3609975">
                  <a:moveTo>
                    <a:pt x="6991344" y="28574"/>
                  </a:moveTo>
                  <a:lnTo>
                    <a:pt x="6962769" y="28574"/>
                  </a:lnTo>
                  <a:lnTo>
                    <a:pt x="6962769" y="0"/>
                  </a:lnTo>
                  <a:lnTo>
                    <a:pt x="6991344" y="0"/>
                  </a:lnTo>
                  <a:lnTo>
                    <a:pt x="6991344" y="28574"/>
                  </a:lnTo>
                  <a:close/>
                </a:path>
                <a:path w="10121900" h="3609975">
                  <a:moveTo>
                    <a:pt x="7048494" y="28574"/>
                  </a:moveTo>
                  <a:lnTo>
                    <a:pt x="7019919" y="28574"/>
                  </a:lnTo>
                  <a:lnTo>
                    <a:pt x="7019919" y="0"/>
                  </a:lnTo>
                  <a:lnTo>
                    <a:pt x="7048494" y="0"/>
                  </a:lnTo>
                  <a:lnTo>
                    <a:pt x="7048494" y="28574"/>
                  </a:lnTo>
                  <a:close/>
                </a:path>
                <a:path w="10121900" h="3609975">
                  <a:moveTo>
                    <a:pt x="7105644" y="28574"/>
                  </a:moveTo>
                  <a:lnTo>
                    <a:pt x="7077069" y="28574"/>
                  </a:lnTo>
                  <a:lnTo>
                    <a:pt x="7077069" y="0"/>
                  </a:lnTo>
                  <a:lnTo>
                    <a:pt x="7105644" y="0"/>
                  </a:lnTo>
                  <a:lnTo>
                    <a:pt x="7105644" y="28574"/>
                  </a:lnTo>
                  <a:close/>
                </a:path>
                <a:path w="10121900" h="3609975">
                  <a:moveTo>
                    <a:pt x="7162794" y="28574"/>
                  </a:moveTo>
                  <a:lnTo>
                    <a:pt x="7134219" y="28574"/>
                  </a:lnTo>
                  <a:lnTo>
                    <a:pt x="7134219" y="0"/>
                  </a:lnTo>
                  <a:lnTo>
                    <a:pt x="7162794" y="0"/>
                  </a:lnTo>
                  <a:lnTo>
                    <a:pt x="7162794" y="28574"/>
                  </a:lnTo>
                  <a:close/>
                </a:path>
                <a:path w="10121900" h="3609975">
                  <a:moveTo>
                    <a:pt x="7219944" y="28574"/>
                  </a:moveTo>
                  <a:lnTo>
                    <a:pt x="7191369" y="28574"/>
                  </a:lnTo>
                  <a:lnTo>
                    <a:pt x="7191369" y="0"/>
                  </a:lnTo>
                  <a:lnTo>
                    <a:pt x="7219944" y="0"/>
                  </a:lnTo>
                  <a:lnTo>
                    <a:pt x="7219944" y="28574"/>
                  </a:lnTo>
                  <a:close/>
                </a:path>
                <a:path w="10121900" h="3609975">
                  <a:moveTo>
                    <a:pt x="7277094" y="28574"/>
                  </a:moveTo>
                  <a:lnTo>
                    <a:pt x="7248519" y="28574"/>
                  </a:lnTo>
                  <a:lnTo>
                    <a:pt x="7248519" y="0"/>
                  </a:lnTo>
                  <a:lnTo>
                    <a:pt x="7277094" y="0"/>
                  </a:lnTo>
                  <a:lnTo>
                    <a:pt x="7277094" y="28574"/>
                  </a:lnTo>
                  <a:close/>
                </a:path>
                <a:path w="10121900" h="3609975">
                  <a:moveTo>
                    <a:pt x="7334244" y="28574"/>
                  </a:moveTo>
                  <a:lnTo>
                    <a:pt x="7305669" y="28574"/>
                  </a:lnTo>
                  <a:lnTo>
                    <a:pt x="7305669" y="0"/>
                  </a:lnTo>
                  <a:lnTo>
                    <a:pt x="7334244" y="0"/>
                  </a:lnTo>
                  <a:lnTo>
                    <a:pt x="7334244" y="28574"/>
                  </a:lnTo>
                  <a:close/>
                </a:path>
                <a:path w="10121900" h="3609975">
                  <a:moveTo>
                    <a:pt x="7391394" y="28574"/>
                  </a:moveTo>
                  <a:lnTo>
                    <a:pt x="7362819" y="28574"/>
                  </a:lnTo>
                  <a:lnTo>
                    <a:pt x="7362819" y="0"/>
                  </a:lnTo>
                  <a:lnTo>
                    <a:pt x="7391394" y="0"/>
                  </a:lnTo>
                  <a:lnTo>
                    <a:pt x="7391394" y="28574"/>
                  </a:lnTo>
                  <a:close/>
                </a:path>
                <a:path w="10121900" h="3609975">
                  <a:moveTo>
                    <a:pt x="7448544" y="28574"/>
                  </a:moveTo>
                  <a:lnTo>
                    <a:pt x="7419969" y="28574"/>
                  </a:lnTo>
                  <a:lnTo>
                    <a:pt x="7419969" y="0"/>
                  </a:lnTo>
                  <a:lnTo>
                    <a:pt x="7448544" y="0"/>
                  </a:lnTo>
                  <a:lnTo>
                    <a:pt x="7448544" y="28574"/>
                  </a:lnTo>
                  <a:close/>
                </a:path>
                <a:path w="10121900" h="3609975">
                  <a:moveTo>
                    <a:pt x="7505694" y="28574"/>
                  </a:moveTo>
                  <a:lnTo>
                    <a:pt x="7477119" y="28574"/>
                  </a:lnTo>
                  <a:lnTo>
                    <a:pt x="7477119" y="0"/>
                  </a:lnTo>
                  <a:lnTo>
                    <a:pt x="7505694" y="0"/>
                  </a:lnTo>
                  <a:lnTo>
                    <a:pt x="7505694" y="28574"/>
                  </a:lnTo>
                  <a:close/>
                </a:path>
                <a:path w="10121900" h="3609975">
                  <a:moveTo>
                    <a:pt x="7562844" y="28574"/>
                  </a:moveTo>
                  <a:lnTo>
                    <a:pt x="7534269" y="28574"/>
                  </a:lnTo>
                  <a:lnTo>
                    <a:pt x="7534269" y="0"/>
                  </a:lnTo>
                  <a:lnTo>
                    <a:pt x="7562844" y="0"/>
                  </a:lnTo>
                  <a:lnTo>
                    <a:pt x="7562844" y="28574"/>
                  </a:lnTo>
                  <a:close/>
                </a:path>
                <a:path w="10121900" h="3609975">
                  <a:moveTo>
                    <a:pt x="7619994" y="28574"/>
                  </a:moveTo>
                  <a:lnTo>
                    <a:pt x="7591419" y="28574"/>
                  </a:lnTo>
                  <a:lnTo>
                    <a:pt x="7591419" y="0"/>
                  </a:lnTo>
                  <a:lnTo>
                    <a:pt x="7619994" y="0"/>
                  </a:lnTo>
                  <a:lnTo>
                    <a:pt x="7619994" y="28574"/>
                  </a:lnTo>
                  <a:close/>
                </a:path>
                <a:path w="10121900" h="3609975">
                  <a:moveTo>
                    <a:pt x="7677144" y="28574"/>
                  </a:moveTo>
                  <a:lnTo>
                    <a:pt x="7648569" y="28574"/>
                  </a:lnTo>
                  <a:lnTo>
                    <a:pt x="7648569" y="0"/>
                  </a:lnTo>
                  <a:lnTo>
                    <a:pt x="7677144" y="0"/>
                  </a:lnTo>
                  <a:lnTo>
                    <a:pt x="7677144" y="28574"/>
                  </a:lnTo>
                  <a:close/>
                </a:path>
                <a:path w="10121900" h="3609975">
                  <a:moveTo>
                    <a:pt x="7734294" y="28574"/>
                  </a:moveTo>
                  <a:lnTo>
                    <a:pt x="7705719" y="28574"/>
                  </a:lnTo>
                  <a:lnTo>
                    <a:pt x="7705719" y="0"/>
                  </a:lnTo>
                  <a:lnTo>
                    <a:pt x="7734294" y="0"/>
                  </a:lnTo>
                  <a:lnTo>
                    <a:pt x="7734294" y="28574"/>
                  </a:lnTo>
                  <a:close/>
                </a:path>
                <a:path w="10121900" h="3609975">
                  <a:moveTo>
                    <a:pt x="7791444" y="28574"/>
                  </a:moveTo>
                  <a:lnTo>
                    <a:pt x="7762869" y="28574"/>
                  </a:lnTo>
                  <a:lnTo>
                    <a:pt x="7762869" y="0"/>
                  </a:lnTo>
                  <a:lnTo>
                    <a:pt x="7791444" y="0"/>
                  </a:lnTo>
                  <a:lnTo>
                    <a:pt x="7791444" y="28574"/>
                  </a:lnTo>
                  <a:close/>
                </a:path>
                <a:path w="10121900" h="3609975">
                  <a:moveTo>
                    <a:pt x="7848594" y="28574"/>
                  </a:moveTo>
                  <a:lnTo>
                    <a:pt x="7820019" y="28574"/>
                  </a:lnTo>
                  <a:lnTo>
                    <a:pt x="7820019" y="0"/>
                  </a:lnTo>
                  <a:lnTo>
                    <a:pt x="7848594" y="0"/>
                  </a:lnTo>
                  <a:lnTo>
                    <a:pt x="7848594" y="28574"/>
                  </a:lnTo>
                  <a:close/>
                </a:path>
                <a:path w="10121900" h="3609975">
                  <a:moveTo>
                    <a:pt x="7905744" y="28574"/>
                  </a:moveTo>
                  <a:lnTo>
                    <a:pt x="7877169" y="28574"/>
                  </a:lnTo>
                  <a:lnTo>
                    <a:pt x="7877169" y="0"/>
                  </a:lnTo>
                  <a:lnTo>
                    <a:pt x="7905744" y="0"/>
                  </a:lnTo>
                  <a:lnTo>
                    <a:pt x="7905744" y="28574"/>
                  </a:lnTo>
                  <a:close/>
                </a:path>
                <a:path w="10121900" h="3609975">
                  <a:moveTo>
                    <a:pt x="7962894" y="28574"/>
                  </a:moveTo>
                  <a:lnTo>
                    <a:pt x="7934319" y="28574"/>
                  </a:lnTo>
                  <a:lnTo>
                    <a:pt x="7934319" y="0"/>
                  </a:lnTo>
                  <a:lnTo>
                    <a:pt x="7962894" y="0"/>
                  </a:lnTo>
                  <a:lnTo>
                    <a:pt x="7962894" y="28574"/>
                  </a:lnTo>
                  <a:close/>
                </a:path>
                <a:path w="10121900" h="3609975">
                  <a:moveTo>
                    <a:pt x="8020044" y="28574"/>
                  </a:moveTo>
                  <a:lnTo>
                    <a:pt x="7991469" y="28574"/>
                  </a:lnTo>
                  <a:lnTo>
                    <a:pt x="7991469" y="0"/>
                  </a:lnTo>
                  <a:lnTo>
                    <a:pt x="8020044" y="0"/>
                  </a:lnTo>
                  <a:lnTo>
                    <a:pt x="8020044" y="28574"/>
                  </a:lnTo>
                  <a:close/>
                </a:path>
                <a:path w="10121900" h="3609975">
                  <a:moveTo>
                    <a:pt x="8077194" y="28574"/>
                  </a:moveTo>
                  <a:lnTo>
                    <a:pt x="8048619" y="28574"/>
                  </a:lnTo>
                  <a:lnTo>
                    <a:pt x="8048619" y="0"/>
                  </a:lnTo>
                  <a:lnTo>
                    <a:pt x="8077194" y="0"/>
                  </a:lnTo>
                  <a:lnTo>
                    <a:pt x="8077194" y="28574"/>
                  </a:lnTo>
                  <a:close/>
                </a:path>
                <a:path w="10121900" h="3609975">
                  <a:moveTo>
                    <a:pt x="8134344" y="28574"/>
                  </a:moveTo>
                  <a:lnTo>
                    <a:pt x="8105769" y="28574"/>
                  </a:lnTo>
                  <a:lnTo>
                    <a:pt x="8105769" y="0"/>
                  </a:lnTo>
                  <a:lnTo>
                    <a:pt x="8134344" y="0"/>
                  </a:lnTo>
                  <a:lnTo>
                    <a:pt x="8134344" y="28574"/>
                  </a:lnTo>
                  <a:close/>
                </a:path>
                <a:path w="10121900" h="3609975">
                  <a:moveTo>
                    <a:pt x="8191494" y="28574"/>
                  </a:moveTo>
                  <a:lnTo>
                    <a:pt x="8162919" y="28574"/>
                  </a:lnTo>
                  <a:lnTo>
                    <a:pt x="8162919" y="0"/>
                  </a:lnTo>
                  <a:lnTo>
                    <a:pt x="8191494" y="0"/>
                  </a:lnTo>
                  <a:lnTo>
                    <a:pt x="8191494" y="28574"/>
                  </a:lnTo>
                  <a:close/>
                </a:path>
                <a:path w="10121900" h="3609975">
                  <a:moveTo>
                    <a:pt x="8248644" y="28574"/>
                  </a:moveTo>
                  <a:lnTo>
                    <a:pt x="8220069" y="28574"/>
                  </a:lnTo>
                  <a:lnTo>
                    <a:pt x="8220069" y="0"/>
                  </a:lnTo>
                  <a:lnTo>
                    <a:pt x="8248644" y="0"/>
                  </a:lnTo>
                  <a:lnTo>
                    <a:pt x="8248644" y="28574"/>
                  </a:lnTo>
                  <a:close/>
                </a:path>
                <a:path w="10121900" h="3609975">
                  <a:moveTo>
                    <a:pt x="8305794" y="28574"/>
                  </a:moveTo>
                  <a:lnTo>
                    <a:pt x="8277219" y="28574"/>
                  </a:lnTo>
                  <a:lnTo>
                    <a:pt x="8277219" y="0"/>
                  </a:lnTo>
                  <a:lnTo>
                    <a:pt x="8305794" y="0"/>
                  </a:lnTo>
                  <a:lnTo>
                    <a:pt x="8305794" y="28574"/>
                  </a:lnTo>
                  <a:close/>
                </a:path>
                <a:path w="10121900" h="3609975">
                  <a:moveTo>
                    <a:pt x="8362944" y="28574"/>
                  </a:moveTo>
                  <a:lnTo>
                    <a:pt x="8334369" y="28574"/>
                  </a:lnTo>
                  <a:lnTo>
                    <a:pt x="8334369" y="0"/>
                  </a:lnTo>
                  <a:lnTo>
                    <a:pt x="8362944" y="0"/>
                  </a:lnTo>
                  <a:lnTo>
                    <a:pt x="8362944" y="28574"/>
                  </a:lnTo>
                  <a:close/>
                </a:path>
                <a:path w="10121900" h="3609975">
                  <a:moveTo>
                    <a:pt x="8420094" y="28574"/>
                  </a:moveTo>
                  <a:lnTo>
                    <a:pt x="8391519" y="28574"/>
                  </a:lnTo>
                  <a:lnTo>
                    <a:pt x="8391519" y="0"/>
                  </a:lnTo>
                  <a:lnTo>
                    <a:pt x="8420094" y="0"/>
                  </a:lnTo>
                  <a:lnTo>
                    <a:pt x="8420094" y="28574"/>
                  </a:lnTo>
                  <a:close/>
                </a:path>
                <a:path w="10121900" h="3609975">
                  <a:moveTo>
                    <a:pt x="8477244" y="28574"/>
                  </a:moveTo>
                  <a:lnTo>
                    <a:pt x="8448669" y="28574"/>
                  </a:lnTo>
                  <a:lnTo>
                    <a:pt x="8448669" y="0"/>
                  </a:lnTo>
                  <a:lnTo>
                    <a:pt x="8477244" y="0"/>
                  </a:lnTo>
                  <a:lnTo>
                    <a:pt x="8477244" y="28574"/>
                  </a:lnTo>
                  <a:close/>
                </a:path>
                <a:path w="10121900" h="3609975">
                  <a:moveTo>
                    <a:pt x="8534394" y="28574"/>
                  </a:moveTo>
                  <a:lnTo>
                    <a:pt x="8505819" y="28574"/>
                  </a:lnTo>
                  <a:lnTo>
                    <a:pt x="8505819" y="0"/>
                  </a:lnTo>
                  <a:lnTo>
                    <a:pt x="8534394" y="0"/>
                  </a:lnTo>
                  <a:lnTo>
                    <a:pt x="8534394" y="28574"/>
                  </a:lnTo>
                  <a:close/>
                </a:path>
                <a:path w="10121900" h="3609975">
                  <a:moveTo>
                    <a:pt x="8591544" y="28574"/>
                  </a:moveTo>
                  <a:lnTo>
                    <a:pt x="8562969" y="28574"/>
                  </a:lnTo>
                  <a:lnTo>
                    <a:pt x="8562969" y="0"/>
                  </a:lnTo>
                  <a:lnTo>
                    <a:pt x="8591544" y="0"/>
                  </a:lnTo>
                  <a:lnTo>
                    <a:pt x="8591544" y="28574"/>
                  </a:lnTo>
                  <a:close/>
                </a:path>
                <a:path w="10121900" h="3609975">
                  <a:moveTo>
                    <a:pt x="8648694" y="28574"/>
                  </a:moveTo>
                  <a:lnTo>
                    <a:pt x="8620119" y="28574"/>
                  </a:lnTo>
                  <a:lnTo>
                    <a:pt x="8620119" y="0"/>
                  </a:lnTo>
                  <a:lnTo>
                    <a:pt x="8648694" y="0"/>
                  </a:lnTo>
                  <a:lnTo>
                    <a:pt x="8648694" y="28574"/>
                  </a:lnTo>
                  <a:close/>
                </a:path>
                <a:path w="10121900" h="3609975">
                  <a:moveTo>
                    <a:pt x="8705844" y="28574"/>
                  </a:moveTo>
                  <a:lnTo>
                    <a:pt x="8677269" y="28574"/>
                  </a:lnTo>
                  <a:lnTo>
                    <a:pt x="8677269" y="0"/>
                  </a:lnTo>
                  <a:lnTo>
                    <a:pt x="8705844" y="0"/>
                  </a:lnTo>
                  <a:lnTo>
                    <a:pt x="8705844" y="28574"/>
                  </a:lnTo>
                  <a:close/>
                </a:path>
                <a:path w="10121900" h="3609975">
                  <a:moveTo>
                    <a:pt x="8762994" y="28574"/>
                  </a:moveTo>
                  <a:lnTo>
                    <a:pt x="8734419" y="28574"/>
                  </a:lnTo>
                  <a:lnTo>
                    <a:pt x="8734419" y="0"/>
                  </a:lnTo>
                  <a:lnTo>
                    <a:pt x="8762994" y="0"/>
                  </a:lnTo>
                  <a:lnTo>
                    <a:pt x="8762994" y="28574"/>
                  </a:lnTo>
                  <a:close/>
                </a:path>
                <a:path w="10121900" h="3609975">
                  <a:moveTo>
                    <a:pt x="8820144" y="28574"/>
                  </a:moveTo>
                  <a:lnTo>
                    <a:pt x="8791569" y="28574"/>
                  </a:lnTo>
                  <a:lnTo>
                    <a:pt x="8791569" y="0"/>
                  </a:lnTo>
                  <a:lnTo>
                    <a:pt x="8820144" y="0"/>
                  </a:lnTo>
                  <a:lnTo>
                    <a:pt x="8820144" y="28574"/>
                  </a:lnTo>
                  <a:close/>
                </a:path>
                <a:path w="10121900" h="3609975">
                  <a:moveTo>
                    <a:pt x="8877294" y="28574"/>
                  </a:moveTo>
                  <a:lnTo>
                    <a:pt x="8848719" y="28574"/>
                  </a:lnTo>
                  <a:lnTo>
                    <a:pt x="8848719" y="0"/>
                  </a:lnTo>
                  <a:lnTo>
                    <a:pt x="8877294" y="0"/>
                  </a:lnTo>
                  <a:lnTo>
                    <a:pt x="8877294" y="28574"/>
                  </a:lnTo>
                  <a:close/>
                </a:path>
                <a:path w="10121900" h="3609975">
                  <a:moveTo>
                    <a:pt x="8934444" y="28574"/>
                  </a:moveTo>
                  <a:lnTo>
                    <a:pt x="8905869" y="28574"/>
                  </a:lnTo>
                  <a:lnTo>
                    <a:pt x="8905869" y="0"/>
                  </a:lnTo>
                  <a:lnTo>
                    <a:pt x="8934444" y="0"/>
                  </a:lnTo>
                  <a:lnTo>
                    <a:pt x="8934444" y="28574"/>
                  </a:lnTo>
                  <a:close/>
                </a:path>
                <a:path w="10121900" h="3609975">
                  <a:moveTo>
                    <a:pt x="8991594" y="28574"/>
                  </a:moveTo>
                  <a:lnTo>
                    <a:pt x="8963019" y="28574"/>
                  </a:lnTo>
                  <a:lnTo>
                    <a:pt x="8963019" y="0"/>
                  </a:lnTo>
                  <a:lnTo>
                    <a:pt x="8991594" y="0"/>
                  </a:lnTo>
                  <a:lnTo>
                    <a:pt x="8991594" y="28574"/>
                  </a:lnTo>
                  <a:close/>
                </a:path>
                <a:path w="10121900" h="3609975">
                  <a:moveTo>
                    <a:pt x="9048744" y="28574"/>
                  </a:moveTo>
                  <a:lnTo>
                    <a:pt x="9020169" y="28574"/>
                  </a:lnTo>
                  <a:lnTo>
                    <a:pt x="9020169" y="0"/>
                  </a:lnTo>
                  <a:lnTo>
                    <a:pt x="9048744" y="0"/>
                  </a:lnTo>
                  <a:lnTo>
                    <a:pt x="9048744" y="28574"/>
                  </a:lnTo>
                  <a:close/>
                </a:path>
                <a:path w="10121900" h="3609975">
                  <a:moveTo>
                    <a:pt x="9105894" y="28574"/>
                  </a:moveTo>
                  <a:lnTo>
                    <a:pt x="9077319" y="28574"/>
                  </a:lnTo>
                  <a:lnTo>
                    <a:pt x="9077319" y="0"/>
                  </a:lnTo>
                  <a:lnTo>
                    <a:pt x="9105894" y="0"/>
                  </a:lnTo>
                  <a:lnTo>
                    <a:pt x="9105894" y="28574"/>
                  </a:lnTo>
                  <a:close/>
                </a:path>
                <a:path w="10121900" h="3609975">
                  <a:moveTo>
                    <a:pt x="9163044" y="28574"/>
                  </a:moveTo>
                  <a:lnTo>
                    <a:pt x="9134469" y="28574"/>
                  </a:lnTo>
                  <a:lnTo>
                    <a:pt x="9134469" y="0"/>
                  </a:lnTo>
                  <a:lnTo>
                    <a:pt x="9163044" y="0"/>
                  </a:lnTo>
                  <a:lnTo>
                    <a:pt x="9163044" y="28574"/>
                  </a:lnTo>
                  <a:close/>
                </a:path>
                <a:path w="10121900" h="3609975">
                  <a:moveTo>
                    <a:pt x="9220194" y="28574"/>
                  </a:moveTo>
                  <a:lnTo>
                    <a:pt x="9191619" y="28574"/>
                  </a:lnTo>
                  <a:lnTo>
                    <a:pt x="9191619" y="0"/>
                  </a:lnTo>
                  <a:lnTo>
                    <a:pt x="9220194" y="0"/>
                  </a:lnTo>
                  <a:lnTo>
                    <a:pt x="9220194" y="28574"/>
                  </a:lnTo>
                  <a:close/>
                </a:path>
                <a:path w="10121900" h="3609975">
                  <a:moveTo>
                    <a:pt x="9277344" y="28574"/>
                  </a:moveTo>
                  <a:lnTo>
                    <a:pt x="9248769" y="28574"/>
                  </a:lnTo>
                  <a:lnTo>
                    <a:pt x="9248769" y="0"/>
                  </a:lnTo>
                  <a:lnTo>
                    <a:pt x="9277344" y="0"/>
                  </a:lnTo>
                  <a:lnTo>
                    <a:pt x="9277344" y="28574"/>
                  </a:lnTo>
                  <a:close/>
                </a:path>
                <a:path w="10121900" h="3609975">
                  <a:moveTo>
                    <a:pt x="9334494" y="28574"/>
                  </a:moveTo>
                  <a:lnTo>
                    <a:pt x="9305919" y="28574"/>
                  </a:lnTo>
                  <a:lnTo>
                    <a:pt x="9305919" y="0"/>
                  </a:lnTo>
                  <a:lnTo>
                    <a:pt x="9334494" y="0"/>
                  </a:lnTo>
                  <a:lnTo>
                    <a:pt x="9334494" y="28574"/>
                  </a:lnTo>
                  <a:close/>
                </a:path>
                <a:path w="10121900" h="3609975">
                  <a:moveTo>
                    <a:pt x="9391644" y="28574"/>
                  </a:moveTo>
                  <a:lnTo>
                    <a:pt x="9363069" y="28574"/>
                  </a:lnTo>
                  <a:lnTo>
                    <a:pt x="9363069" y="0"/>
                  </a:lnTo>
                  <a:lnTo>
                    <a:pt x="9391644" y="0"/>
                  </a:lnTo>
                  <a:lnTo>
                    <a:pt x="9391644" y="28574"/>
                  </a:lnTo>
                  <a:close/>
                </a:path>
                <a:path w="10121900" h="3609975">
                  <a:moveTo>
                    <a:pt x="9448794" y="28574"/>
                  </a:moveTo>
                  <a:lnTo>
                    <a:pt x="9420219" y="28574"/>
                  </a:lnTo>
                  <a:lnTo>
                    <a:pt x="9420219" y="0"/>
                  </a:lnTo>
                  <a:lnTo>
                    <a:pt x="9448794" y="0"/>
                  </a:lnTo>
                  <a:lnTo>
                    <a:pt x="9448794" y="28574"/>
                  </a:lnTo>
                  <a:close/>
                </a:path>
                <a:path w="10121900" h="3609975">
                  <a:moveTo>
                    <a:pt x="9505944" y="28574"/>
                  </a:moveTo>
                  <a:lnTo>
                    <a:pt x="9477369" y="28574"/>
                  </a:lnTo>
                  <a:lnTo>
                    <a:pt x="9477369" y="0"/>
                  </a:lnTo>
                  <a:lnTo>
                    <a:pt x="9505944" y="0"/>
                  </a:lnTo>
                  <a:lnTo>
                    <a:pt x="9505944" y="28574"/>
                  </a:lnTo>
                  <a:close/>
                </a:path>
                <a:path w="10121900" h="3609975">
                  <a:moveTo>
                    <a:pt x="9563094" y="28574"/>
                  </a:moveTo>
                  <a:lnTo>
                    <a:pt x="9534519" y="28574"/>
                  </a:lnTo>
                  <a:lnTo>
                    <a:pt x="9534519" y="0"/>
                  </a:lnTo>
                  <a:lnTo>
                    <a:pt x="9563094" y="0"/>
                  </a:lnTo>
                  <a:lnTo>
                    <a:pt x="9563094" y="28574"/>
                  </a:lnTo>
                  <a:close/>
                </a:path>
                <a:path w="10121900" h="3609975">
                  <a:moveTo>
                    <a:pt x="9620244" y="28574"/>
                  </a:moveTo>
                  <a:lnTo>
                    <a:pt x="9591669" y="28574"/>
                  </a:lnTo>
                  <a:lnTo>
                    <a:pt x="9591669" y="0"/>
                  </a:lnTo>
                  <a:lnTo>
                    <a:pt x="9620244" y="0"/>
                  </a:lnTo>
                  <a:lnTo>
                    <a:pt x="9620244" y="28574"/>
                  </a:lnTo>
                  <a:close/>
                </a:path>
                <a:path w="10121900" h="3609975">
                  <a:moveTo>
                    <a:pt x="9677394" y="28574"/>
                  </a:moveTo>
                  <a:lnTo>
                    <a:pt x="9648819" y="28574"/>
                  </a:lnTo>
                  <a:lnTo>
                    <a:pt x="9648819" y="0"/>
                  </a:lnTo>
                  <a:lnTo>
                    <a:pt x="9677394" y="0"/>
                  </a:lnTo>
                  <a:lnTo>
                    <a:pt x="9677394" y="28574"/>
                  </a:lnTo>
                  <a:close/>
                </a:path>
                <a:path w="10121900" h="3609975">
                  <a:moveTo>
                    <a:pt x="9734544" y="28574"/>
                  </a:moveTo>
                  <a:lnTo>
                    <a:pt x="9705969" y="28574"/>
                  </a:lnTo>
                  <a:lnTo>
                    <a:pt x="9705969" y="0"/>
                  </a:lnTo>
                  <a:lnTo>
                    <a:pt x="9734544" y="0"/>
                  </a:lnTo>
                  <a:lnTo>
                    <a:pt x="9734544" y="28574"/>
                  </a:lnTo>
                  <a:close/>
                </a:path>
                <a:path w="10121900" h="3609975">
                  <a:moveTo>
                    <a:pt x="9791694" y="28574"/>
                  </a:moveTo>
                  <a:lnTo>
                    <a:pt x="9763119" y="28574"/>
                  </a:lnTo>
                  <a:lnTo>
                    <a:pt x="9763119" y="0"/>
                  </a:lnTo>
                  <a:lnTo>
                    <a:pt x="9791694" y="0"/>
                  </a:lnTo>
                  <a:lnTo>
                    <a:pt x="9791694" y="28574"/>
                  </a:lnTo>
                  <a:close/>
                </a:path>
                <a:path w="10121900" h="3609975">
                  <a:moveTo>
                    <a:pt x="9848844" y="28574"/>
                  </a:moveTo>
                  <a:lnTo>
                    <a:pt x="9820269" y="28574"/>
                  </a:lnTo>
                  <a:lnTo>
                    <a:pt x="9820269" y="0"/>
                  </a:lnTo>
                  <a:lnTo>
                    <a:pt x="9848844" y="0"/>
                  </a:lnTo>
                  <a:lnTo>
                    <a:pt x="9848844" y="28574"/>
                  </a:lnTo>
                  <a:close/>
                </a:path>
                <a:path w="10121900" h="3609975">
                  <a:moveTo>
                    <a:pt x="9905994" y="28574"/>
                  </a:moveTo>
                  <a:lnTo>
                    <a:pt x="9877419" y="28574"/>
                  </a:lnTo>
                  <a:lnTo>
                    <a:pt x="9877419" y="0"/>
                  </a:lnTo>
                  <a:lnTo>
                    <a:pt x="9905994" y="0"/>
                  </a:lnTo>
                  <a:lnTo>
                    <a:pt x="9905994" y="28574"/>
                  </a:lnTo>
                  <a:close/>
                </a:path>
                <a:path w="10121900" h="3609975">
                  <a:moveTo>
                    <a:pt x="9962623" y="28574"/>
                  </a:moveTo>
                  <a:lnTo>
                    <a:pt x="9934569" y="28574"/>
                  </a:lnTo>
                  <a:lnTo>
                    <a:pt x="9934569" y="0"/>
                  </a:lnTo>
                  <a:lnTo>
                    <a:pt x="9959899" y="0"/>
                  </a:lnTo>
                  <a:lnTo>
                    <a:pt x="9963199" y="326"/>
                  </a:lnTo>
                  <a:lnTo>
                    <a:pt x="9962623" y="28574"/>
                  </a:lnTo>
                  <a:close/>
                </a:path>
                <a:path w="10121900" h="3609975">
                  <a:moveTo>
                    <a:pt x="10008803" y="37866"/>
                  </a:moveTo>
                  <a:lnTo>
                    <a:pt x="10001472" y="34976"/>
                  </a:lnTo>
                  <a:lnTo>
                    <a:pt x="9993945" y="32753"/>
                  </a:lnTo>
                  <a:lnTo>
                    <a:pt x="9986222" y="31198"/>
                  </a:lnTo>
                  <a:lnTo>
                    <a:pt x="9991859" y="3207"/>
                  </a:lnTo>
                  <a:lnTo>
                    <a:pt x="10019192" y="11513"/>
                  </a:lnTo>
                  <a:lnTo>
                    <a:pt x="10008803" y="37866"/>
                  </a:lnTo>
                  <a:close/>
                </a:path>
                <a:path w="10121900" h="3609975">
                  <a:moveTo>
                    <a:pt x="10048829" y="62559"/>
                  </a:moveTo>
                  <a:lnTo>
                    <a:pt x="10042922" y="57272"/>
                  </a:lnTo>
                  <a:lnTo>
                    <a:pt x="10036594" y="52550"/>
                  </a:lnTo>
                  <a:lnTo>
                    <a:pt x="10029845" y="48392"/>
                  </a:lnTo>
                  <a:lnTo>
                    <a:pt x="10044590" y="24458"/>
                  </a:lnTo>
                  <a:lnTo>
                    <a:pt x="10049732" y="27204"/>
                  </a:lnTo>
                  <a:lnTo>
                    <a:pt x="10067463" y="41742"/>
                  </a:lnTo>
                  <a:lnTo>
                    <a:pt x="10048829" y="62559"/>
                  </a:lnTo>
                  <a:close/>
                </a:path>
                <a:path w="10121900" h="3609975">
                  <a:moveTo>
                    <a:pt x="10077904" y="99824"/>
                  </a:moveTo>
                  <a:lnTo>
                    <a:pt x="10074223" y="92831"/>
                  </a:lnTo>
                  <a:lnTo>
                    <a:pt x="10069959" y="86220"/>
                  </a:lnTo>
                  <a:lnTo>
                    <a:pt x="10065108" y="79992"/>
                  </a:lnTo>
                  <a:lnTo>
                    <a:pt x="10087071" y="62886"/>
                  </a:lnTo>
                  <a:lnTo>
                    <a:pt x="10094614" y="72086"/>
                  </a:lnTo>
                  <a:lnTo>
                    <a:pt x="10102511" y="86877"/>
                  </a:lnTo>
                  <a:lnTo>
                    <a:pt x="10077904" y="99824"/>
                  </a:lnTo>
                  <a:close/>
                </a:path>
                <a:path w="10121900" h="3609975">
                  <a:moveTo>
                    <a:pt x="10092107" y="144551"/>
                  </a:moveTo>
                  <a:lnTo>
                    <a:pt x="10091078" y="136719"/>
                  </a:lnTo>
                  <a:lnTo>
                    <a:pt x="10089368" y="129042"/>
                  </a:lnTo>
                  <a:lnTo>
                    <a:pt x="10086976" y="121519"/>
                  </a:lnTo>
                  <a:lnTo>
                    <a:pt x="10113484" y="113090"/>
                  </a:lnTo>
                  <a:lnTo>
                    <a:pt x="10118678" y="130182"/>
                  </a:lnTo>
                  <a:lnTo>
                    <a:pt x="10119740" y="140921"/>
                  </a:lnTo>
                  <a:lnTo>
                    <a:pt x="10092107" y="144551"/>
                  </a:lnTo>
                  <a:close/>
                </a:path>
                <a:path w="10121900" h="3609975">
                  <a:moveTo>
                    <a:pt x="10121818" y="198203"/>
                  </a:moveTo>
                  <a:lnTo>
                    <a:pt x="10093242" y="198203"/>
                  </a:lnTo>
                  <a:lnTo>
                    <a:pt x="10093242" y="169628"/>
                  </a:lnTo>
                  <a:lnTo>
                    <a:pt x="10121818" y="169628"/>
                  </a:lnTo>
                  <a:lnTo>
                    <a:pt x="10121818" y="198203"/>
                  </a:lnTo>
                  <a:close/>
                </a:path>
                <a:path w="10121900" h="3609975">
                  <a:moveTo>
                    <a:pt x="10121818" y="255353"/>
                  </a:moveTo>
                  <a:lnTo>
                    <a:pt x="10093242" y="255353"/>
                  </a:lnTo>
                  <a:lnTo>
                    <a:pt x="10093242" y="226778"/>
                  </a:lnTo>
                  <a:lnTo>
                    <a:pt x="10121818" y="226778"/>
                  </a:lnTo>
                  <a:lnTo>
                    <a:pt x="10121818" y="255353"/>
                  </a:lnTo>
                  <a:close/>
                </a:path>
                <a:path w="10121900" h="3609975">
                  <a:moveTo>
                    <a:pt x="10121818" y="312503"/>
                  </a:moveTo>
                  <a:lnTo>
                    <a:pt x="10093242" y="312503"/>
                  </a:lnTo>
                  <a:lnTo>
                    <a:pt x="10093242" y="283928"/>
                  </a:lnTo>
                  <a:lnTo>
                    <a:pt x="10121818" y="283928"/>
                  </a:lnTo>
                  <a:lnTo>
                    <a:pt x="10121818" y="312503"/>
                  </a:lnTo>
                  <a:close/>
                </a:path>
                <a:path w="10121900" h="3609975">
                  <a:moveTo>
                    <a:pt x="10121818" y="369653"/>
                  </a:moveTo>
                  <a:lnTo>
                    <a:pt x="10093242" y="369653"/>
                  </a:lnTo>
                  <a:lnTo>
                    <a:pt x="10093242" y="341078"/>
                  </a:lnTo>
                  <a:lnTo>
                    <a:pt x="10121818" y="341078"/>
                  </a:lnTo>
                  <a:lnTo>
                    <a:pt x="10121818" y="369653"/>
                  </a:lnTo>
                  <a:close/>
                </a:path>
                <a:path w="10121900" h="3609975">
                  <a:moveTo>
                    <a:pt x="10121818" y="426803"/>
                  </a:moveTo>
                  <a:lnTo>
                    <a:pt x="10093242" y="426803"/>
                  </a:lnTo>
                  <a:lnTo>
                    <a:pt x="10093242" y="398228"/>
                  </a:lnTo>
                  <a:lnTo>
                    <a:pt x="10121818" y="398228"/>
                  </a:lnTo>
                  <a:lnTo>
                    <a:pt x="10121818" y="426803"/>
                  </a:lnTo>
                  <a:close/>
                </a:path>
                <a:path w="10121900" h="3609975">
                  <a:moveTo>
                    <a:pt x="10121818" y="483953"/>
                  </a:moveTo>
                  <a:lnTo>
                    <a:pt x="10093242" y="483953"/>
                  </a:lnTo>
                  <a:lnTo>
                    <a:pt x="10093242" y="455378"/>
                  </a:lnTo>
                  <a:lnTo>
                    <a:pt x="10121818" y="455378"/>
                  </a:lnTo>
                  <a:lnTo>
                    <a:pt x="10121818" y="483953"/>
                  </a:lnTo>
                  <a:close/>
                </a:path>
                <a:path w="10121900" h="3609975">
                  <a:moveTo>
                    <a:pt x="10121818" y="541103"/>
                  </a:moveTo>
                  <a:lnTo>
                    <a:pt x="10093242" y="541103"/>
                  </a:lnTo>
                  <a:lnTo>
                    <a:pt x="10093242" y="512528"/>
                  </a:lnTo>
                  <a:lnTo>
                    <a:pt x="10121818" y="512528"/>
                  </a:lnTo>
                  <a:lnTo>
                    <a:pt x="10121818" y="541103"/>
                  </a:lnTo>
                  <a:close/>
                </a:path>
                <a:path w="10121900" h="3609975">
                  <a:moveTo>
                    <a:pt x="10121818" y="598253"/>
                  </a:moveTo>
                  <a:lnTo>
                    <a:pt x="10093242" y="598253"/>
                  </a:lnTo>
                  <a:lnTo>
                    <a:pt x="10093242" y="569678"/>
                  </a:lnTo>
                  <a:lnTo>
                    <a:pt x="10121818" y="569678"/>
                  </a:lnTo>
                  <a:lnTo>
                    <a:pt x="10121818" y="598253"/>
                  </a:lnTo>
                  <a:close/>
                </a:path>
                <a:path w="10121900" h="3609975">
                  <a:moveTo>
                    <a:pt x="10121818" y="655403"/>
                  </a:moveTo>
                  <a:lnTo>
                    <a:pt x="10093242" y="655403"/>
                  </a:lnTo>
                  <a:lnTo>
                    <a:pt x="10093242" y="626828"/>
                  </a:lnTo>
                  <a:lnTo>
                    <a:pt x="10121818" y="626828"/>
                  </a:lnTo>
                  <a:lnTo>
                    <a:pt x="10121818" y="655403"/>
                  </a:lnTo>
                  <a:close/>
                </a:path>
                <a:path w="10121900" h="3609975">
                  <a:moveTo>
                    <a:pt x="10121818" y="712553"/>
                  </a:moveTo>
                  <a:lnTo>
                    <a:pt x="10093242" y="712553"/>
                  </a:lnTo>
                  <a:lnTo>
                    <a:pt x="10093242" y="683978"/>
                  </a:lnTo>
                  <a:lnTo>
                    <a:pt x="10121818" y="683978"/>
                  </a:lnTo>
                  <a:lnTo>
                    <a:pt x="10121818" y="712553"/>
                  </a:lnTo>
                  <a:close/>
                </a:path>
                <a:path w="10121900" h="3609975">
                  <a:moveTo>
                    <a:pt x="10121818" y="769703"/>
                  </a:moveTo>
                  <a:lnTo>
                    <a:pt x="10093242" y="769703"/>
                  </a:lnTo>
                  <a:lnTo>
                    <a:pt x="10093242" y="741128"/>
                  </a:lnTo>
                  <a:lnTo>
                    <a:pt x="10121818" y="741128"/>
                  </a:lnTo>
                  <a:lnTo>
                    <a:pt x="10121818" y="769703"/>
                  </a:lnTo>
                  <a:close/>
                </a:path>
                <a:path w="10121900" h="3609975">
                  <a:moveTo>
                    <a:pt x="10121818" y="826853"/>
                  </a:moveTo>
                  <a:lnTo>
                    <a:pt x="10093242" y="826853"/>
                  </a:lnTo>
                  <a:lnTo>
                    <a:pt x="10093242" y="798278"/>
                  </a:lnTo>
                  <a:lnTo>
                    <a:pt x="10121818" y="798278"/>
                  </a:lnTo>
                  <a:lnTo>
                    <a:pt x="10121818" y="826853"/>
                  </a:lnTo>
                  <a:close/>
                </a:path>
                <a:path w="10121900" h="3609975">
                  <a:moveTo>
                    <a:pt x="10121818" y="884003"/>
                  </a:moveTo>
                  <a:lnTo>
                    <a:pt x="10093242" y="884003"/>
                  </a:lnTo>
                  <a:lnTo>
                    <a:pt x="10093242" y="855428"/>
                  </a:lnTo>
                  <a:lnTo>
                    <a:pt x="10121818" y="855428"/>
                  </a:lnTo>
                  <a:lnTo>
                    <a:pt x="10121818" y="884003"/>
                  </a:lnTo>
                  <a:close/>
                </a:path>
                <a:path w="10121900" h="3609975">
                  <a:moveTo>
                    <a:pt x="10121818" y="941153"/>
                  </a:moveTo>
                  <a:lnTo>
                    <a:pt x="10093242" y="941153"/>
                  </a:lnTo>
                  <a:lnTo>
                    <a:pt x="10093242" y="912578"/>
                  </a:lnTo>
                  <a:lnTo>
                    <a:pt x="10121818" y="912578"/>
                  </a:lnTo>
                  <a:lnTo>
                    <a:pt x="10121818" y="941153"/>
                  </a:lnTo>
                  <a:close/>
                </a:path>
                <a:path w="10121900" h="3609975">
                  <a:moveTo>
                    <a:pt x="10121818" y="998303"/>
                  </a:moveTo>
                  <a:lnTo>
                    <a:pt x="10093242" y="998303"/>
                  </a:lnTo>
                  <a:lnTo>
                    <a:pt x="10093242" y="969728"/>
                  </a:lnTo>
                  <a:lnTo>
                    <a:pt x="10121818" y="969728"/>
                  </a:lnTo>
                  <a:lnTo>
                    <a:pt x="10121818" y="998303"/>
                  </a:lnTo>
                  <a:close/>
                </a:path>
                <a:path w="10121900" h="3609975">
                  <a:moveTo>
                    <a:pt x="10121818" y="1055453"/>
                  </a:moveTo>
                  <a:lnTo>
                    <a:pt x="10093242" y="1055453"/>
                  </a:lnTo>
                  <a:lnTo>
                    <a:pt x="10093242" y="1026878"/>
                  </a:lnTo>
                  <a:lnTo>
                    <a:pt x="10121818" y="1026878"/>
                  </a:lnTo>
                  <a:lnTo>
                    <a:pt x="10121818" y="1055453"/>
                  </a:lnTo>
                  <a:close/>
                </a:path>
                <a:path w="10121900" h="3609975">
                  <a:moveTo>
                    <a:pt x="10121818" y="1112603"/>
                  </a:moveTo>
                  <a:lnTo>
                    <a:pt x="10093242" y="1112603"/>
                  </a:lnTo>
                  <a:lnTo>
                    <a:pt x="10093242" y="1084028"/>
                  </a:lnTo>
                  <a:lnTo>
                    <a:pt x="10121818" y="1084028"/>
                  </a:lnTo>
                  <a:lnTo>
                    <a:pt x="10121818" y="1112603"/>
                  </a:lnTo>
                  <a:close/>
                </a:path>
                <a:path w="10121900" h="3609975">
                  <a:moveTo>
                    <a:pt x="10121818" y="1169753"/>
                  </a:moveTo>
                  <a:lnTo>
                    <a:pt x="10093242" y="1169753"/>
                  </a:lnTo>
                  <a:lnTo>
                    <a:pt x="10093242" y="1141178"/>
                  </a:lnTo>
                  <a:lnTo>
                    <a:pt x="10121818" y="1141178"/>
                  </a:lnTo>
                  <a:lnTo>
                    <a:pt x="10121818" y="1169753"/>
                  </a:lnTo>
                  <a:close/>
                </a:path>
                <a:path w="10121900" h="3609975">
                  <a:moveTo>
                    <a:pt x="10121818" y="1226903"/>
                  </a:moveTo>
                  <a:lnTo>
                    <a:pt x="10093242" y="1226903"/>
                  </a:lnTo>
                  <a:lnTo>
                    <a:pt x="10093242" y="1198328"/>
                  </a:lnTo>
                  <a:lnTo>
                    <a:pt x="10121818" y="1198328"/>
                  </a:lnTo>
                  <a:lnTo>
                    <a:pt x="10121818" y="1226903"/>
                  </a:lnTo>
                  <a:close/>
                </a:path>
                <a:path w="10121900" h="3609975">
                  <a:moveTo>
                    <a:pt x="10121818" y="1284053"/>
                  </a:moveTo>
                  <a:lnTo>
                    <a:pt x="10093242" y="1284053"/>
                  </a:lnTo>
                  <a:lnTo>
                    <a:pt x="10093242" y="1255478"/>
                  </a:lnTo>
                  <a:lnTo>
                    <a:pt x="10121818" y="1255478"/>
                  </a:lnTo>
                  <a:lnTo>
                    <a:pt x="10121818" y="1284053"/>
                  </a:lnTo>
                  <a:close/>
                </a:path>
                <a:path w="10121900" h="3609975">
                  <a:moveTo>
                    <a:pt x="10121818" y="1341203"/>
                  </a:moveTo>
                  <a:lnTo>
                    <a:pt x="10093242" y="1341203"/>
                  </a:lnTo>
                  <a:lnTo>
                    <a:pt x="10093242" y="1312628"/>
                  </a:lnTo>
                  <a:lnTo>
                    <a:pt x="10121818" y="1312628"/>
                  </a:lnTo>
                  <a:lnTo>
                    <a:pt x="10121818" y="1341203"/>
                  </a:lnTo>
                  <a:close/>
                </a:path>
                <a:path w="10121900" h="3609975">
                  <a:moveTo>
                    <a:pt x="10121818" y="1398353"/>
                  </a:moveTo>
                  <a:lnTo>
                    <a:pt x="10093242" y="1398353"/>
                  </a:lnTo>
                  <a:lnTo>
                    <a:pt x="10093242" y="1369778"/>
                  </a:lnTo>
                  <a:lnTo>
                    <a:pt x="10121818" y="1369778"/>
                  </a:lnTo>
                  <a:lnTo>
                    <a:pt x="10121818" y="1398353"/>
                  </a:lnTo>
                  <a:close/>
                </a:path>
                <a:path w="10121900" h="3609975">
                  <a:moveTo>
                    <a:pt x="10121818" y="1455503"/>
                  </a:moveTo>
                  <a:lnTo>
                    <a:pt x="10093242" y="1455503"/>
                  </a:lnTo>
                  <a:lnTo>
                    <a:pt x="10093242" y="1426928"/>
                  </a:lnTo>
                  <a:lnTo>
                    <a:pt x="10121818" y="1426928"/>
                  </a:lnTo>
                  <a:lnTo>
                    <a:pt x="10121818" y="1455503"/>
                  </a:lnTo>
                  <a:close/>
                </a:path>
                <a:path w="10121900" h="3609975">
                  <a:moveTo>
                    <a:pt x="10121818" y="1512653"/>
                  </a:moveTo>
                  <a:lnTo>
                    <a:pt x="10093242" y="1512653"/>
                  </a:lnTo>
                  <a:lnTo>
                    <a:pt x="10093242" y="1484078"/>
                  </a:lnTo>
                  <a:lnTo>
                    <a:pt x="10121818" y="1484078"/>
                  </a:lnTo>
                  <a:lnTo>
                    <a:pt x="10121818" y="1512653"/>
                  </a:lnTo>
                  <a:close/>
                </a:path>
                <a:path w="10121900" h="3609975">
                  <a:moveTo>
                    <a:pt x="10121818" y="1569803"/>
                  </a:moveTo>
                  <a:lnTo>
                    <a:pt x="10093242" y="1569803"/>
                  </a:lnTo>
                  <a:lnTo>
                    <a:pt x="10093242" y="1541228"/>
                  </a:lnTo>
                  <a:lnTo>
                    <a:pt x="10121818" y="1541228"/>
                  </a:lnTo>
                  <a:lnTo>
                    <a:pt x="10121818" y="1569803"/>
                  </a:lnTo>
                  <a:close/>
                </a:path>
                <a:path w="10121900" h="3609975">
                  <a:moveTo>
                    <a:pt x="10121818" y="1626953"/>
                  </a:moveTo>
                  <a:lnTo>
                    <a:pt x="10093242" y="1626953"/>
                  </a:lnTo>
                  <a:lnTo>
                    <a:pt x="10093242" y="1598378"/>
                  </a:lnTo>
                  <a:lnTo>
                    <a:pt x="10121818" y="1598378"/>
                  </a:lnTo>
                  <a:lnTo>
                    <a:pt x="10121818" y="1626953"/>
                  </a:lnTo>
                  <a:close/>
                </a:path>
                <a:path w="10121900" h="3609975">
                  <a:moveTo>
                    <a:pt x="10121818" y="1684103"/>
                  </a:moveTo>
                  <a:lnTo>
                    <a:pt x="10093242" y="1684103"/>
                  </a:lnTo>
                  <a:lnTo>
                    <a:pt x="10093242" y="1655528"/>
                  </a:lnTo>
                  <a:lnTo>
                    <a:pt x="10121818" y="1655528"/>
                  </a:lnTo>
                  <a:lnTo>
                    <a:pt x="10121818" y="1684103"/>
                  </a:lnTo>
                  <a:close/>
                </a:path>
                <a:path w="10121900" h="3609975">
                  <a:moveTo>
                    <a:pt x="10121818" y="1741253"/>
                  </a:moveTo>
                  <a:lnTo>
                    <a:pt x="10093242" y="1741253"/>
                  </a:lnTo>
                  <a:lnTo>
                    <a:pt x="10093242" y="1712678"/>
                  </a:lnTo>
                  <a:lnTo>
                    <a:pt x="10121818" y="1712678"/>
                  </a:lnTo>
                  <a:lnTo>
                    <a:pt x="10121818" y="1741253"/>
                  </a:lnTo>
                  <a:close/>
                </a:path>
                <a:path w="10121900" h="3609975">
                  <a:moveTo>
                    <a:pt x="10121818" y="1798403"/>
                  </a:moveTo>
                  <a:lnTo>
                    <a:pt x="10093242" y="1798403"/>
                  </a:lnTo>
                  <a:lnTo>
                    <a:pt x="10093242" y="1769828"/>
                  </a:lnTo>
                  <a:lnTo>
                    <a:pt x="10121818" y="1769828"/>
                  </a:lnTo>
                  <a:lnTo>
                    <a:pt x="10121818" y="1798403"/>
                  </a:lnTo>
                  <a:close/>
                </a:path>
                <a:path w="10121900" h="3609975">
                  <a:moveTo>
                    <a:pt x="10121818" y="1855553"/>
                  </a:moveTo>
                  <a:lnTo>
                    <a:pt x="10093242" y="1855553"/>
                  </a:lnTo>
                  <a:lnTo>
                    <a:pt x="10093242" y="1826978"/>
                  </a:lnTo>
                  <a:lnTo>
                    <a:pt x="10121818" y="1826978"/>
                  </a:lnTo>
                  <a:lnTo>
                    <a:pt x="10121818" y="1855553"/>
                  </a:lnTo>
                  <a:close/>
                </a:path>
                <a:path w="10121900" h="3609975">
                  <a:moveTo>
                    <a:pt x="10121818" y="1912703"/>
                  </a:moveTo>
                  <a:lnTo>
                    <a:pt x="10093242" y="1912703"/>
                  </a:lnTo>
                  <a:lnTo>
                    <a:pt x="10093242" y="1884128"/>
                  </a:lnTo>
                  <a:lnTo>
                    <a:pt x="10121818" y="1884128"/>
                  </a:lnTo>
                  <a:lnTo>
                    <a:pt x="10121818" y="1912703"/>
                  </a:lnTo>
                  <a:close/>
                </a:path>
                <a:path w="10121900" h="3609975">
                  <a:moveTo>
                    <a:pt x="10121818" y="1969853"/>
                  </a:moveTo>
                  <a:lnTo>
                    <a:pt x="10093242" y="1969853"/>
                  </a:lnTo>
                  <a:lnTo>
                    <a:pt x="10093242" y="1941278"/>
                  </a:lnTo>
                  <a:lnTo>
                    <a:pt x="10121818" y="1941278"/>
                  </a:lnTo>
                  <a:lnTo>
                    <a:pt x="10121818" y="1969853"/>
                  </a:lnTo>
                  <a:close/>
                </a:path>
                <a:path w="10121900" h="3609975">
                  <a:moveTo>
                    <a:pt x="10121818" y="2027003"/>
                  </a:moveTo>
                  <a:lnTo>
                    <a:pt x="10093242" y="2027003"/>
                  </a:lnTo>
                  <a:lnTo>
                    <a:pt x="10093242" y="1998428"/>
                  </a:lnTo>
                  <a:lnTo>
                    <a:pt x="10121818" y="1998428"/>
                  </a:lnTo>
                  <a:lnTo>
                    <a:pt x="10121818" y="2027003"/>
                  </a:lnTo>
                  <a:close/>
                </a:path>
                <a:path w="10121900" h="3609975">
                  <a:moveTo>
                    <a:pt x="10121818" y="2084153"/>
                  </a:moveTo>
                  <a:lnTo>
                    <a:pt x="10093242" y="2084153"/>
                  </a:lnTo>
                  <a:lnTo>
                    <a:pt x="10093242" y="2055578"/>
                  </a:lnTo>
                  <a:lnTo>
                    <a:pt x="10121818" y="2055578"/>
                  </a:lnTo>
                  <a:lnTo>
                    <a:pt x="10121818" y="2084153"/>
                  </a:lnTo>
                  <a:close/>
                </a:path>
                <a:path w="10121900" h="3609975">
                  <a:moveTo>
                    <a:pt x="10121818" y="2141303"/>
                  </a:moveTo>
                  <a:lnTo>
                    <a:pt x="10093242" y="2141303"/>
                  </a:lnTo>
                  <a:lnTo>
                    <a:pt x="10093242" y="2112728"/>
                  </a:lnTo>
                  <a:lnTo>
                    <a:pt x="10121818" y="2112728"/>
                  </a:lnTo>
                  <a:lnTo>
                    <a:pt x="10121818" y="2141303"/>
                  </a:lnTo>
                  <a:close/>
                </a:path>
                <a:path w="10121900" h="3609975">
                  <a:moveTo>
                    <a:pt x="10121818" y="2198453"/>
                  </a:moveTo>
                  <a:lnTo>
                    <a:pt x="10093242" y="2198453"/>
                  </a:lnTo>
                  <a:lnTo>
                    <a:pt x="10093242" y="2169878"/>
                  </a:lnTo>
                  <a:lnTo>
                    <a:pt x="10121818" y="2169878"/>
                  </a:lnTo>
                  <a:lnTo>
                    <a:pt x="10121818" y="2198453"/>
                  </a:lnTo>
                  <a:close/>
                </a:path>
                <a:path w="10121900" h="3609975">
                  <a:moveTo>
                    <a:pt x="10121818" y="2255603"/>
                  </a:moveTo>
                  <a:lnTo>
                    <a:pt x="10093242" y="2255603"/>
                  </a:lnTo>
                  <a:lnTo>
                    <a:pt x="10093242" y="2227028"/>
                  </a:lnTo>
                  <a:lnTo>
                    <a:pt x="10121818" y="2227028"/>
                  </a:lnTo>
                  <a:lnTo>
                    <a:pt x="10121818" y="2255603"/>
                  </a:lnTo>
                  <a:close/>
                </a:path>
                <a:path w="10121900" h="3609975">
                  <a:moveTo>
                    <a:pt x="10121818" y="2312753"/>
                  </a:moveTo>
                  <a:lnTo>
                    <a:pt x="10093242" y="2312753"/>
                  </a:lnTo>
                  <a:lnTo>
                    <a:pt x="10093242" y="2284178"/>
                  </a:lnTo>
                  <a:lnTo>
                    <a:pt x="10121818" y="2284178"/>
                  </a:lnTo>
                  <a:lnTo>
                    <a:pt x="10121818" y="2312753"/>
                  </a:lnTo>
                  <a:close/>
                </a:path>
                <a:path w="10121900" h="3609975">
                  <a:moveTo>
                    <a:pt x="10121818" y="2369903"/>
                  </a:moveTo>
                  <a:lnTo>
                    <a:pt x="10093242" y="2369903"/>
                  </a:lnTo>
                  <a:lnTo>
                    <a:pt x="10093242" y="2341328"/>
                  </a:lnTo>
                  <a:lnTo>
                    <a:pt x="10121818" y="2341328"/>
                  </a:lnTo>
                  <a:lnTo>
                    <a:pt x="10121818" y="2369903"/>
                  </a:lnTo>
                  <a:close/>
                </a:path>
                <a:path w="10121900" h="3609975">
                  <a:moveTo>
                    <a:pt x="10121818" y="2427053"/>
                  </a:moveTo>
                  <a:lnTo>
                    <a:pt x="10093242" y="2427053"/>
                  </a:lnTo>
                  <a:lnTo>
                    <a:pt x="10093242" y="2398478"/>
                  </a:lnTo>
                  <a:lnTo>
                    <a:pt x="10121818" y="2398478"/>
                  </a:lnTo>
                  <a:lnTo>
                    <a:pt x="10121818" y="2427053"/>
                  </a:lnTo>
                  <a:close/>
                </a:path>
                <a:path w="10121900" h="3609975">
                  <a:moveTo>
                    <a:pt x="10121818" y="2484203"/>
                  </a:moveTo>
                  <a:lnTo>
                    <a:pt x="10093242" y="2484203"/>
                  </a:lnTo>
                  <a:lnTo>
                    <a:pt x="10093242" y="2455628"/>
                  </a:lnTo>
                  <a:lnTo>
                    <a:pt x="10121818" y="2455628"/>
                  </a:lnTo>
                  <a:lnTo>
                    <a:pt x="10121818" y="2484203"/>
                  </a:lnTo>
                  <a:close/>
                </a:path>
                <a:path w="10121900" h="3609975">
                  <a:moveTo>
                    <a:pt x="10121818" y="2541353"/>
                  </a:moveTo>
                  <a:lnTo>
                    <a:pt x="10093242" y="2541353"/>
                  </a:lnTo>
                  <a:lnTo>
                    <a:pt x="10093242" y="2512778"/>
                  </a:lnTo>
                  <a:lnTo>
                    <a:pt x="10121818" y="2512778"/>
                  </a:lnTo>
                  <a:lnTo>
                    <a:pt x="10121818" y="2541353"/>
                  </a:lnTo>
                  <a:close/>
                </a:path>
                <a:path w="10121900" h="3609975">
                  <a:moveTo>
                    <a:pt x="10121818" y="2598503"/>
                  </a:moveTo>
                  <a:lnTo>
                    <a:pt x="10093242" y="2598503"/>
                  </a:lnTo>
                  <a:lnTo>
                    <a:pt x="10093242" y="2569928"/>
                  </a:lnTo>
                  <a:lnTo>
                    <a:pt x="10121818" y="2569928"/>
                  </a:lnTo>
                  <a:lnTo>
                    <a:pt x="10121818" y="2598503"/>
                  </a:lnTo>
                  <a:close/>
                </a:path>
                <a:path w="10121900" h="3609975">
                  <a:moveTo>
                    <a:pt x="10121818" y="2655653"/>
                  </a:moveTo>
                  <a:lnTo>
                    <a:pt x="10093242" y="2655653"/>
                  </a:lnTo>
                  <a:lnTo>
                    <a:pt x="10093242" y="2627078"/>
                  </a:lnTo>
                  <a:lnTo>
                    <a:pt x="10121818" y="2627078"/>
                  </a:lnTo>
                  <a:lnTo>
                    <a:pt x="10121818" y="2655653"/>
                  </a:lnTo>
                  <a:close/>
                </a:path>
                <a:path w="10121900" h="3609975">
                  <a:moveTo>
                    <a:pt x="10121818" y="2712803"/>
                  </a:moveTo>
                  <a:lnTo>
                    <a:pt x="10093242" y="2712803"/>
                  </a:lnTo>
                  <a:lnTo>
                    <a:pt x="10093242" y="2684228"/>
                  </a:lnTo>
                  <a:lnTo>
                    <a:pt x="10121818" y="2684228"/>
                  </a:lnTo>
                  <a:lnTo>
                    <a:pt x="10121818" y="2712803"/>
                  </a:lnTo>
                  <a:close/>
                </a:path>
                <a:path w="10121900" h="3609975">
                  <a:moveTo>
                    <a:pt x="10121818" y="2769953"/>
                  </a:moveTo>
                  <a:lnTo>
                    <a:pt x="10093242" y="2769953"/>
                  </a:lnTo>
                  <a:lnTo>
                    <a:pt x="10093242" y="2741378"/>
                  </a:lnTo>
                  <a:lnTo>
                    <a:pt x="10121818" y="2741378"/>
                  </a:lnTo>
                  <a:lnTo>
                    <a:pt x="10121818" y="2769953"/>
                  </a:lnTo>
                  <a:close/>
                </a:path>
                <a:path w="10121900" h="3609975">
                  <a:moveTo>
                    <a:pt x="10121818" y="2827103"/>
                  </a:moveTo>
                  <a:lnTo>
                    <a:pt x="10093242" y="2827103"/>
                  </a:lnTo>
                  <a:lnTo>
                    <a:pt x="10093242" y="2798528"/>
                  </a:lnTo>
                  <a:lnTo>
                    <a:pt x="10121818" y="2798528"/>
                  </a:lnTo>
                  <a:lnTo>
                    <a:pt x="10121818" y="2827103"/>
                  </a:lnTo>
                  <a:close/>
                </a:path>
                <a:path w="10121900" h="3609975">
                  <a:moveTo>
                    <a:pt x="10121818" y="2884253"/>
                  </a:moveTo>
                  <a:lnTo>
                    <a:pt x="10093242" y="2884253"/>
                  </a:lnTo>
                  <a:lnTo>
                    <a:pt x="10093242" y="2855678"/>
                  </a:lnTo>
                  <a:lnTo>
                    <a:pt x="10121818" y="2855678"/>
                  </a:lnTo>
                  <a:lnTo>
                    <a:pt x="10121818" y="2884253"/>
                  </a:lnTo>
                  <a:close/>
                </a:path>
                <a:path w="10121900" h="3609975">
                  <a:moveTo>
                    <a:pt x="10121818" y="2941403"/>
                  </a:moveTo>
                  <a:lnTo>
                    <a:pt x="10093242" y="2941403"/>
                  </a:lnTo>
                  <a:lnTo>
                    <a:pt x="10093242" y="2912828"/>
                  </a:lnTo>
                  <a:lnTo>
                    <a:pt x="10121818" y="2912828"/>
                  </a:lnTo>
                  <a:lnTo>
                    <a:pt x="10121818" y="2941403"/>
                  </a:lnTo>
                  <a:close/>
                </a:path>
                <a:path w="10121900" h="3609975">
                  <a:moveTo>
                    <a:pt x="10121818" y="2998553"/>
                  </a:moveTo>
                  <a:lnTo>
                    <a:pt x="10093242" y="2998553"/>
                  </a:lnTo>
                  <a:lnTo>
                    <a:pt x="10093242" y="2969978"/>
                  </a:lnTo>
                  <a:lnTo>
                    <a:pt x="10121818" y="2969978"/>
                  </a:lnTo>
                  <a:lnTo>
                    <a:pt x="10121818" y="2998553"/>
                  </a:lnTo>
                  <a:close/>
                </a:path>
                <a:path w="10121900" h="3609975">
                  <a:moveTo>
                    <a:pt x="10121818" y="3055703"/>
                  </a:moveTo>
                  <a:lnTo>
                    <a:pt x="10093242" y="3055703"/>
                  </a:lnTo>
                  <a:lnTo>
                    <a:pt x="10093242" y="3027128"/>
                  </a:lnTo>
                  <a:lnTo>
                    <a:pt x="10121818" y="3027128"/>
                  </a:lnTo>
                  <a:lnTo>
                    <a:pt x="10121818" y="3055703"/>
                  </a:lnTo>
                  <a:close/>
                </a:path>
                <a:path w="10121900" h="3609975">
                  <a:moveTo>
                    <a:pt x="10121818" y="3112853"/>
                  </a:moveTo>
                  <a:lnTo>
                    <a:pt x="10093242" y="3112853"/>
                  </a:lnTo>
                  <a:lnTo>
                    <a:pt x="10093242" y="3084278"/>
                  </a:lnTo>
                  <a:lnTo>
                    <a:pt x="10121818" y="3084278"/>
                  </a:lnTo>
                  <a:lnTo>
                    <a:pt x="10121818" y="3112853"/>
                  </a:lnTo>
                  <a:close/>
                </a:path>
                <a:path w="10121900" h="3609975">
                  <a:moveTo>
                    <a:pt x="10121818" y="3170003"/>
                  </a:moveTo>
                  <a:lnTo>
                    <a:pt x="10093242" y="3170003"/>
                  </a:lnTo>
                  <a:lnTo>
                    <a:pt x="10093242" y="3141428"/>
                  </a:lnTo>
                  <a:lnTo>
                    <a:pt x="10121818" y="3141428"/>
                  </a:lnTo>
                  <a:lnTo>
                    <a:pt x="10121818" y="3170003"/>
                  </a:lnTo>
                  <a:close/>
                </a:path>
                <a:path w="10121900" h="3609975">
                  <a:moveTo>
                    <a:pt x="10121818" y="3227153"/>
                  </a:moveTo>
                  <a:lnTo>
                    <a:pt x="10093242" y="3227153"/>
                  </a:lnTo>
                  <a:lnTo>
                    <a:pt x="10093242" y="3198578"/>
                  </a:lnTo>
                  <a:lnTo>
                    <a:pt x="10121818" y="3198578"/>
                  </a:lnTo>
                  <a:lnTo>
                    <a:pt x="10121818" y="3227153"/>
                  </a:lnTo>
                  <a:close/>
                </a:path>
                <a:path w="10121900" h="3609975">
                  <a:moveTo>
                    <a:pt x="10121818" y="3284303"/>
                  </a:moveTo>
                  <a:lnTo>
                    <a:pt x="10093242" y="3284303"/>
                  </a:lnTo>
                  <a:lnTo>
                    <a:pt x="10093242" y="3255728"/>
                  </a:lnTo>
                  <a:lnTo>
                    <a:pt x="10121818" y="3255728"/>
                  </a:lnTo>
                  <a:lnTo>
                    <a:pt x="10121818" y="3284303"/>
                  </a:lnTo>
                  <a:close/>
                </a:path>
                <a:path w="10121900" h="3609975">
                  <a:moveTo>
                    <a:pt x="10121818" y="3341453"/>
                  </a:moveTo>
                  <a:lnTo>
                    <a:pt x="10093242" y="3341453"/>
                  </a:lnTo>
                  <a:lnTo>
                    <a:pt x="10093242" y="3312878"/>
                  </a:lnTo>
                  <a:lnTo>
                    <a:pt x="10121818" y="3312878"/>
                  </a:lnTo>
                  <a:lnTo>
                    <a:pt x="10121818" y="3341453"/>
                  </a:lnTo>
                  <a:close/>
                </a:path>
                <a:path w="10121900" h="3609975">
                  <a:moveTo>
                    <a:pt x="10121818" y="3398603"/>
                  </a:moveTo>
                  <a:lnTo>
                    <a:pt x="10093242" y="3398603"/>
                  </a:lnTo>
                  <a:lnTo>
                    <a:pt x="10093242" y="3370028"/>
                  </a:lnTo>
                  <a:lnTo>
                    <a:pt x="10121818" y="3370028"/>
                  </a:lnTo>
                  <a:lnTo>
                    <a:pt x="10121818" y="3398603"/>
                  </a:lnTo>
                  <a:close/>
                </a:path>
                <a:path w="10121900" h="3609975">
                  <a:moveTo>
                    <a:pt x="10121180" y="3455843"/>
                  </a:moveTo>
                  <a:lnTo>
                    <a:pt x="10093136" y="3454721"/>
                  </a:lnTo>
                  <a:lnTo>
                    <a:pt x="10093242" y="3427178"/>
                  </a:lnTo>
                  <a:lnTo>
                    <a:pt x="10121818" y="3427178"/>
                  </a:lnTo>
                  <a:lnTo>
                    <a:pt x="10121818" y="3449395"/>
                  </a:lnTo>
                  <a:lnTo>
                    <a:pt x="10121291" y="3454721"/>
                  </a:lnTo>
                  <a:lnTo>
                    <a:pt x="10121180" y="3455843"/>
                  </a:lnTo>
                  <a:close/>
                </a:path>
                <a:path w="10121900" h="3609975">
                  <a:moveTo>
                    <a:pt x="10109336" y="3511652"/>
                  </a:moveTo>
                  <a:lnTo>
                    <a:pt x="10082988" y="3500675"/>
                  </a:lnTo>
                  <a:lnTo>
                    <a:pt x="10086017" y="3493406"/>
                  </a:lnTo>
                  <a:lnTo>
                    <a:pt x="10088383" y="3485926"/>
                  </a:lnTo>
                  <a:lnTo>
                    <a:pt x="10090087" y="3478236"/>
                  </a:lnTo>
                  <a:lnTo>
                    <a:pt x="10117699" y="3484354"/>
                  </a:lnTo>
                  <a:lnTo>
                    <a:pt x="10109492" y="3511359"/>
                  </a:lnTo>
                  <a:lnTo>
                    <a:pt x="10109336" y="3511652"/>
                  </a:lnTo>
                  <a:close/>
                </a:path>
                <a:path w="10121900" h="3609975">
                  <a:moveTo>
                    <a:pt x="10078077" y="3559397"/>
                  </a:moveTo>
                  <a:lnTo>
                    <a:pt x="10057504" y="3540247"/>
                  </a:lnTo>
                  <a:lnTo>
                    <a:pt x="10062913" y="3534436"/>
                  </a:lnTo>
                  <a:lnTo>
                    <a:pt x="10067763" y="3528193"/>
                  </a:lnTo>
                  <a:lnTo>
                    <a:pt x="10072057" y="3521517"/>
                  </a:lnTo>
                  <a:lnTo>
                    <a:pt x="10095887" y="3536842"/>
                  </a:lnTo>
                  <a:lnTo>
                    <a:pt x="10094614" y="3539228"/>
                  </a:lnTo>
                  <a:lnTo>
                    <a:pt x="10078077" y="3559397"/>
                  </a:lnTo>
                  <a:close/>
                </a:path>
                <a:path w="10121900" h="3609975">
                  <a:moveTo>
                    <a:pt x="10032205" y="3593467"/>
                  </a:moveTo>
                  <a:lnTo>
                    <a:pt x="10019713" y="3568572"/>
                  </a:lnTo>
                  <a:lnTo>
                    <a:pt x="10026767" y="3565032"/>
                  </a:lnTo>
                  <a:lnTo>
                    <a:pt x="10033454" y="3560898"/>
                  </a:lnTo>
                  <a:lnTo>
                    <a:pt x="10039773" y="3556171"/>
                  </a:lnTo>
                  <a:lnTo>
                    <a:pt x="10056514" y="3578550"/>
                  </a:lnTo>
                  <a:lnTo>
                    <a:pt x="10049732" y="3584110"/>
                  </a:lnTo>
                  <a:lnTo>
                    <a:pt x="10032205" y="3593467"/>
                  </a:lnTo>
                  <a:close/>
                </a:path>
                <a:path w="10121900" h="3609975">
                  <a:moveTo>
                    <a:pt x="9977784" y="3609545"/>
                  </a:moveTo>
                  <a:lnTo>
                    <a:pt x="9974699" y="3581916"/>
                  </a:lnTo>
                  <a:lnTo>
                    <a:pt x="9982552" y="3581039"/>
                  </a:lnTo>
                  <a:lnTo>
                    <a:pt x="9990268" y="3579476"/>
                  </a:lnTo>
                  <a:lnTo>
                    <a:pt x="9997846" y="3577226"/>
                  </a:lnTo>
                  <a:lnTo>
                    <a:pt x="10005760" y="3603882"/>
                  </a:lnTo>
                  <a:lnTo>
                    <a:pt x="9991635" y="3608174"/>
                  </a:lnTo>
                  <a:lnTo>
                    <a:pt x="9977784" y="3609545"/>
                  </a:lnTo>
                  <a:close/>
                </a:path>
                <a:path w="10121900" h="3609975">
                  <a:moveTo>
                    <a:pt x="9949077" y="3609975"/>
                  </a:moveTo>
                  <a:lnTo>
                    <a:pt x="9920502" y="3609975"/>
                  </a:lnTo>
                  <a:lnTo>
                    <a:pt x="9920502" y="3582739"/>
                  </a:lnTo>
                  <a:lnTo>
                    <a:pt x="9949077" y="3582739"/>
                  </a:lnTo>
                  <a:lnTo>
                    <a:pt x="9949077" y="3609975"/>
                  </a:lnTo>
                  <a:close/>
                </a:path>
                <a:path w="10121900" h="3609975">
                  <a:moveTo>
                    <a:pt x="9891927" y="3609975"/>
                  </a:moveTo>
                  <a:lnTo>
                    <a:pt x="9863352" y="3609975"/>
                  </a:lnTo>
                  <a:lnTo>
                    <a:pt x="9863352" y="3582739"/>
                  </a:lnTo>
                  <a:lnTo>
                    <a:pt x="9891927" y="3582739"/>
                  </a:lnTo>
                  <a:lnTo>
                    <a:pt x="9891927" y="3609975"/>
                  </a:lnTo>
                  <a:close/>
                </a:path>
                <a:path w="10121900" h="3609975">
                  <a:moveTo>
                    <a:pt x="9834777" y="3609975"/>
                  </a:moveTo>
                  <a:lnTo>
                    <a:pt x="9806202" y="3609975"/>
                  </a:lnTo>
                  <a:lnTo>
                    <a:pt x="9806202" y="3582739"/>
                  </a:lnTo>
                  <a:lnTo>
                    <a:pt x="9834777" y="3582739"/>
                  </a:lnTo>
                  <a:lnTo>
                    <a:pt x="9834777" y="3609975"/>
                  </a:lnTo>
                  <a:close/>
                </a:path>
                <a:path w="10121900" h="3609975">
                  <a:moveTo>
                    <a:pt x="9777627" y="3609975"/>
                  </a:moveTo>
                  <a:lnTo>
                    <a:pt x="9749052" y="3609975"/>
                  </a:lnTo>
                  <a:lnTo>
                    <a:pt x="9749052" y="3582739"/>
                  </a:lnTo>
                  <a:lnTo>
                    <a:pt x="9777627" y="3582739"/>
                  </a:lnTo>
                  <a:lnTo>
                    <a:pt x="9777627" y="3609975"/>
                  </a:lnTo>
                  <a:close/>
                </a:path>
                <a:path w="10121900" h="3609975">
                  <a:moveTo>
                    <a:pt x="9720477" y="3609975"/>
                  </a:moveTo>
                  <a:lnTo>
                    <a:pt x="9691901" y="3609975"/>
                  </a:lnTo>
                  <a:lnTo>
                    <a:pt x="9691901" y="3582739"/>
                  </a:lnTo>
                  <a:lnTo>
                    <a:pt x="9720477" y="3582739"/>
                  </a:lnTo>
                  <a:lnTo>
                    <a:pt x="9720477" y="3609975"/>
                  </a:lnTo>
                  <a:close/>
                </a:path>
                <a:path w="10121900" h="3609975">
                  <a:moveTo>
                    <a:pt x="9663326" y="3609975"/>
                  </a:moveTo>
                  <a:lnTo>
                    <a:pt x="9634751" y="3609975"/>
                  </a:lnTo>
                  <a:lnTo>
                    <a:pt x="9634751" y="3582739"/>
                  </a:lnTo>
                  <a:lnTo>
                    <a:pt x="9663326" y="3582739"/>
                  </a:lnTo>
                  <a:lnTo>
                    <a:pt x="9663326" y="3609975"/>
                  </a:lnTo>
                  <a:close/>
                </a:path>
                <a:path w="10121900" h="3609975">
                  <a:moveTo>
                    <a:pt x="9606176" y="3609975"/>
                  </a:moveTo>
                  <a:lnTo>
                    <a:pt x="9577601" y="3609975"/>
                  </a:lnTo>
                  <a:lnTo>
                    <a:pt x="9577601" y="3582739"/>
                  </a:lnTo>
                  <a:lnTo>
                    <a:pt x="9606176" y="3582739"/>
                  </a:lnTo>
                  <a:lnTo>
                    <a:pt x="9606176" y="3609975"/>
                  </a:lnTo>
                  <a:close/>
                </a:path>
                <a:path w="10121900" h="3609975">
                  <a:moveTo>
                    <a:pt x="9549026" y="3609975"/>
                  </a:moveTo>
                  <a:lnTo>
                    <a:pt x="9520451" y="3609975"/>
                  </a:lnTo>
                  <a:lnTo>
                    <a:pt x="9520451" y="3582739"/>
                  </a:lnTo>
                  <a:lnTo>
                    <a:pt x="9549026" y="3582739"/>
                  </a:lnTo>
                  <a:lnTo>
                    <a:pt x="9549026" y="3609975"/>
                  </a:lnTo>
                  <a:close/>
                </a:path>
                <a:path w="10121900" h="3609975">
                  <a:moveTo>
                    <a:pt x="9491876" y="3609975"/>
                  </a:moveTo>
                  <a:lnTo>
                    <a:pt x="9463301" y="3609975"/>
                  </a:lnTo>
                  <a:lnTo>
                    <a:pt x="9463301" y="3582739"/>
                  </a:lnTo>
                  <a:lnTo>
                    <a:pt x="9491876" y="3582739"/>
                  </a:lnTo>
                  <a:lnTo>
                    <a:pt x="9491876" y="3609975"/>
                  </a:lnTo>
                  <a:close/>
                </a:path>
                <a:path w="10121900" h="3609975">
                  <a:moveTo>
                    <a:pt x="9434726" y="3609975"/>
                  </a:moveTo>
                  <a:lnTo>
                    <a:pt x="9406151" y="3609975"/>
                  </a:lnTo>
                  <a:lnTo>
                    <a:pt x="9406151" y="3582739"/>
                  </a:lnTo>
                  <a:lnTo>
                    <a:pt x="9434726" y="3582739"/>
                  </a:lnTo>
                  <a:lnTo>
                    <a:pt x="9434726" y="3609975"/>
                  </a:lnTo>
                  <a:close/>
                </a:path>
                <a:path w="10121900" h="3609975">
                  <a:moveTo>
                    <a:pt x="9377576" y="3609975"/>
                  </a:moveTo>
                  <a:lnTo>
                    <a:pt x="9349001" y="3609975"/>
                  </a:lnTo>
                  <a:lnTo>
                    <a:pt x="9349001" y="3582739"/>
                  </a:lnTo>
                  <a:lnTo>
                    <a:pt x="9377576" y="3582739"/>
                  </a:lnTo>
                  <a:lnTo>
                    <a:pt x="9377576" y="3609975"/>
                  </a:lnTo>
                  <a:close/>
                </a:path>
                <a:path w="10121900" h="3609975">
                  <a:moveTo>
                    <a:pt x="9320426" y="3609975"/>
                  </a:moveTo>
                  <a:lnTo>
                    <a:pt x="9291851" y="3609975"/>
                  </a:lnTo>
                  <a:lnTo>
                    <a:pt x="9291851" y="3582739"/>
                  </a:lnTo>
                  <a:lnTo>
                    <a:pt x="9320426" y="3582739"/>
                  </a:lnTo>
                  <a:lnTo>
                    <a:pt x="9320426" y="3609975"/>
                  </a:lnTo>
                  <a:close/>
                </a:path>
                <a:path w="10121900" h="3609975">
                  <a:moveTo>
                    <a:pt x="9263276" y="3609975"/>
                  </a:moveTo>
                  <a:lnTo>
                    <a:pt x="9234701" y="3609975"/>
                  </a:lnTo>
                  <a:lnTo>
                    <a:pt x="9234701" y="3582739"/>
                  </a:lnTo>
                  <a:lnTo>
                    <a:pt x="9263276" y="3582739"/>
                  </a:lnTo>
                  <a:lnTo>
                    <a:pt x="9263276" y="3609975"/>
                  </a:lnTo>
                  <a:close/>
                </a:path>
                <a:path w="10121900" h="3609975">
                  <a:moveTo>
                    <a:pt x="9206126" y="3609975"/>
                  </a:moveTo>
                  <a:lnTo>
                    <a:pt x="9177551" y="3609975"/>
                  </a:lnTo>
                  <a:lnTo>
                    <a:pt x="9177551" y="3582739"/>
                  </a:lnTo>
                  <a:lnTo>
                    <a:pt x="9206126" y="3582739"/>
                  </a:lnTo>
                  <a:lnTo>
                    <a:pt x="9206126" y="3609975"/>
                  </a:lnTo>
                  <a:close/>
                </a:path>
                <a:path w="10121900" h="3609975">
                  <a:moveTo>
                    <a:pt x="9148976" y="3609975"/>
                  </a:moveTo>
                  <a:lnTo>
                    <a:pt x="9120401" y="3609975"/>
                  </a:lnTo>
                  <a:lnTo>
                    <a:pt x="9120401" y="3582739"/>
                  </a:lnTo>
                  <a:lnTo>
                    <a:pt x="9148976" y="3582739"/>
                  </a:lnTo>
                  <a:lnTo>
                    <a:pt x="9148976" y="3609975"/>
                  </a:lnTo>
                  <a:close/>
                </a:path>
                <a:path w="10121900" h="3609975">
                  <a:moveTo>
                    <a:pt x="9091826" y="3609975"/>
                  </a:moveTo>
                  <a:lnTo>
                    <a:pt x="9063251" y="3609975"/>
                  </a:lnTo>
                  <a:lnTo>
                    <a:pt x="9063251" y="3582739"/>
                  </a:lnTo>
                  <a:lnTo>
                    <a:pt x="9091826" y="3582739"/>
                  </a:lnTo>
                  <a:lnTo>
                    <a:pt x="9091826" y="3609975"/>
                  </a:lnTo>
                  <a:close/>
                </a:path>
                <a:path w="10121900" h="3609975">
                  <a:moveTo>
                    <a:pt x="9034676" y="3609975"/>
                  </a:moveTo>
                  <a:lnTo>
                    <a:pt x="9006101" y="3609975"/>
                  </a:lnTo>
                  <a:lnTo>
                    <a:pt x="9006101" y="3582739"/>
                  </a:lnTo>
                  <a:lnTo>
                    <a:pt x="9034676" y="3582739"/>
                  </a:lnTo>
                  <a:lnTo>
                    <a:pt x="9034676" y="3609975"/>
                  </a:lnTo>
                  <a:close/>
                </a:path>
                <a:path w="10121900" h="3609975">
                  <a:moveTo>
                    <a:pt x="8977526" y="3609975"/>
                  </a:moveTo>
                  <a:lnTo>
                    <a:pt x="8948951" y="3609975"/>
                  </a:lnTo>
                  <a:lnTo>
                    <a:pt x="8948951" y="3582739"/>
                  </a:lnTo>
                  <a:lnTo>
                    <a:pt x="8977526" y="3582739"/>
                  </a:lnTo>
                  <a:lnTo>
                    <a:pt x="8977526" y="3609975"/>
                  </a:lnTo>
                  <a:close/>
                </a:path>
                <a:path w="10121900" h="3609975">
                  <a:moveTo>
                    <a:pt x="8920376" y="3609975"/>
                  </a:moveTo>
                  <a:lnTo>
                    <a:pt x="8891801" y="3609975"/>
                  </a:lnTo>
                  <a:lnTo>
                    <a:pt x="8891801" y="3582739"/>
                  </a:lnTo>
                  <a:lnTo>
                    <a:pt x="8920376" y="3582739"/>
                  </a:lnTo>
                  <a:lnTo>
                    <a:pt x="8920376" y="3609975"/>
                  </a:lnTo>
                  <a:close/>
                </a:path>
                <a:path w="10121900" h="3609975">
                  <a:moveTo>
                    <a:pt x="8863226" y="3609975"/>
                  </a:moveTo>
                  <a:lnTo>
                    <a:pt x="8834651" y="3609975"/>
                  </a:lnTo>
                  <a:lnTo>
                    <a:pt x="8834651" y="3582739"/>
                  </a:lnTo>
                  <a:lnTo>
                    <a:pt x="8863226" y="3582739"/>
                  </a:lnTo>
                  <a:lnTo>
                    <a:pt x="8863226" y="3609975"/>
                  </a:lnTo>
                  <a:close/>
                </a:path>
                <a:path w="10121900" h="3609975">
                  <a:moveTo>
                    <a:pt x="8806076" y="3609975"/>
                  </a:moveTo>
                  <a:lnTo>
                    <a:pt x="8777501" y="3609975"/>
                  </a:lnTo>
                  <a:lnTo>
                    <a:pt x="8777501" y="3582739"/>
                  </a:lnTo>
                  <a:lnTo>
                    <a:pt x="8806076" y="3582739"/>
                  </a:lnTo>
                  <a:lnTo>
                    <a:pt x="8806076" y="3609975"/>
                  </a:lnTo>
                  <a:close/>
                </a:path>
                <a:path w="10121900" h="3609975">
                  <a:moveTo>
                    <a:pt x="8748926" y="3609975"/>
                  </a:moveTo>
                  <a:lnTo>
                    <a:pt x="8720351" y="3609975"/>
                  </a:lnTo>
                  <a:lnTo>
                    <a:pt x="8720351" y="3582739"/>
                  </a:lnTo>
                  <a:lnTo>
                    <a:pt x="8748926" y="3582739"/>
                  </a:lnTo>
                  <a:lnTo>
                    <a:pt x="8748926" y="3609975"/>
                  </a:lnTo>
                  <a:close/>
                </a:path>
                <a:path w="10121900" h="3609975">
                  <a:moveTo>
                    <a:pt x="8691776" y="3609975"/>
                  </a:moveTo>
                  <a:lnTo>
                    <a:pt x="8663201" y="3609975"/>
                  </a:lnTo>
                  <a:lnTo>
                    <a:pt x="8663201" y="3582739"/>
                  </a:lnTo>
                  <a:lnTo>
                    <a:pt x="8691776" y="3582739"/>
                  </a:lnTo>
                  <a:lnTo>
                    <a:pt x="8691776" y="3609975"/>
                  </a:lnTo>
                  <a:close/>
                </a:path>
                <a:path w="10121900" h="3609975">
                  <a:moveTo>
                    <a:pt x="8634626" y="3609975"/>
                  </a:moveTo>
                  <a:lnTo>
                    <a:pt x="8606051" y="3609975"/>
                  </a:lnTo>
                  <a:lnTo>
                    <a:pt x="8606051" y="3582739"/>
                  </a:lnTo>
                  <a:lnTo>
                    <a:pt x="8634626" y="3582739"/>
                  </a:lnTo>
                  <a:lnTo>
                    <a:pt x="8634626" y="3609975"/>
                  </a:lnTo>
                  <a:close/>
                </a:path>
                <a:path w="10121900" h="3609975">
                  <a:moveTo>
                    <a:pt x="8577476" y="3609975"/>
                  </a:moveTo>
                  <a:lnTo>
                    <a:pt x="8548901" y="3609975"/>
                  </a:lnTo>
                  <a:lnTo>
                    <a:pt x="8548901" y="3582739"/>
                  </a:lnTo>
                  <a:lnTo>
                    <a:pt x="8577476" y="3582739"/>
                  </a:lnTo>
                  <a:lnTo>
                    <a:pt x="8577476" y="3609975"/>
                  </a:lnTo>
                  <a:close/>
                </a:path>
                <a:path w="10121900" h="3609975">
                  <a:moveTo>
                    <a:pt x="8520326" y="3609975"/>
                  </a:moveTo>
                  <a:lnTo>
                    <a:pt x="8491751" y="3609975"/>
                  </a:lnTo>
                  <a:lnTo>
                    <a:pt x="8491751" y="3582739"/>
                  </a:lnTo>
                  <a:lnTo>
                    <a:pt x="8520326" y="3582739"/>
                  </a:lnTo>
                  <a:lnTo>
                    <a:pt x="8520326" y="3609975"/>
                  </a:lnTo>
                  <a:close/>
                </a:path>
                <a:path w="10121900" h="3609975">
                  <a:moveTo>
                    <a:pt x="8463176" y="3609975"/>
                  </a:moveTo>
                  <a:lnTo>
                    <a:pt x="8434601" y="3609975"/>
                  </a:lnTo>
                  <a:lnTo>
                    <a:pt x="8434601" y="3582739"/>
                  </a:lnTo>
                  <a:lnTo>
                    <a:pt x="8463176" y="3582739"/>
                  </a:lnTo>
                  <a:lnTo>
                    <a:pt x="8463176" y="3609975"/>
                  </a:lnTo>
                  <a:close/>
                </a:path>
                <a:path w="10121900" h="3609975">
                  <a:moveTo>
                    <a:pt x="8406026" y="3609975"/>
                  </a:moveTo>
                  <a:lnTo>
                    <a:pt x="8377451" y="3609975"/>
                  </a:lnTo>
                  <a:lnTo>
                    <a:pt x="8377451" y="3582739"/>
                  </a:lnTo>
                  <a:lnTo>
                    <a:pt x="8406026" y="3582739"/>
                  </a:lnTo>
                  <a:lnTo>
                    <a:pt x="8406026" y="3609975"/>
                  </a:lnTo>
                  <a:close/>
                </a:path>
                <a:path w="10121900" h="3609975">
                  <a:moveTo>
                    <a:pt x="8348876" y="3609975"/>
                  </a:moveTo>
                  <a:lnTo>
                    <a:pt x="8320301" y="3609975"/>
                  </a:lnTo>
                  <a:lnTo>
                    <a:pt x="8320301" y="3582739"/>
                  </a:lnTo>
                  <a:lnTo>
                    <a:pt x="8348876" y="3582739"/>
                  </a:lnTo>
                  <a:lnTo>
                    <a:pt x="8348876" y="3609975"/>
                  </a:lnTo>
                  <a:close/>
                </a:path>
                <a:path w="10121900" h="3609975">
                  <a:moveTo>
                    <a:pt x="8291726" y="3609975"/>
                  </a:moveTo>
                  <a:lnTo>
                    <a:pt x="8263151" y="3609975"/>
                  </a:lnTo>
                  <a:lnTo>
                    <a:pt x="8263151" y="3582739"/>
                  </a:lnTo>
                  <a:lnTo>
                    <a:pt x="8291726" y="3582739"/>
                  </a:lnTo>
                  <a:lnTo>
                    <a:pt x="8291726" y="3609975"/>
                  </a:lnTo>
                  <a:close/>
                </a:path>
                <a:path w="10121900" h="3609975">
                  <a:moveTo>
                    <a:pt x="8234576" y="3609975"/>
                  </a:moveTo>
                  <a:lnTo>
                    <a:pt x="8206001" y="3609975"/>
                  </a:lnTo>
                  <a:lnTo>
                    <a:pt x="8206001" y="3582739"/>
                  </a:lnTo>
                  <a:lnTo>
                    <a:pt x="8234576" y="3582739"/>
                  </a:lnTo>
                  <a:lnTo>
                    <a:pt x="8234576" y="3609975"/>
                  </a:lnTo>
                  <a:close/>
                </a:path>
                <a:path w="10121900" h="3609975">
                  <a:moveTo>
                    <a:pt x="8177426" y="3609975"/>
                  </a:moveTo>
                  <a:lnTo>
                    <a:pt x="8148851" y="3609975"/>
                  </a:lnTo>
                  <a:lnTo>
                    <a:pt x="8148851" y="3582739"/>
                  </a:lnTo>
                  <a:lnTo>
                    <a:pt x="8177426" y="3582739"/>
                  </a:lnTo>
                  <a:lnTo>
                    <a:pt x="8177426" y="3609975"/>
                  </a:lnTo>
                  <a:close/>
                </a:path>
                <a:path w="10121900" h="3609975">
                  <a:moveTo>
                    <a:pt x="8120276" y="3609975"/>
                  </a:moveTo>
                  <a:lnTo>
                    <a:pt x="8091701" y="3609975"/>
                  </a:lnTo>
                  <a:lnTo>
                    <a:pt x="8091701" y="3582739"/>
                  </a:lnTo>
                  <a:lnTo>
                    <a:pt x="8120276" y="3582739"/>
                  </a:lnTo>
                  <a:lnTo>
                    <a:pt x="8120276" y="3609975"/>
                  </a:lnTo>
                  <a:close/>
                </a:path>
                <a:path w="10121900" h="3609975">
                  <a:moveTo>
                    <a:pt x="8063126" y="3609975"/>
                  </a:moveTo>
                  <a:lnTo>
                    <a:pt x="8034551" y="3609975"/>
                  </a:lnTo>
                  <a:lnTo>
                    <a:pt x="8034551" y="3582739"/>
                  </a:lnTo>
                  <a:lnTo>
                    <a:pt x="8063126" y="3582739"/>
                  </a:lnTo>
                  <a:lnTo>
                    <a:pt x="8063126" y="3609975"/>
                  </a:lnTo>
                  <a:close/>
                </a:path>
                <a:path w="10121900" h="3609975">
                  <a:moveTo>
                    <a:pt x="8005976" y="3609975"/>
                  </a:moveTo>
                  <a:lnTo>
                    <a:pt x="7977401" y="3609975"/>
                  </a:lnTo>
                  <a:lnTo>
                    <a:pt x="7977401" y="3582739"/>
                  </a:lnTo>
                  <a:lnTo>
                    <a:pt x="8005976" y="3582739"/>
                  </a:lnTo>
                  <a:lnTo>
                    <a:pt x="8005976" y="3609975"/>
                  </a:lnTo>
                  <a:close/>
                </a:path>
                <a:path w="10121900" h="3609975">
                  <a:moveTo>
                    <a:pt x="7948826" y="3609975"/>
                  </a:moveTo>
                  <a:lnTo>
                    <a:pt x="7920251" y="3609975"/>
                  </a:lnTo>
                  <a:lnTo>
                    <a:pt x="7920251" y="3582739"/>
                  </a:lnTo>
                  <a:lnTo>
                    <a:pt x="7948826" y="3582739"/>
                  </a:lnTo>
                  <a:lnTo>
                    <a:pt x="7948826" y="3609975"/>
                  </a:lnTo>
                  <a:close/>
                </a:path>
                <a:path w="10121900" h="3609975">
                  <a:moveTo>
                    <a:pt x="7891676" y="3609975"/>
                  </a:moveTo>
                  <a:lnTo>
                    <a:pt x="7863101" y="3609975"/>
                  </a:lnTo>
                  <a:lnTo>
                    <a:pt x="7863101" y="3582739"/>
                  </a:lnTo>
                  <a:lnTo>
                    <a:pt x="7891676" y="3582739"/>
                  </a:lnTo>
                  <a:lnTo>
                    <a:pt x="7891676" y="3609975"/>
                  </a:lnTo>
                  <a:close/>
                </a:path>
                <a:path w="10121900" h="3609975">
                  <a:moveTo>
                    <a:pt x="7834526" y="3609975"/>
                  </a:moveTo>
                  <a:lnTo>
                    <a:pt x="7805951" y="3609975"/>
                  </a:lnTo>
                  <a:lnTo>
                    <a:pt x="7805951" y="3582739"/>
                  </a:lnTo>
                  <a:lnTo>
                    <a:pt x="7834526" y="3582739"/>
                  </a:lnTo>
                  <a:lnTo>
                    <a:pt x="7834526" y="3609975"/>
                  </a:lnTo>
                  <a:close/>
                </a:path>
                <a:path w="10121900" h="3609975">
                  <a:moveTo>
                    <a:pt x="7777376" y="3609975"/>
                  </a:moveTo>
                  <a:lnTo>
                    <a:pt x="7748801" y="3609975"/>
                  </a:lnTo>
                  <a:lnTo>
                    <a:pt x="7748801" y="3582739"/>
                  </a:lnTo>
                  <a:lnTo>
                    <a:pt x="7777376" y="3582739"/>
                  </a:lnTo>
                  <a:lnTo>
                    <a:pt x="7777376" y="3609975"/>
                  </a:lnTo>
                  <a:close/>
                </a:path>
                <a:path w="10121900" h="3609975">
                  <a:moveTo>
                    <a:pt x="7720226" y="3609975"/>
                  </a:moveTo>
                  <a:lnTo>
                    <a:pt x="7691651" y="3609975"/>
                  </a:lnTo>
                  <a:lnTo>
                    <a:pt x="7691651" y="3582739"/>
                  </a:lnTo>
                  <a:lnTo>
                    <a:pt x="7720226" y="3582739"/>
                  </a:lnTo>
                  <a:lnTo>
                    <a:pt x="7720226" y="3609975"/>
                  </a:lnTo>
                  <a:close/>
                </a:path>
                <a:path w="10121900" h="3609975">
                  <a:moveTo>
                    <a:pt x="7663076" y="3609975"/>
                  </a:moveTo>
                  <a:lnTo>
                    <a:pt x="7634501" y="3609975"/>
                  </a:lnTo>
                  <a:lnTo>
                    <a:pt x="7634501" y="3582739"/>
                  </a:lnTo>
                  <a:lnTo>
                    <a:pt x="7663076" y="3582739"/>
                  </a:lnTo>
                  <a:lnTo>
                    <a:pt x="7663076" y="3609975"/>
                  </a:lnTo>
                  <a:close/>
                </a:path>
                <a:path w="10121900" h="3609975">
                  <a:moveTo>
                    <a:pt x="7605926" y="3609975"/>
                  </a:moveTo>
                  <a:lnTo>
                    <a:pt x="7577351" y="3609975"/>
                  </a:lnTo>
                  <a:lnTo>
                    <a:pt x="7577351" y="3582739"/>
                  </a:lnTo>
                  <a:lnTo>
                    <a:pt x="7605926" y="3582739"/>
                  </a:lnTo>
                  <a:lnTo>
                    <a:pt x="7605926" y="3609975"/>
                  </a:lnTo>
                  <a:close/>
                </a:path>
                <a:path w="10121900" h="3609975">
                  <a:moveTo>
                    <a:pt x="7548776" y="3609975"/>
                  </a:moveTo>
                  <a:lnTo>
                    <a:pt x="7520201" y="3609975"/>
                  </a:lnTo>
                  <a:lnTo>
                    <a:pt x="7520201" y="3582739"/>
                  </a:lnTo>
                  <a:lnTo>
                    <a:pt x="7548776" y="3582739"/>
                  </a:lnTo>
                  <a:lnTo>
                    <a:pt x="7548776" y="3609975"/>
                  </a:lnTo>
                  <a:close/>
                </a:path>
                <a:path w="10121900" h="3609975">
                  <a:moveTo>
                    <a:pt x="7491626" y="3609975"/>
                  </a:moveTo>
                  <a:lnTo>
                    <a:pt x="7463051" y="3609975"/>
                  </a:lnTo>
                  <a:lnTo>
                    <a:pt x="7463051" y="3582739"/>
                  </a:lnTo>
                  <a:lnTo>
                    <a:pt x="7491626" y="3582739"/>
                  </a:lnTo>
                  <a:lnTo>
                    <a:pt x="7491626" y="3609975"/>
                  </a:lnTo>
                  <a:close/>
                </a:path>
                <a:path w="10121900" h="3609975">
                  <a:moveTo>
                    <a:pt x="7434476" y="3609975"/>
                  </a:moveTo>
                  <a:lnTo>
                    <a:pt x="7405901" y="3609975"/>
                  </a:lnTo>
                  <a:lnTo>
                    <a:pt x="7405901" y="3582739"/>
                  </a:lnTo>
                  <a:lnTo>
                    <a:pt x="7434476" y="3582739"/>
                  </a:lnTo>
                  <a:lnTo>
                    <a:pt x="7434476" y="3609975"/>
                  </a:lnTo>
                  <a:close/>
                </a:path>
                <a:path w="10121900" h="3609975">
                  <a:moveTo>
                    <a:pt x="7377326" y="3609975"/>
                  </a:moveTo>
                  <a:lnTo>
                    <a:pt x="7348751" y="3609975"/>
                  </a:lnTo>
                  <a:lnTo>
                    <a:pt x="7348751" y="3582739"/>
                  </a:lnTo>
                  <a:lnTo>
                    <a:pt x="7377326" y="3582739"/>
                  </a:lnTo>
                  <a:lnTo>
                    <a:pt x="7377326" y="3609975"/>
                  </a:lnTo>
                  <a:close/>
                </a:path>
                <a:path w="10121900" h="3609975">
                  <a:moveTo>
                    <a:pt x="7320176" y="3609975"/>
                  </a:moveTo>
                  <a:lnTo>
                    <a:pt x="7291601" y="3609975"/>
                  </a:lnTo>
                  <a:lnTo>
                    <a:pt x="7291601" y="3582739"/>
                  </a:lnTo>
                  <a:lnTo>
                    <a:pt x="7320176" y="3582739"/>
                  </a:lnTo>
                  <a:lnTo>
                    <a:pt x="7320176" y="3609975"/>
                  </a:lnTo>
                  <a:close/>
                </a:path>
                <a:path w="10121900" h="3609975">
                  <a:moveTo>
                    <a:pt x="7263026" y="3609975"/>
                  </a:moveTo>
                  <a:lnTo>
                    <a:pt x="7234451" y="3609975"/>
                  </a:lnTo>
                  <a:lnTo>
                    <a:pt x="7234451" y="3582739"/>
                  </a:lnTo>
                  <a:lnTo>
                    <a:pt x="7263026" y="3582739"/>
                  </a:lnTo>
                  <a:lnTo>
                    <a:pt x="7263026" y="3609975"/>
                  </a:lnTo>
                  <a:close/>
                </a:path>
                <a:path w="10121900" h="3609975">
                  <a:moveTo>
                    <a:pt x="7205876" y="3609975"/>
                  </a:moveTo>
                  <a:lnTo>
                    <a:pt x="7177301" y="3609975"/>
                  </a:lnTo>
                  <a:lnTo>
                    <a:pt x="7177301" y="3582739"/>
                  </a:lnTo>
                  <a:lnTo>
                    <a:pt x="7205876" y="3582739"/>
                  </a:lnTo>
                  <a:lnTo>
                    <a:pt x="7205876" y="3609975"/>
                  </a:lnTo>
                  <a:close/>
                </a:path>
                <a:path w="10121900" h="3609975">
                  <a:moveTo>
                    <a:pt x="7148726" y="3609975"/>
                  </a:moveTo>
                  <a:lnTo>
                    <a:pt x="7120151" y="3609975"/>
                  </a:lnTo>
                  <a:lnTo>
                    <a:pt x="7120151" y="3582739"/>
                  </a:lnTo>
                  <a:lnTo>
                    <a:pt x="7148726" y="3582739"/>
                  </a:lnTo>
                  <a:lnTo>
                    <a:pt x="7148726" y="3609975"/>
                  </a:lnTo>
                  <a:close/>
                </a:path>
                <a:path w="10121900" h="3609975">
                  <a:moveTo>
                    <a:pt x="7091576" y="3609975"/>
                  </a:moveTo>
                  <a:lnTo>
                    <a:pt x="7063001" y="3609975"/>
                  </a:lnTo>
                  <a:lnTo>
                    <a:pt x="7063001" y="3582739"/>
                  </a:lnTo>
                  <a:lnTo>
                    <a:pt x="7091576" y="3582739"/>
                  </a:lnTo>
                  <a:lnTo>
                    <a:pt x="7091576" y="3609975"/>
                  </a:lnTo>
                  <a:close/>
                </a:path>
                <a:path w="10121900" h="3609975">
                  <a:moveTo>
                    <a:pt x="7034426" y="3609975"/>
                  </a:moveTo>
                  <a:lnTo>
                    <a:pt x="7005851" y="3609975"/>
                  </a:lnTo>
                  <a:lnTo>
                    <a:pt x="7005851" y="3582739"/>
                  </a:lnTo>
                  <a:lnTo>
                    <a:pt x="7034426" y="3582739"/>
                  </a:lnTo>
                  <a:lnTo>
                    <a:pt x="7034426" y="3609975"/>
                  </a:lnTo>
                  <a:close/>
                </a:path>
                <a:path w="10121900" h="3609975">
                  <a:moveTo>
                    <a:pt x="6977276" y="3609975"/>
                  </a:moveTo>
                  <a:lnTo>
                    <a:pt x="6948701" y="3609975"/>
                  </a:lnTo>
                  <a:lnTo>
                    <a:pt x="6948701" y="3582739"/>
                  </a:lnTo>
                  <a:lnTo>
                    <a:pt x="6977276" y="3582739"/>
                  </a:lnTo>
                  <a:lnTo>
                    <a:pt x="6977276" y="3609975"/>
                  </a:lnTo>
                  <a:close/>
                </a:path>
                <a:path w="10121900" h="3609975">
                  <a:moveTo>
                    <a:pt x="6920126" y="3609975"/>
                  </a:moveTo>
                  <a:lnTo>
                    <a:pt x="6891551" y="3609975"/>
                  </a:lnTo>
                  <a:lnTo>
                    <a:pt x="6891551" y="3582739"/>
                  </a:lnTo>
                  <a:lnTo>
                    <a:pt x="6920126" y="3582739"/>
                  </a:lnTo>
                  <a:lnTo>
                    <a:pt x="6920126" y="3609975"/>
                  </a:lnTo>
                  <a:close/>
                </a:path>
                <a:path w="10121900" h="3609975">
                  <a:moveTo>
                    <a:pt x="6862976" y="3609975"/>
                  </a:moveTo>
                  <a:lnTo>
                    <a:pt x="6834401" y="3609975"/>
                  </a:lnTo>
                  <a:lnTo>
                    <a:pt x="6834401" y="3582739"/>
                  </a:lnTo>
                  <a:lnTo>
                    <a:pt x="6862976" y="3582739"/>
                  </a:lnTo>
                  <a:lnTo>
                    <a:pt x="6862976" y="3609975"/>
                  </a:lnTo>
                  <a:close/>
                </a:path>
                <a:path w="10121900" h="3609975">
                  <a:moveTo>
                    <a:pt x="6805826" y="3609975"/>
                  </a:moveTo>
                  <a:lnTo>
                    <a:pt x="6777251" y="3609975"/>
                  </a:lnTo>
                  <a:lnTo>
                    <a:pt x="6777251" y="3582739"/>
                  </a:lnTo>
                  <a:lnTo>
                    <a:pt x="6805826" y="3582739"/>
                  </a:lnTo>
                  <a:lnTo>
                    <a:pt x="6805826" y="3609975"/>
                  </a:lnTo>
                  <a:close/>
                </a:path>
                <a:path w="10121900" h="3609975">
                  <a:moveTo>
                    <a:pt x="6748676" y="3609975"/>
                  </a:moveTo>
                  <a:lnTo>
                    <a:pt x="6720101" y="3609975"/>
                  </a:lnTo>
                  <a:lnTo>
                    <a:pt x="6720101" y="3582739"/>
                  </a:lnTo>
                  <a:lnTo>
                    <a:pt x="6748676" y="3582739"/>
                  </a:lnTo>
                  <a:lnTo>
                    <a:pt x="6748676" y="3609975"/>
                  </a:lnTo>
                  <a:close/>
                </a:path>
                <a:path w="10121900" h="3609975">
                  <a:moveTo>
                    <a:pt x="6691526" y="3609975"/>
                  </a:moveTo>
                  <a:lnTo>
                    <a:pt x="6662951" y="3609975"/>
                  </a:lnTo>
                  <a:lnTo>
                    <a:pt x="6662951" y="3582739"/>
                  </a:lnTo>
                  <a:lnTo>
                    <a:pt x="6691526" y="3582739"/>
                  </a:lnTo>
                  <a:lnTo>
                    <a:pt x="6691526" y="3609975"/>
                  </a:lnTo>
                  <a:close/>
                </a:path>
                <a:path w="10121900" h="3609975">
                  <a:moveTo>
                    <a:pt x="6634376" y="3609975"/>
                  </a:moveTo>
                  <a:lnTo>
                    <a:pt x="6605801" y="3609975"/>
                  </a:lnTo>
                  <a:lnTo>
                    <a:pt x="6605801" y="3582739"/>
                  </a:lnTo>
                  <a:lnTo>
                    <a:pt x="6634376" y="3582739"/>
                  </a:lnTo>
                  <a:lnTo>
                    <a:pt x="6634376" y="3609975"/>
                  </a:lnTo>
                  <a:close/>
                </a:path>
                <a:path w="10121900" h="3609975">
                  <a:moveTo>
                    <a:pt x="6577226" y="3609975"/>
                  </a:moveTo>
                  <a:lnTo>
                    <a:pt x="6548651" y="3609975"/>
                  </a:lnTo>
                  <a:lnTo>
                    <a:pt x="6548651" y="3582739"/>
                  </a:lnTo>
                  <a:lnTo>
                    <a:pt x="6577226" y="3582739"/>
                  </a:lnTo>
                  <a:lnTo>
                    <a:pt x="6577226" y="3609975"/>
                  </a:lnTo>
                  <a:close/>
                </a:path>
                <a:path w="10121900" h="3609975">
                  <a:moveTo>
                    <a:pt x="6520076" y="3609975"/>
                  </a:moveTo>
                  <a:lnTo>
                    <a:pt x="6491501" y="3609975"/>
                  </a:lnTo>
                  <a:lnTo>
                    <a:pt x="6491501" y="3582739"/>
                  </a:lnTo>
                  <a:lnTo>
                    <a:pt x="6520076" y="3582739"/>
                  </a:lnTo>
                  <a:lnTo>
                    <a:pt x="6520076" y="3609975"/>
                  </a:lnTo>
                  <a:close/>
                </a:path>
                <a:path w="10121900" h="3609975">
                  <a:moveTo>
                    <a:pt x="6462926" y="3609975"/>
                  </a:moveTo>
                  <a:lnTo>
                    <a:pt x="6434351" y="3609975"/>
                  </a:lnTo>
                  <a:lnTo>
                    <a:pt x="6434351" y="3582739"/>
                  </a:lnTo>
                  <a:lnTo>
                    <a:pt x="6462926" y="3582739"/>
                  </a:lnTo>
                  <a:lnTo>
                    <a:pt x="6462926" y="3609975"/>
                  </a:lnTo>
                  <a:close/>
                </a:path>
                <a:path w="10121900" h="3609975">
                  <a:moveTo>
                    <a:pt x="6405776" y="3609975"/>
                  </a:moveTo>
                  <a:lnTo>
                    <a:pt x="6377201" y="3609975"/>
                  </a:lnTo>
                  <a:lnTo>
                    <a:pt x="6377201" y="3582739"/>
                  </a:lnTo>
                  <a:lnTo>
                    <a:pt x="6405776" y="3582739"/>
                  </a:lnTo>
                  <a:lnTo>
                    <a:pt x="6405776" y="3609975"/>
                  </a:lnTo>
                  <a:close/>
                </a:path>
                <a:path w="10121900" h="3609975">
                  <a:moveTo>
                    <a:pt x="6348626" y="3609975"/>
                  </a:moveTo>
                  <a:lnTo>
                    <a:pt x="6320051" y="3609975"/>
                  </a:lnTo>
                  <a:lnTo>
                    <a:pt x="6320051" y="3582739"/>
                  </a:lnTo>
                  <a:lnTo>
                    <a:pt x="6348626" y="3582739"/>
                  </a:lnTo>
                  <a:lnTo>
                    <a:pt x="6348626" y="3609975"/>
                  </a:lnTo>
                  <a:close/>
                </a:path>
                <a:path w="10121900" h="3609975">
                  <a:moveTo>
                    <a:pt x="6291476" y="3609975"/>
                  </a:moveTo>
                  <a:lnTo>
                    <a:pt x="6262901" y="3609975"/>
                  </a:lnTo>
                  <a:lnTo>
                    <a:pt x="6262901" y="3582739"/>
                  </a:lnTo>
                  <a:lnTo>
                    <a:pt x="6291476" y="3582739"/>
                  </a:lnTo>
                  <a:lnTo>
                    <a:pt x="6291476" y="3609975"/>
                  </a:lnTo>
                  <a:close/>
                </a:path>
                <a:path w="10121900" h="3609975">
                  <a:moveTo>
                    <a:pt x="6234326" y="3609975"/>
                  </a:moveTo>
                  <a:lnTo>
                    <a:pt x="6205751" y="3609975"/>
                  </a:lnTo>
                  <a:lnTo>
                    <a:pt x="6205751" y="3582739"/>
                  </a:lnTo>
                  <a:lnTo>
                    <a:pt x="6234326" y="3582739"/>
                  </a:lnTo>
                  <a:lnTo>
                    <a:pt x="6234326" y="3609975"/>
                  </a:lnTo>
                  <a:close/>
                </a:path>
                <a:path w="10121900" h="3609975">
                  <a:moveTo>
                    <a:pt x="6177176" y="3609975"/>
                  </a:moveTo>
                  <a:lnTo>
                    <a:pt x="6148601" y="3609975"/>
                  </a:lnTo>
                  <a:lnTo>
                    <a:pt x="6148601" y="3582739"/>
                  </a:lnTo>
                  <a:lnTo>
                    <a:pt x="6177176" y="3582739"/>
                  </a:lnTo>
                  <a:lnTo>
                    <a:pt x="6177176" y="3609975"/>
                  </a:lnTo>
                  <a:close/>
                </a:path>
                <a:path w="10121900" h="3609975">
                  <a:moveTo>
                    <a:pt x="6120026" y="3609975"/>
                  </a:moveTo>
                  <a:lnTo>
                    <a:pt x="6091451" y="3609975"/>
                  </a:lnTo>
                  <a:lnTo>
                    <a:pt x="6091451" y="3582739"/>
                  </a:lnTo>
                  <a:lnTo>
                    <a:pt x="6120026" y="3582739"/>
                  </a:lnTo>
                  <a:lnTo>
                    <a:pt x="6120026" y="3609975"/>
                  </a:lnTo>
                  <a:close/>
                </a:path>
                <a:path w="10121900" h="3609975">
                  <a:moveTo>
                    <a:pt x="6062876" y="3609975"/>
                  </a:moveTo>
                  <a:lnTo>
                    <a:pt x="6034301" y="3609975"/>
                  </a:lnTo>
                  <a:lnTo>
                    <a:pt x="6034301" y="3582739"/>
                  </a:lnTo>
                  <a:lnTo>
                    <a:pt x="6062876" y="3582739"/>
                  </a:lnTo>
                  <a:lnTo>
                    <a:pt x="6062876" y="3609975"/>
                  </a:lnTo>
                  <a:close/>
                </a:path>
                <a:path w="10121900" h="3609975">
                  <a:moveTo>
                    <a:pt x="6005726" y="3609975"/>
                  </a:moveTo>
                  <a:lnTo>
                    <a:pt x="5977151" y="3609975"/>
                  </a:lnTo>
                  <a:lnTo>
                    <a:pt x="5977151" y="3582739"/>
                  </a:lnTo>
                  <a:lnTo>
                    <a:pt x="6005726" y="3582739"/>
                  </a:lnTo>
                  <a:lnTo>
                    <a:pt x="6005726" y="3609975"/>
                  </a:lnTo>
                  <a:close/>
                </a:path>
                <a:path w="10121900" h="3609975">
                  <a:moveTo>
                    <a:pt x="5948576" y="3609975"/>
                  </a:moveTo>
                  <a:lnTo>
                    <a:pt x="5920001" y="3609975"/>
                  </a:lnTo>
                  <a:lnTo>
                    <a:pt x="5920001" y="3582739"/>
                  </a:lnTo>
                  <a:lnTo>
                    <a:pt x="5948576" y="3582739"/>
                  </a:lnTo>
                  <a:lnTo>
                    <a:pt x="5948576" y="3609975"/>
                  </a:lnTo>
                  <a:close/>
                </a:path>
                <a:path w="10121900" h="3609975">
                  <a:moveTo>
                    <a:pt x="5891426" y="3609975"/>
                  </a:moveTo>
                  <a:lnTo>
                    <a:pt x="5862851" y="3609975"/>
                  </a:lnTo>
                  <a:lnTo>
                    <a:pt x="5862851" y="3582739"/>
                  </a:lnTo>
                  <a:lnTo>
                    <a:pt x="5891426" y="3582739"/>
                  </a:lnTo>
                  <a:lnTo>
                    <a:pt x="5891426" y="3609975"/>
                  </a:lnTo>
                  <a:close/>
                </a:path>
                <a:path w="10121900" h="3609975">
                  <a:moveTo>
                    <a:pt x="5834276" y="3609975"/>
                  </a:moveTo>
                  <a:lnTo>
                    <a:pt x="5805701" y="3609975"/>
                  </a:lnTo>
                  <a:lnTo>
                    <a:pt x="5805701" y="3582739"/>
                  </a:lnTo>
                  <a:lnTo>
                    <a:pt x="5834276" y="3582739"/>
                  </a:lnTo>
                  <a:lnTo>
                    <a:pt x="5834276" y="3609975"/>
                  </a:lnTo>
                  <a:close/>
                </a:path>
                <a:path w="10121900" h="3609975">
                  <a:moveTo>
                    <a:pt x="5777126" y="3609975"/>
                  </a:moveTo>
                  <a:lnTo>
                    <a:pt x="5748551" y="3609975"/>
                  </a:lnTo>
                  <a:lnTo>
                    <a:pt x="5748551" y="3582739"/>
                  </a:lnTo>
                  <a:lnTo>
                    <a:pt x="5777126" y="3582739"/>
                  </a:lnTo>
                  <a:lnTo>
                    <a:pt x="5777126" y="3609975"/>
                  </a:lnTo>
                  <a:close/>
                </a:path>
                <a:path w="10121900" h="3609975">
                  <a:moveTo>
                    <a:pt x="5719976" y="3609975"/>
                  </a:moveTo>
                  <a:lnTo>
                    <a:pt x="5691401" y="3609975"/>
                  </a:lnTo>
                  <a:lnTo>
                    <a:pt x="5691401" y="3582739"/>
                  </a:lnTo>
                  <a:lnTo>
                    <a:pt x="5719976" y="3582739"/>
                  </a:lnTo>
                  <a:lnTo>
                    <a:pt x="5719976" y="3609975"/>
                  </a:lnTo>
                  <a:close/>
                </a:path>
                <a:path w="10121900" h="3609975">
                  <a:moveTo>
                    <a:pt x="5662826" y="3609975"/>
                  </a:moveTo>
                  <a:lnTo>
                    <a:pt x="5634251" y="3609975"/>
                  </a:lnTo>
                  <a:lnTo>
                    <a:pt x="5634251" y="3582739"/>
                  </a:lnTo>
                  <a:lnTo>
                    <a:pt x="5662826" y="3582739"/>
                  </a:lnTo>
                  <a:lnTo>
                    <a:pt x="5662826" y="3609975"/>
                  </a:lnTo>
                  <a:close/>
                </a:path>
                <a:path w="10121900" h="3609975">
                  <a:moveTo>
                    <a:pt x="5605676" y="3609975"/>
                  </a:moveTo>
                  <a:lnTo>
                    <a:pt x="5577101" y="3609975"/>
                  </a:lnTo>
                  <a:lnTo>
                    <a:pt x="5577101" y="3582739"/>
                  </a:lnTo>
                  <a:lnTo>
                    <a:pt x="5605676" y="3582739"/>
                  </a:lnTo>
                  <a:lnTo>
                    <a:pt x="5605676" y="3609975"/>
                  </a:lnTo>
                  <a:close/>
                </a:path>
                <a:path w="10121900" h="3609975">
                  <a:moveTo>
                    <a:pt x="5548526" y="3609975"/>
                  </a:moveTo>
                  <a:lnTo>
                    <a:pt x="5519951" y="3609975"/>
                  </a:lnTo>
                  <a:lnTo>
                    <a:pt x="5519951" y="3582739"/>
                  </a:lnTo>
                  <a:lnTo>
                    <a:pt x="5548526" y="3582739"/>
                  </a:lnTo>
                  <a:lnTo>
                    <a:pt x="5548526" y="3609975"/>
                  </a:lnTo>
                  <a:close/>
                </a:path>
                <a:path w="10121900" h="3609975">
                  <a:moveTo>
                    <a:pt x="5491376" y="3609975"/>
                  </a:moveTo>
                  <a:lnTo>
                    <a:pt x="5462801" y="3609975"/>
                  </a:lnTo>
                  <a:lnTo>
                    <a:pt x="5462801" y="3582739"/>
                  </a:lnTo>
                  <a:lnTo>
                    <a:pt x="5491376" y="3582739"/>
                  </a:lnTo>
                  <a:lnTo>
                    <a:pt x="5491376" y="3609975"/>
                  </a:lnTo>
                  <a:close/>
                </a:path>
                <a:path w="10121900" h="3609975">
                  <a:moveTo>
                    <a:pt x="5434226" y="3609975"/>
                  </a:moveTo>
                  <a:lnTo>
                    <a:pt x="5405651" y="3609975"/>
                  </a:lnTo>
                  <a:lnTo>
                    <a:pt x="5405651" y="3582739"/>
                  </a:lnTo>
                  <a:lnTo>
                    <a:pt x="5434226" y="3582739"/>
                  </a:lnTo>
                  <a:lnTo>
                    <a:pt x="5434226" y="3609975"/>
                  </a:lnTo>
                  <a:close/>
                </a:path>
                <a:path w="10121900" h="3609975">
                  <a:moveTo>
                    <a:pt x="5377076" y="3609975"/>
                  </a:moveTo>
                  <a:lnTo>
                    <a:pt x="5348501" y="3609975"/>
                  </a:lnTo>
                  <a:lnTo>
                    <a:pt x="5348501" y="3582739"/>
                  </a:lnTo>
                  <a:lnTo>
                    <a:pt x="5377076" y="3582739"/>
                  </a:lnTo>
                  <a:lnTo>
                    <a:pt x="5377076" y="3609975"/>
                  </a:lnTo>
                  <a:close/>
                </a:path>
                <a:path w="10121900" h="3609975">
                  <a:moveTo>
                    <a:pt x="5319926" y="3609975"/>
                  </a:moveTo>
                  <a:lnTo>
                    <a:pt x="5291351" y="3609975"/>
                  </a:lnTo>
                  <a:lnTo>
                    <a:pt x="5291351" y="3582739"/>
                  </a:lnTo>
                  <a:lnTo>
                    <a:pt x="5319926" y="3582739"/>
                  </a:lnTo>
                  <a:lnTo>
                    <a:pt x="5319926" y="3609975"/>
                  </a:lnTo>
                  <a:close/>
                </a:path>
                <a:path w="10121900" h="3609975">
                  <a:moveTo>
                    <a:pt x="5262776" y="3609975"/>
                  </a:moveTo>
                  <a:lnTo>
                    <a:pt x="5234201" y="3609975"/>
                  </a:lnTo>
                  <a:lnTo>
                    <a:pt x="5234201" y="3582739"/>
                  </a:lnTo>
                  <a:lnTo>
                    <a:pt x="5262776" y="3582739"/>
                  </a:lnTo>
                  <a:lnTo>
                    <a:pt x="5262776" y="3609975"/>
                  </a:lnTo>
                  <a:close/>
                </a:path>
                <a:path w="10121900" h="3609975">
                  <a:moveTo>
                    <a:pt x="5205626" y="3609975"/>
                  </a:moveTo>
                  <a:lnTo>
                    <a:pt x="5177051" y="3609975"/>
                  </a:lnTo>
                  <a:lnTo>
                    <a:pt x="5177051" y="3582739"/>
                  </a:lnTo>
                  <a:lnTo>
                    <a:pt x="5205626" y="3582739"/>
                  </a:lnTo>
                  <a:lnTo>
                    <a:pt x="5205626" y="3609975"/>
                  </a:lnTo>
                  <a:close/>
                </a:path>
                <a:path w="10121900" h="3609975">
                  <a:moveTo>
                    <a:pt x="5148476" y="3609975"/>
                  </a:moveTo>
                  <a:lnTo>
                    <a:pt x="5119901" y="3609975"/>
                  </a:lnTo>
                  <a:lnTo>
                    <a:pt x="5119901" y="3582739"/>
                  </a:lnTo>
                  <a:lnTo>
                    <a:pt x="5148476" y="3582739"/>
                  </a:lnTo>
                  <a:lnTo>
                    <a:pt x="5148476" y="3609975"/>
                  </a:lnTo>
                  <a:close/>
                </a:path>
                <a:path w="10121900" h="3609975">
                  <a:moveTo>
                    <a:pt x="5091326" y="3609975"/>
                  </a:moveTo>
                  <a:lnTo>
                    <a:pt x="5062751" y="3609975"/>
                  </a:lnTo>
                  <a:lnTo>
                    <a:pt x="5062751" y="3582739"/>
                  </a:lnTo>
                  <a:lnTo>
                    <a:pt x="5091326" y="3582739"/>
                  </a:lnTo>
                  <a:lnTo>
                    <a:pt x="5091326" y="3609975"/>
                  </a:lnTo>
                  <a:close/>
                </a:path>
                <a:path w="10121900" h="3609975">
                  <a:moveTo>
                    <a:pt x="5034176" y="3609975"/>
                  </a:moveTo>
                  <a:lnTo>
                    <a:pt x="5005601" y="3609975"/>
                  </a:lnTo>
                  <a:lnTo>
                    <a:pt x="5005601" y="3582739"/>
                  </a:lnTo>
                  <a:lnTo>
                    <a:pt x="5034176" y="3582739"/>
                  </a:lnTo>
                  <a:lnTo>
                    <a:pt x="5034176" y="3609975"/>
                  </a:lnTo>
                  <a:close/>
                </a:path>
                <a:path w="10121900" h="3609975">
                  <a:moveTo>
                    <a:pt x="4977026" y="3609975"/>
                  </a:moveTo>
                  <a:lnTo>
                    <a:pt x="4948451" y="3609975"/>
                  </a:lnTo>
                  <a:lnTo>
                    <a:pt x="4948451" y="3582739"/>
                  </a:lnTo>
                  <a:lnTo>
                    <a:pt x="4977026" y="3582739"/>
                  </a:lnTo>
                  <a:lnTo>
                    <a:pt x="4977026" y="3609975"/>
                  </a:lnTo>
                  <a:close/>
                </a:path>
                <a:path w="10121900" h="3609975">
                  <a:moveTo>
                    <a:pt x="4919876" y="3609975"/>
                  </a:moveTo>
                  <a:lnTo>
                    <a:pt x="4891301" y="3609975"/>
                  </a:lnTo>
                  <a:lnTo>
                    <a:pt x="4891301" y="3582739"/>
                  </a:lnTo>
                  <a:lnTo>
                    <a:pt x="4919876" y="3582739"/>
                  </a:lnTo>
                  <a:lnTo>
                    <a:pt x="4919876" y="3609975"/>
                  </a:lnTo>
                  <a:close/>
                </a:path>
                <a:path w="10121900" h="3609975">
                  <a:moveTo>
                    <a:pt x="4862726" y="3609975"/>
                  </a:moveTo>
                  <a:lnTo>
                    <a:pt x="4834151" y="3609975"/>
                  </a:lnTo>
                  <a:lnTo>
                    <a:pt x="4834151" y="3582739"/>
                  </a:lnTo>
                  <a:lnTo>
                    <a:pt x="4862726" y="3582739"/>
                  </a:lnTo>
                  <a:lnTo>
                    <a:pt x="4862726" y="3609975"/>
                  </a:lnTo>
                  <a:close/>
                </a:path>
                <a:path w="10121900" h="3609975">
                  <a:moveTo>
                    <a:pt x="4805576" y="3609975"/>
                  </a:moveTo>
                  <a:lnTo>
                    <a:pt x="4777001" y="3609975"/>
                  </a:lnTo>
                  <a:lnTo>
                    <a:pt x="4777001" y="3582739"/>
                  </a:lnTo>
                  <a:lnTo>
                    <a:pt x="4805576" y="3582739"/>
                  </a:lnTo>
                  <a:lnTo>
                    <a:pt x="4805576" y="3609975"/>
                  </a:lnTo>
                  <a:close/>
                </a:path>
                <a:path w="10121900" h="3609975">
                  <a:moveTo>
                    <a:pt x="4748426" y="3609975"/>
                  </a:moveTo>
                  <a:lnTo>
                    <a:pt x="4719851" y="3609975"/>
                  </a:lnTo>
                  <a:lnTo>
                    <a:pt x="4719851" y="3582739"/>
                  </a:lnTo>
                  <a:lnTo>
                    <a:pt x="4748426" y="3582739"/>
                  </a:lnTo>
                  <a:lnTo>
                    <a:pt x="4748426" y="3609975"/>
                  </a:lnTo>
                  <a:close/>
                </a:path>
                <a:path w="10121900" h="3609975">
                  <a:moveTo>
                    <a:pt x="4691276" y="3609975"/>
                  </a:moveTo>
                  <a:lnTo>
                    <a:pt x="4662700" y="3609975"/>
                  </a:lnTo>
                  <a:lnTo>
                    <a:pt x="4662700" y="3582739"/>
                  </a:lnTo>
                  <a:lnTo>
                    <a:pt x="4691276" y="3582739"/>
                  </a:lnTo>
                  <a:lnTo>
                    <a:pt x="4691276" y="3609975"/>
                  </a:lnTo>
                  <a:close/>
                </a:path>
                <a:path w="10121900" h="3609975">
                  <a:moveTo>
                    <a:pt x="4634126" y="3609975"/>
                  </a:moveTo>
                  <a:lnTo>
                    <a:pt x="4605551" y="3609975"/>
                  </a:lnTo>
                  <a:lnTo>
                    <a:pt x="4605551" y="3582739"/>
                  </a:lnTo>
                  <a:lnTo>
                    <a:pt x="4634126" y="3582739"/>
                  </a:lnTo>
                  <a:lnTo>
                    <a:pt x="4634126" y="3609975"/>
                  </a:lnTo>
                  <a:close/>
                </a:path>
                <a:path w="10121900" h="3609975">
                  <a:moveTo>
                    <a:pt x="4576976" y="3609975"/>
                  </a:moveTo>
                  <a:lnTo>
                    <a:pt x="4548401" y="3609975"/>
                  </a:lnTo>
                  <a:lnTo>
                    <a:pt x="4548401" y="3582739"/>
                  </a:lnTo>
                  <a:lnTo>
                    <a:pt x="4576976" y="3582739"/>
                  </a:lnTo>
                  <a:lnTo>
                    <a:pt x="4576976" y="3609975"/>
                  </a:lnTo>
                  <a:close/>
                </a:path>
                <a:path w="10121900" h="3609975">
                  <a:moveTo>
                    <a:pt x="4519826" y="3609975"/>
                  </a:moveTo>
                  <a:lnTo>
                    <a:pt x="4491251" y="3609975"/>
                  </a:lnTo>
                  <a:lnTo>
                    <a:pt x="4491251" y="3582739"/>
                  </a:lnTo>
                  <a:lnTo>
                    <a:pt x="4519826" y="3582739"/>
                  </a:lnTo>
                  <a:lnTo>
                    <a:pt x="4519826" y="3609975"/>
                  </a:lnTo>
                  <a:close/>
                </a:path>
                <a:path w="10121900" h="3609975">
                  <a:moveTo>
                    <a:pt x="4462676" y="3609975"/>
                  </a:moveTo>
                  <a:lnTo>
                    <a:pt x="4434100" y="3609975"/>
                  </a:lnTo>
                  <a:lnTo>
                    <a:pt x="4434100" y="3582739"/>
                  </a:lnTo>
                  <a:lnTo>
                    <a:pt x="4462676" y="3582739"/>
                  </a:lnTo>
                  <a:lnTo>
                    <a:pt x="4462676" y="3609975"/>
                  </a:lnTo>
                  <a:close/>
                </a:path>
                <a:path w="10121900" h="3609975">
                  <a:moveTo>
                    <a:pt x="4405526" y="3609975"/>
                  </a:moveTo>
                  <a:lnTo>
                    <a:pt x="4376951" y="3609975"/>
                  </a:lnTo>
                  <a:lnTo>
                    <a:pt x="4376951" y="3582739"/>
                  </a:lnTo>
                  <a:lnTo>
                    <a:pt x="4405526" y="3582739"/>
                  </a:lnTo>
                  <a:lnTo>
                    <a:pt x="4405526" y="3609975"/>
                  </a:lnTo>
                  <a:close/>
                </a:path>
                <a:path w="10121900" h="3609975">
                  <a:moveTo>
                    <a:pt x="4348376" y="3609975"/>
                  </a:moveTo>
                  <a:lnTo>
                    <a:pt x="4319801" y="3609975"/>
                  </a:lnTo>
                  <a:lnTo>
                    <a:pt x="4319801" y="3582739"/>
                  </a:lnTo>
                  <a:lnTo>
                    <a:pt x="4348376" y="3582739"/>
                  </a:lnTo>
                  <a:lnTo>
                    <a:pt x="4348376" y="3609975"/>
                  </a:lnTo>
                  <a:close/>
                </a:path>
                <a:path w="10121900" h="3609975">
                  <a:moveTo>
                    <a:pt x="4291226" y="3609975"/>
                  </a:moveTo>
                  <a:lnTo>
                    <a:pt x="4262651" y="3609975"/>
                  </a:lnTo>
                  <a:lnTo>
                    <a:pt x="4262651" y="3582739"/>
                  </a:lnTo>
                  <a:lnTo>
                    <a:pt x="4291226" y="3582739"/>
                  </a:lnTo>
                  <a:lnTo>
                    <a:pt x="4291226" y="3609975"/>
                  </a:lnTo>
                  <a:close/>
                </a:path>
                <a:path w="10121900" h="3609975">
                  <a:moveTo>
                    <a:pt x="4234076" y="3609975"/>
                  </a:moveTo>
                  <a:lnTo>
                    <a:pt x="4205500" y="3609975"/>
                  </a:lnTo>
                  <a:lnTo>
                    <a:pt x="4205500" y="3582739"/>
                  </a:lnTo>
                  <a:lnTo>
                    <a:pt x="4234076" y="3582739"/>
                  </a:lnTo>
                  <a:lnTo>
                    <a:pt x="4234076" y="3609975"/>
                  </a:lnTo>
                  <a:close/>
                </a:path>
                <a:path w="10121900" h="3609975">
                  <a:moveTo>
                    <a:pt x="4176926" y="3609975"/>
                  </a:moveTo>
                  <a:lnTo>
                    <a:pt x="4148351" y="3609975"/>
                  </a:lnTo>
                  <a:lnTo>
                    <a:pt x="4148351" y="3582739"/>
                  </a:lnTo>
                  <a:lnTo>
                    <a:pt x="4176926" y="3582739"/>
                  </a:lnTo>
                  <a:lnTo>
                    <a:pt x="4176926" y="3609975"/>
                  </a:lnTo>
                  <a:close/>
                </a:path>
                <a:path w="10121900" h="3609975">
                  <a:moveTo>
                    <a:pt x="4119775" y="3609975"/>
                  </a:moveTo>
                  <a:lnTo>
                    <a:pt x="4091201" y="3609975"/>
                  </a:lnTo>
                  <a:lnTo>
                    <a:pt x="4091201" y="3582739"/>
                  </a:lnTo>
                  <a:lnTo>
                    <a:pt x="4119775" y="3582739"/>
                  </a:lnTo>
                  <a:lnTo>
                    <a:pt x="4119775" y="3609975"/>
                  </a:lnTo>
                  <a:close/>
                </a:path>
                <a:path w="10121900" h="3609975">
                  <a:moveTo>
                    <a:pt x="4062626" y="3609975"/>
                  </a:moveTo>
                  <a:lnTo>
                    <a:pt x="4034051" y="3609975"/>
                  </a:lnTo>
                  <a:lnTo>
                    <a:pt x="4034051" y="3582739"/>
                  </a:lnTo>
                  <a:lnTo>
                    <a:pt x="4062626" y="3582739"/>
                  </a:lnTo>
                  <a:lnTo>
                    <a:pt x="4062626" y="3609975"/>
                  </a:lnTo>
                  <a:close/>
                </a:path>
                <a:path w="10121900" h="3609975">
                  <a:moveTo>
                    <a:pt x="4005476" y="3609975"/>
                  </a:moveTo>
                  <a:lnTo>
                    <a:pt x="3976901" y="3609975"/>
                  </a:lnTo>
                  <a:lnTo>
                    <a:pt x="3976901" y="3582739"/>
                  </a:lnTo>
                  <a:lnTo>
                    <a:pt x="4005476" y="3582739"/>
                  </a:lnTo>
                  <a:lnTo>
                    <a:pt x="4005476" y="3609975"/>
                  </a:lnTo>
                  <a:close/>
                </a:path>
                <a:path w="10121900" h="3609975">
                  <a:moveTo>
                    <a:pt x="3948326" y="3609975"/>
                  </a:moveTo>
                  <a:lnTo>
                    <a:pt x="3919751" y="3609975"/>
                  </a:lnTo>
                  <a:lnTo>
                    <a:pt x="3919751" y="3582739"/>
                  </a:lnTo>
                  <a:lnTo>
                    <a:pt x="3948326" y="3582739"/>
                  </a:lnTo>
                  <a:lnTo>
                    <a:pt x="3948326" y="3609975"/>
                  </a:lnTo>
                  <a:close/>
                </a:path>
                <a:path w="10121900" h="3609975">
                  <a:moveTo>
                    <a:pt x="3891175" y="3609975"/>
                  </a:moveTo>
                  <a:lnTo>
                    <a:pt x="3862601" y="3609975"/>
                  </a:lnTo>
                  <a:lnTo>
                    <a:pt x="3862601" y="3582739"/>
                  </a:lnTo>
                  <a:lnTo>
                    <a:pt x="3891175" y="3582739"/>
                  </a:lnTo>
                  <a:lnTo>
                    <a:pt x="3891175" y="3609975"/>
                  </a:lnTo>
                  <a:close/>
                </a:path>
                <a:path w="10121900" h="3609975">
                  <a:moveTo>
                    <a:pt x="3834026" y="3609975"/>
                  </a:moveTo>
                  <a:lnTo>
                    <a:pt x="3805450" y="3609975"/>
                  </a:lnTo>
                  <a:lnTo>
                    <a:pt x="3805450" y="3582739"/>
                  </a:lnTo>
                  <a:lnTo>
                    <a:pt x="3834026" y="3582739"/>
                  </a:lnTo>
                  <a:lnTo>
                    <a:pt x="3834026" y="3609975"/>
                  </a:lnTo>
                  <a:close/>
                </a:path>
                <a:path w="10121900" h="3609975">
                  <a:moveTo>
                    <a:pt x="3776876" y="3609975"/>
                  </a:moveTo>
                  <a:lnTo>
                    <a:pt x="3748301" y="3609975"/>
                  </a:lnTo>
                  <a:lnTo>
                    <a:pt x="3748301" y="3582739"/>
                  </a:lnTo>
                  <a:lnTo>
                    <a:pt x="3776876" y="3582739"/>
                  </a:lnTo>
                  <a:lnTo>
                    <a:pt x="3776876" y="3609975"/>
                  </a:lnTo>
                  <a:close/>
                </a:path>
                <a:path w="10121900" h="3609975">
                  <a:moveTo>
                    <a:pt x="3719726" y="3609975"/>
                  </a:moveTo>
                  <a:lnTo>
                    <a:pt x="3691151" y="3609975"/>
                  </a:lnTo>
                  <a:lnTo>
                    <a:pt x="3691151" y="3582739"/>
                  </a:lnTo>
                  <a:lnTo>
                    <a:pt x="3719726" y="3582739"/>
                  </a:lnTo>
                  <a:lnTo>
                    <a:pt x="3719726" y="3609975"/>
                  </a:lnTo>
                  <a:close/>
                </a:path>
                <a:path w="10121900" h="3609975">
                  <a:moveTo>
                    <a:pt x="3662575" y="3609975"/>
                  </a:moveTo>
                  <a:lnTo>
                    <a:pt x="3634001" y="3609975"/>
                  </a:lnTo>
                  <a:lnTo>
                    <a:pt x="3634001" y="3582739"/>
                  </a:lnTo>
                  <a:lnTo>
                    <a:pt x="3662575" y="3582739"/>
                  </a:lnTo>
                  <a:lnTo>
                    <a:pt x="3662575" y="3609975"/>
                  </a:lnTo>
                  <a:close/>
                </a:path>
                <a:path w="10121900" h="3609975">
                  <a:moveTo>
                    <a:pt x="3605426" y="3609975"/>
                  </a:moveTo>
                  <a:lnTo>
                    <a:pt x="3576850" y="3609975"/>
                  </a:lnTo>
                  <a:lnTo>
                    <a:pt x="3576850" y="3582739"/>
                  </a:lnTo>
                  <a:lnTo>
                    <a:pt x="3605426" y="3582739"/>
                  </a:lnTo>
                  <a:lnTo>
                    <a:pt x="3605426" y="3609975"/>
                  </a:lnTo>
                  <a:close/>
                </a:path>
                <a:path w="10121900" h="3609975">
                  <a:moveTo>
                    <a:pt x="3548276" y="3609975"/>
                  </a:moveTo>
                  <a:lnTo>
                    <a:pt x="3519701" y="3609975"/>
                  </a:lnTo>
                  <a:lnTo>
                    <a:pt x="3519701" y="3582739"/>
                  </a:lnTo>
                  <a:lnTo>
                    <a:pt x="3548276" y="3582739"/>
                  </a:lnTo>
                  <a:lnTo>
                    <a:pt x="3548276" y="3609975"/>
                  </a:lnTo>
                  <a:close/>
                </a:path>
                <a:path w="10121900" h="3609975">
                  <a:moveTo>
                    <a:pt x="3491126" y="3609975"/>
                  </a:moveTo>
                  <a:lnTo>
                    <a:pt x="3462551" y="3609975"/>
                  </a:lnTo>
                  <a:lnTo>
                    <a:pt x="3462551" y="3582739"/>
                  </a:lnTo>
                  <a:lnTo>
                    <a:pt x="3491126" y="3582739"/>
                  </a:lnTo>
                  <a:lnTo>
                    <a:pt x="3491126" y="3609975"/>
                  </a:lnTo>
                  <a:close/>
                </a:path>
                <a:path w="10121900" h="3609975">
                  <a:moveTo>
                    <a:pt x="3433975" y="3609975"/>
                  </a:moveTo>
                  <a:lnTo>
                    <a:pt x="3405401" y="3609975"/>
                  </a:lnTo>
                  <a:lnTo>
                    <a:pt x="3405401" y="3582739"/>
                  </a:lnTo>
                  <a:lnTo>
                    <a:pt x="3433975" y="3582739"/>
                  </a:lnTo>
                  <a:lnTo>
                    <a:pt x="3433975" y="3609975"/>
                  </a:lnTo>
                  <a:close/>
                </a:path>
                <a:path w="10121900" h="3609975">
                  <a:moveTo>
                    <a:pt x="3376826" y="3609975"/>
                  </a:moveTo>
                  <a:lnTo>
                    <a:pt x="3348250" y="3609975"/>
                  </a:lnTo>
                  <a:lnTo>
                    <a:pt x="3348250" y="3582739"/>
                  </a:lnTo>
                  <a:lnTo>
                    <a:pt x="3376826" y="3582739"/>
                  </a:lnTo>
                  <a:lnTo>
                    <a:pt x="3376826" y="3609975"/>
                  </a:lnTo>
                  <a:close/>
                </a:path>
                <a:path w="10121900" h="3609975">
                  <a:moveTo>
                    <a:pt x="3319676" y="3609975"/>
                  </a:moveTo>
                  <a:lnTo>
                    <a:pt x="3291101" y="3609975"/>
                  </a:lnTo>
                  <a:lnTo>
                    <a:pt x="3291101" y="3582739"/>
                  </a:lnTo>
                  <a:lnTo>
                    <a:pt x="3319676" y="3582739"/>
                  </a:lnTo>
                  <a:lnTo>
                    <a:pt x="3319676" y="3609975"/>
                  </a:lnTo>
                  <a:close/>
                </a:path>
                <a:path w="10121900" h="3609975">
                  <a:moveTo>
                    <a:pt x="3262525" y="3609975"/>
                  </a:moveTo>
                  <a:lnTo>
                    <a:pt x="3233951" y="3609975"/>
                  </a:lnTo>
                  <a:lnTo>
                    <a:pt x="3233951" y="3582739"/>
                  </a:lnTo>
                  <a:lnTo>
                    <a:pt x="3262525" y="3582739"/>
                  </a:lnTo>
                  <a:lnTo>
                    <a:pt x="3262525" y="3609975"/>
                  </a:lnTo>
                  <a:close/>
                </a:path>
                <a:path w="10121900" h="3609975">
                  <a:moveTo>
                    <a:pt x="3205375" y="3609975"/>
                  </a:moveTo>
                  <a:lnTo>
                    <a:pt x="3176801" y="3609975"/>
                  </a:lnTo>
                  <a:lnTo>
                    <a:pt x="3176801" y="3582739"/>
                  </a:lnTo>
                  <a:lnTo>
                    <a:pt x="3205375" y="3582739"/>
                  </a:lnTo>
                  <a:lnTo>
                    <a:pt x="3205375" y="3609975"/>
                  </a:lnTo>
                  <a:close/>
                </a:path>
                <a:path w="10121900" h="3609975">
                  <a:moveTo>
                    <a:pt x="3148226" y="3609975"/>
                  </a:moveTo>
                  <a:lnTo>
                    <a:pt x="3119650" y="3609975"/>
                  </a:lnTo>
                  <a:lnTo>
                    <a:pt x="3119650" y="3582739"/>
                  </a:lnTo>
                  <a:lnTo>
                    <a:pt x="3148226" y="3582739"/>
                  </a:lnTo>
                  <a:lnTo>
                    <a:pt x="3148226" y="3609975"/>
                  </a:lnTo>
                  <a:close/>
                </a:path>
                <a:path w="10121900" h="3609975">
                  <a:moveTo>
                    <a:pt x="3091076" y="3609975"/>
                  </a:moveTo>
                  <a:lnTo>
                    <a:pt x="3062501" y="3609975"/>
                  </a:lnTo>
                  <a:lnTo>
                    <a:pt x="3062501" y="3582739"/>
                  </a:lnTo>
                  <a:lnTo>
                    <a:pt x="3091076" y="3582739"/>
                  </a:lnTo>
                  <a:lnTo>
                    <a:pt x="3091076" y="3609975"/>
                  </a:lnTo>
                  <a:close/>
                </a:path>
                <a:path w="10121900" h="3609975">
                  <a:moveTo>
                    <a:pt x="3033925" y="3609975"/>
                  </a:moveTo>
                  <a:lnTo>
                    <a:pt x="3005351" y="3609975"/>
                  </a:lnTo>
                  <a:lnTo>
                    <a:pt x="3005351" y="3582739"/>
                  </a:lnTo>
                  <a:lnTo>
                    <a:pt x="3033925" y="3582739"/>
                  </a:lnTo>
                  <a:lnTo>
                    <a:pt x="3033925" y="3609975"/>
                  </a:lnTo>
                  <a:close/>
                </a:path>
                <a:path w="10121900" h="3609975">
                  <a:moveTo>
                    <a:pt x="2976775" y="3609975"/>
                  </a:moveTo>
                  <a:lnTo>
                    <a:pt x="2948200" y="3609975"/>
                  </a:lnTo>
                  <a:lnTo>
                    <a:pt x="2948200" y="3582739"/>
                  </a:lnTo>
                  <a:lnTo>
                    <a:pt x="2976775" y="3582739"/>
                  </a:lnTo>
                  <a:lnTo>
                    <a:pt x="2976775" y="3609975"/>
                  </a:lnTo>
                  <a:close/>
                </a:path>
                <a:path w="10121900" h="3609975">
                  <a:moveTo>
                    <a:pt x="2919626" y="3609975"/>
                  </a:moveTo>
                  <a:lnTo>
                    <a:pt x="2891050" y="3609975"/>
                  </a:lnTo>
                  <a:lnTo>
                    <a:pt x="2891050" y="3582739"/>
                  </a:lnTo>
                  <a:lnTo>
                    <a:pt x="2919626" y="3582739"/>
                  </a:lnTo>
                  <a:lnTo>
                    <a:pt x="2919626" y="3609975"/>
                  </a:lnTo>
                  <a:close/>
                </a:path>
                <a:path w="10121900" h="3609975">
                  <a:moveTo>
                    <a:pt x="2862476" y="3609975"/>
                  </a:moveTo>
                  <a:lnTo>
                    <a:pt x="2833901" y="3609975"/>
                  </a:lnTo>
                  <a:lnTo>
                    <a:pt x="2833901" y="3582739"/>
                  </a:lnTo>
                  <a:lnTo>
                    <a:pt x="2862476" y="3582739"/>
                  </a:lnTo>
                  <a:lnTo>
                    <a:pt x="2862476" y="3609975"/>
                  </a:lnTo>
                  <a:close/>
                </a:path>
                <a:path w="10121900" h="3609975">
                  <a:moveTo>
                    <a:pt x="2805325" y="3609975"/>
                  </a:moveTo>
                  <a:lnTo>
                    <a:pt x="2776751" y="3609975"/>
                  </a:lnTo>
                  <a:lnTo>
                    <a:pt x="2776751" y="3582739"/>
                  </a:lnTo>
                  <a:lnTo>
                    <a:pt x="2805325" y="3582739"/>
                  </a:lnTo>
                  <a:lnTo>
                    <a:pt x="2805325" y="3609975"/>
                  </a:lnTo>
                  <a:close/>
                </a:path>
                <a:path w="10121900" h="3609975">
                  <a:moveTo>
                    <a:pt x="2748175" y="3609975"/>
                  </a:moveTo>
                  <a:lnTo>
                    <a:pt x="2719600" y="3609975"/>
                  </a:lnTo>
                  <a:lnTo>
                    <a:pt x="2719600" y="3582739"/>
                  </a:lnTo>
                  <a:lnTo>
                    <a:pt x="2748175" y="3582739"/>
                  </a:lnTo>
                  <a:lnTo>
                    <a:pt x="2748175" y="3609975"/>
                  </a:lnTo>
                  <a:close/>
                </a:path>
                <a:path w="10121900" h="3609975">
                  <a:moveTo>
                    <a:pt x="2691026" y="3609975"/>
                  </a:moveTo>
                  <a:lnTo>
                    <a:pt x="2662450" y="3609975"/>
                  </a:lnTo>
                  <a:lnTo>
                    <a:pt x="2662450" y="3582739"/>
                  </a:lnTo>
                  <a:lnTo>
                    <a:pt x="2691026" y="3582739"/>
                  </a:lnTo>
                  <a:lnTo>
                    <a:pt x="2691026" y="3609975"/>
                  </a:lnTo>
                  <a:close/>
                </a:path>
                <a:path w="10121900" h="3609975">
                  <a:moveTo>
                    <a:pt x="2633876" y="3609975"/>
                  </a:moveTo>
                  <a:lnTo>
                    <a:pt x="2605301" y="3609975"/>
                  </a:lnTo>
                  <a:lnTo>
                    <a:pt x="2605301" y="3582739"/>
                  </a:lnTo>
                  <a:lnTo>
                    <a:pt x="2633876" y="3582739"/>
                  </a:lnTo>
                  <a:lnTo>
                    <a:pt x="2633876" y="3609975"/>
                  </a:lnTo>
                  <a:close/>
                </a:path>
                <a:path w="10121900" h="3609975">
                  <a:moveTo>
                    <a:pt x="2576725" y="3609975"/>
                  </a:moveTo>
                  <a:lnTo>
                    <a:pt x="2548151" y="3609975"/>
                  </a:lnTo>
                  <a:lnTo>
                    <a:pt x="2548151" y="3582739"/>
                  </a:lnTo>
                  <a:lnTo>
                    <a:pt x="2576725" y="3582739"/>
                  </a:lnTo>
                  <a:lnTo>
                    <a:pt x="2576725" y="3609975"/>
                  </a:lnTo>
                  <a:close/>
                </a:path>
                <a:path w="10121900" h="3609975">
                  <a:moveTo>
                    <a:pt x="2519575" y="3609975"/>
                  </a:moveTo>
                  <a:lnTo>
                    <a:pt x="2491000" y="3609975"/>
                  </a:lnTo>
                  <a:lnTo>
                    <a:pt x="2491000" y="3582739"/>
                  </a:lnTo>
                  <a:lnTo>
                    <a:pt x="2519575" y="3582739"/>
                  </a:lnTo>
                  <a:lnTo>
                    <a:pt x="2519575" y="3609975"/>
                  </a:lnTo>
                  <a:close/>
                </a:path>
                <a:path w="10121900" h="3609975">
                  <a:moveTo>
                    <a:pt x="2462425" y="3609975"/>
                  </a:moveTo>
                  <a:lnTo>
                    <a:pt x="2433850" y="3609975"/>
                  </a:lnTo>
                  <a:lnTo>
                    <a:pt x="2433850" y="3582739"/>
                  </a:lnTo>
                  <a:lnTo>
                    <a:pt x="2462425" y="3582739"/>
                  </a:lnTo>
                  <a:lnTo>
                    <a:pt x="2462425" y="3609975"/>
                  </a:lnTo>
                  <a:close/>
                </a:path>
                <a:path w="10121900" h="3609975">
                  <a:moveTo>
                    <a:pt x="2405275" y="3609975"/>
                  </a:moveTo>
                  <a:lnTo>
                    <a:pt x="2376700" y="3609975"/>
                  </a:lnTo>
                  <a:lnTo>
                    <a:pt x="2376700" y="3582739"/>
                  </a:lnTo>
                  <a:lnTo>
                    <a:pt x="2405275" y="3582739"/>
                  </a:lnTo>
                  <a:lnTo>
                    <a:pt x="2405275" y="3609975"/>
                  </a:lnTo>
                  <a:close/>
                </a:path>
                <a:path w="10121900" h="3609975">
                  <a:moveTo>
                    <a:pt x="2348125" y="3609975"/>
                  </a:moveTo>
                  <a:lnTo>
                    <a:pt x="2319550" y="3609975"/>
                  </a:lnTo>
                  <a:lnTo>
                    <a:pt x="2319550" y="3582739"/>
                  </a:lnTo>
                  <a:lnTo>
                    <a:pt x="2348125" y="3582739"/>
                  </a:lnTo>
                  <a:lnTo>
                    <a:pt x="2348125" y="3609975"/>
                  </a:lnTo>
                  <a:close/>
                </a:path>
                <a:path w="10121900" h="3609975">
                  <a:moveTo>
                    <a:pt x="2290975" y="3609975"/>
                  </a:moveTo>
                  <a:lnTo>
                    <a:pt x="2262400" y="3609975"/>
                  </a:lnTo>
                  <a:lnTo>
                    <a:pt x="2262400" y="3582739"/>
                  </a:lnTo>
                  <a:lnTo>
                    <a:pt x="2290975" y="3582739"/>
                  </a:lnTo>
                  <a:lnTo>
                    <a:pt x="2290975" y="3609975"/>
                  </a:lnTo>
                  <a:close/>
                </a:path>
                <a:path w="10121900" h="3609975">
                  <a:moveTo>
                    <a:pt x="2233825" y="3609975"/>
                  </a:moveTo>
                  <a:lnTo>
                    <a:pt x="2205250" y="3609975"/>
                  </a:lnTo>
                  <a:lnTo>
                    <a:pt x="2205250" y="3582739"/>
                  </a:lnTo>
                  <a:lnTo>
                    <a:pt x="2233825" y="3582739"/>
                  </a:lnTo>
                  <a:lnTo>
                    <a:pt x="2233825" y="3609975"/>
                  </a:lnTo>
                  <a:close/>
                </a:path>
                <a:path w="10121900" h="3609975">
                  <a:moveTo>
                    <a:pt x="2176675" y="3609975"/>
                  </a:moveTo>
                  <a:lnTo>
                    <a:pt x="2148100" y="3609975"/>
                  </a:lnTo>
                  <a:lnTo>
                    <a:pt x="2148100" y="3582739"/>
                  </a:lnTo>
                  <a:lnTo>
                    <a:pt x="2176675" y="3582739"/>
                  </a:lnTo>
                  <a:lnTo>
                    <a:pt x="2176675" y="3609975"/>
                  </a:lnTo>
                  <a:close/>
                </a:path>
                <a:path w="10121900" h="3609975">
                  <a:moveTo>
                    <a:pt x="2119525" y="3609975"/>
                  </a:moveTo>
                  <a:lnTo>
                    <a:pt x="2090950" y="3609975"/>
                  </a:lnTo>
                  <a:lnTo>
                    <a:pt x="2090950" y="3582739"/>
                  </a:lnTo>
                  <a:lnTo>
                    <a:pt x="2119525" y="3582739"/>
                  </a:lnTo>
                  <a:lnTo>
                    <a:pt x="2119525" y="3609975"/>
                  </a:lnTo>
                  <a:close/>
                </a:path>
                <a:path w="10121900" h="3609975">
                  <a:moveTo>
                    <a:pt x="2062375" y="3609975"/>
                  </a:moveTo>
                  <a:lnTo>
                    <a:pt x="2033800" y="3609975"/>
                  </a:lnTo>
                  <a:lnTo>
                    <a:pt x="2033800" y="3582739"/>
                  </a:lnTo>
                  <a:lnTo>
                    <a:pt x="2062375" y="3582739"/>
                  </a:lnTo>
                  <a:lnTo>
                    <a:pt x="2062375" y="3609975"/>
                  </a:lnTo>
                  <a:close/>
                </a:path>
                <a:path w="10121900" h="3609975">
                  <a:moveTo>
                    <a:pt x="2005225" y="3609975"/>
                  </a:moveTo>
                  <a:lnTo>
                    <a:pt x="1976650" y="3609975"/>
                  </a:lnTo>
                  <a:lnTo>
                    <a:pt x="1976650" y="3582739"/>
                  </a:lnTo>
                  <a:lnTo>
                    <a:pt x="2005225" y="3582739"/>
                  </a:lnTo>
                  <a:lnTo>
                    <a:pt x="2005225" y="3609975"/>
                  </a:lnTo>
                  <a:close/>
                </a:path>
                <a:path w="10121900" h="3609975">
                  <a:moveTo>
                    <a:pt x="1948075" y="3609975"/>
                  </a:moveTo>
                  <a:lnTo>
                    <a:pt x="1919500" y="3609975"/>
                  </a:lnTo>
                  <a:lnTo>
                    <a:pt x="1919500" y="3582739"/>
                  </a:lnTo>
                  <a:lnTo>
                    <a:pt x="1948075" y="3582739"/>
                  </a:lnTo>
                  <a:lnTo>
                    <a:pt x="1948075" y="3609975"/>
                  </a:lnTo>
                  <a:close/>
                </a:path>
                <a:path w="10121900" h="3609975">
                  <a:moveTo>
                    <a:pt x="1890925" y="3609975"/>
                  </a:moveTo>
                  <a:lnTo>
                    <a:pt x="1862350" y="3609975"/>
                  </a:lnTo>
                  <a:lnTo>
                    <a:pt x="1862350" y="3582739"/>
                  </a:lnTo>
                  <a:lnTo>
                    <a:pt x="1890925" y="3582739"/>
                  </a:lnTo>
                  <a:lnTo>
                    <a:pt x="1890925" y="3609975"/>
                  </a:lnTo>
                  <a:close/>
                </a:path>
                <a:path w="10121900" h="3609975">
                  <a:moveTo>
                    <a:pt x="1833775" y="3609975"/>
                  </a:moveTo>
                  <a:lnTo>
                    <a:pt x="1805200" y="3609975"/>
                  </a:lnTo>
                  <a:lnTo>
                    <a:pt x="1805200" y="3582739"/>
                  </a:lnTo>
                  <a:lnTo>
                    <a:pt x="1833775" y="3582739"/>
                  </a:lnTo>
                  <a:lnTo>
                    <a:pt x="1833775" y="3609975"/>
                  </a:lnTo>
                  <a:close/>
                </a:path>
                <a:path w="10121900" h="3609975">
                  <a:moveTo>
                    <a:pt x="1776625" y="3609975"/>
                  </a:moveTo>
                  <a:lnTo>
                    <a:pt x="1748050" y="3609975"/>
                  </a:lnTo>
                  <a:lnTo>
                    <a:pt x="1748050" y="3582739"/>
                  </a:lnTo>
                  <a:lnTo>
                    <a:pt x="1776625" y="3582739"/>
                  </a:lnTo>
                  <a:lnTo>
                    <a:pt x="1776625" y="3609975"/>
                  </a:lnTo>
                  <a:close/>
                </a:path>
                <a:path w="10121900" h="3609975">
                  <a:moveTo>
                    <a:pt x="1719475" y="3609975"/>
                  </a:moveTo>
                  <a:lnTo>
                    <a:pt x="1690900" y="3609975"/>
                  </a:lnTo>
                  <a:lnTo>
                    <a:pt x="1690900" y="3582739"/>
                  </a:lnTo>
                  <a:lnTo>
                    <a:pt x="1719475" y="3582739"/>
                  </a:lnTo>
                  <a:lnTo>
                    <a:pt x="1719475" y="3609975"/>
                  </a:lnTo>
                  <a:close/>
                </a:path>
                <a:path w="10121900" h="3609975">
                  <a:moveTo>
                    <a:pt x="1662325" y="3609975"/>
                  </a:moveTo>
                  <a:lnTo>
                    <a:pt x="1633750" y="3609975"/>
                  </a:lnTo>
                  <a:lnTo>
                    <a:pt x="1633750" y="3582739"/>
                  </a:lnTo>
                  <a:lnTo>
                    <a:pt x="1662325" y="3582739"/>
                  </a:lnTo>
                  <a:lnTo>
                    <a:pt x="1662325" y="3609975"/>
                  </a:lnTo>
                  <a:close/>
                </a:path>
                <a:path w="10121900" h="3609975">
                  <a:moveTo>
                    <a:pt x="1605175" y="3609975"/>
                  </a:moveTo>
                  <a:lnTo>
                    <a:pt x="1576600" y="3609975"/>
                  </a:lnTo>
                  <a:lnTo>
                    <a:pt x="1576600" y="3582739"/>
                  </a:lnTo>
                  <a:lnTo>
                    <a:pt x="1605175" y="3582739"/>
                  </a:lnTo>
                  <a:lnTo>
                    <a:pt x="1605175" y="3609975"/>
                  </a:lnTo>
                  <a:close/>
                </a:path>
                <a:path w="10121900" h="3609975">
                  <a:moveTo>
                    <a:pt x="1548025" y="3609975"/>
                  </a:moveTo>
                  <a:lnTo>
                    <a:pt x="1519450" y="3609975"/>
                  </a:lnTo>
                  <a:lnTo>
                    <a:pt x="1519450" y="3582739"/>
                  </a:lnTo>
                  <a:lnTo>
                    <a:pt x="1548025" y="3582739"/>
                  </a:lnTo>
                  <a:lnTo>
                    <a:pt x="1548025" y="3609975"/>
                  </a:lnTo>
                  <a:close/>
                </a:path>
                <a:path w="10121900" h="3609975">
                  <a:moveTo>
                    <a:pt x="1490875" y="3609975"/>
                  </a:moveTo>
                  <a:lnTo>
                    <a:pt x="1462300" y="3609975"/>
                  </a:lnTo>
                  <a:lnTo>
                    <a:pt x="1462300" y="3582739"/>
                  </a:lnTo>
                  <a:lnTo>
                    <a:pt x="1490875" y="3582739"/>
                  </a:lnTo>
                  <a:lnTo>
                    <a:pt x="1490875" y="3609975"/>
                  </a:lnTo>
                  <a:close/>
                </a:path>
                <a:path w="10121900" h="3609975">
                  <a:moveTo>
                    <a:pt x="1433725" y="3609975"/>
                  </a:moveTo>
                  <a:lnTo>
                    <a:pt x="1405150" y="3609975"/>
                  </a:lnTo>
                  <a:lnTo>
                    <a:pt x="1405150" y="3582739"/>
                  </a:lnTo>
                  <a:lnTo>
                    <a:pt x="1433725" y="3582739"/>
                  </a:lnTo>
                  <a:lnTo>
                    <a:pt x="1433725" y="3609975"/>
                  </a:lnTo>
                  <a:close/>
                </a:path>
                <a:path w="10121900" h="3609975">
                  <a:moveTo>
                    <a:pt x="1376575" y="3609975"/>
                  </a:moveTo>
                  <a:lnTo>
                    <a:pt x="1348000" y="3609975"/>
                  </a:lnTo>
                  <a:lnTo>
                    <a:pt x="1348000" y="3582739"/>
                  </a:lnTo>
                  <a:lnTo>
                    <a:pt x="1376575" y="3582739"/>
                  </a:lnTo>
                  <a:lnTo>
                    <a:pt x="1376575" y="3609975"/>
                  </a:lnTo>
                  <a:close/>
                </a:path>
                <a:path w="10121900" h="3609975">
                  <a:moveTo>
                    <a:pt x="1319425" y="3609975"/>
                  </a:moveTo>
                  <a:lnTo>
                    <a:pt x="1290850" y="3609975"/>
                  </a:lnTo>
                  <a:lnTo>
                    <a:pt x="1290850" y="3582739"/>
                  </a:lnTo>
                  <a:lnTo>
                    <a:pt x="1319425" y="3582739"/>
                  </a:lnTo>
                  <a:lnTo>
                    <a:pt x="1319425" y="3609975"/>
                  </a:lnTo>
                  <a:close/>
                </a:path>
                <a:path w="10121900" h="3609975">
                  <a:moveTo>
                    <a:pt x="1262275" y="3609975"/>
                  </a:moveTo>
                  <a:lnTo>
                    <a:pt x="1233700" y="3609975"/>
                  </a:lnTo>
                  <a:lnTo>
                    <a:pt x="1233700" y="3582739"/>
                  </a:lnTo>
                  <a:lnTo>
                    <a:pt x="1262275" y="3582739"/>
                  </a:lnTo>
                  <a:lnTo>
                    <a:pt x="1262275" y="3609975"/>
                  </a:lnTo>
                  <a:close/>
                </a:path>
                <a:path w="10121900" h="3609975">
                  <a:moveTo>
                    <a:pt x="1205125" y="3609975"/>
                  </a:moveTo>
                  <a:lnTo>
                    <a:pt x="1176550" y="3609975"/>
                  </a:lnTo>
                  <a:lnTo>
                    <a:pt x="1176550" y="3582739"/>
                  </a:lnTo>
                  <a:lnTo>
                    <a:pt x="1205125" y="3582739"/>
                  </a:lnTo>
                  <a:lnTo>
                    <a:pt x="1205125" y="3609975"/>
                  </a:lnTo>
                  <a:close/>
                </a:path>
                <a:path w="10121900" h="3609975">
                  <a:moveTo>
                    <a:pt x="1147975" y="3609975"/>
                  </a:moveTo>
                  <a:lnTo>
                    <a:pt x="1119400" y="3609975"/>
                  </a:lnTo>
                  <a:lnTo>
                    <a:pt x="1119400" y="3582739"/>
                  </a:lnTo>
                  <a:lnTo>
                    <a:pt x="1147975" y="3582739"/>
                  </a:lnTo>
                  <a:lnTo>
                    <a:pt x="1147975" y="3609975"/>
                  </a:lnTo>
                  <a:close/>
                </a:path>
                <a:path w="10121900" h="3609975">
                  <a:moveTo>
                    <a:pt x="1090825" y="3609975"/>
                  </a:moveTo>
                  <a:lnTo>
                    <a:pt x="1062250" y="3609975"/>
                  </a:lnTo>
                  <a:lnTo>
                    <a:pt x="1062250" y="3582739"/>
                  </a:lnTo>
                  <a:lnTo>
                    <a:pt x="1090825" y="3582739"/>
                  </a:lnTo>
                  <a:lnTo>
                    <a:pt x="1090825" y="3609975"/>
                  </a:lnTo>
                  <a:close/>
                </a:path>
                <a:path w="10121900" h="3609975">
                  <a:moveTo>
                    <a:pt x="1033675" y="3609975"/>
                  </a:moveTo>
                  <a:lnTo>
                    <a:pt x="1005100" y="3609975"/>
                  </a:lnTo>
                  <a:lnTo>
                    <a:pt x="1005100" y="3582739"/>
                  </a:lnTo>
                  <a:lnTo>
                    <a:pt x="1033675" y="3582739"/>
                  </a:lnTo>
                  <a:lnTo>
                    <a:pt x="1033675" y="3609975"/>
                  </a:lnTo>
                  <a:close/>
                </a:path>
                <a:path w="10121900" h="3609975">
                  <a:moveTo>
                    <a:pt x="976525" y="3609975"/>
                  </a:moveTo>
                  <a:lnTo>
                    <a:pt x="947950" y="3609975"/>
                  </a:lnTo>
                  <a:lnTo>
                    <a:pt x="947950" y="3582739"/>
                  </a:lnTo>
                  <a:lnTo>
                    <a:pt x="976525" y="3582739"/>
                  </a:lnTo>
                  <a:lnTo>
                    <a:pt x="976525" y="3609975"/>
                  </a:lnTo>
                  <a:close/>
                </a:path>
                <a:path w="10121900" h="3609975">
                  <a:moveTo>
                    <a:pt x="919375" y="3609975"/>
                  </a:moveTo>
                  <a:lnTo>
                    <a:pt x="890800" y="3609975"/>
                  </a:lnTo>
                  <a:lnTo>
                    <a:pt x="890800" y="3582739"/>
                  </a:lnTo>
                  <a:lnTo>
                    <a:pt x="919375" y="3582739"/>
                  </a:lnTo>
                  <a:lnTo>
                    <a:pt x="919375" y="3609975"/>
                  </a:lnTo>
                  <a:close/>
                </a:path>
                <a:path w="10121900" h="3609975">
                  <a:moveTo>
                    <a:pt x="862225" y="3609975"/>
                  </a:moveTo>
                  <a:lnTo>
                    <a:pt x="833650" y="3609975"/>
                  </a:lnTo>
                  <a:lnTo>
                    <a:pt x="833650" y="3582739"/>
                  </a:lnTo>
                  <a:lnTo>
                    <a:pt x="862225" y="3582739"/>
                  </a:lnTo>
                  <a:lnTo>
                    <a:pt x="862225" y="3609975"/>
                  </a:lnTo>
                  <a:close/>
                </a:path>
                <a:path w="10121900" h="3609975">
                  <a:moveTo>
                    <a:pt x="805075" y="3609975"/>
                  </a:moveTo>
                  <a:lnTo>
                    <a:pt x="776500" y="3609975"/>
                  </a:lnTo>
                  <a:lnTo>
                    <a:pt x="776500" y="3582739"/>
                  </a:lnTo>
                  <a:lnTo>
                    <a:pt x="805075" y="3582739"/>
                  </a:lnTo>
                  <a:lnTo>
                    <a:pt x="805075" y="3609975"/>
                  </a:lnTo>
                  <a:close/>
                </a:path>
                <a:path w="10121900" h="3609975">
                  <a:moveTo>
                    <a:pt x="747925" y="3609975"/>
                  </a:moveTo>
                  <a:lnTo>
                    <a:pt x="719350" y="3609975"/>
                  </a:lnTo>
                  <a:lnTo>
                    <a:pt x="719350" y="3582739"/>
                  </a:lnTo>
                  <a:lnTo>
                    <a:pt x="747925" y="3582739"/>
                  </a:lnTo>
                  <a:lnTo>
                    <a:pt x="747925" y="3609975"/>
                  </a:lnTo>
                  <a:close/>
                </a:path>
                <a:path w="10121900" h="3609975">
                  <a:moveTo>
                    <a:pt x="690775" y="3609975"/>
                  </a:moveTo>
                  <a:lnTo>
                    <a:pt x="662200" y="3609975"/>
                  </a:lnTo>
                  <a:lnTo>
                    <a:pt x="662200" y="3582739"/>
                  </a:lnTo>
                  <a:lnTo>
                    <a:pt x="690775" y="3582739"/>
                  </a:lnTo>
                  <a:lnTo>
                    <a:pt x="690775" y="3609975"/>
                  </a:lnTo>
                  <a:close/>
                </a:path>
                <a:path w="10121900" h="3609975">
                  <a:moveTo>
                    <a:pt x="633625" y="3609975"/>
                  </a:moveTo>
                  <a:lnTo>
                    <a:pt x="605050" y="3609975"/>
                  </a:lnTo>
                  <a:lnTo>
                    <a:pt x="605050" y="3582739"/>
                  </a:lnTo>
                  <a:lnTo>
                    <a:pt x="633625" y="3582739"/>
                  </a:lnTo>
                  <a:lnTo>
                    <a:pt x="633625" y="3609975"/>
                  </a:lnTo>
                  <a:close/>
                </a:path>
                <a:path w="10121900" h="3609975">
                  <a:moveTo>
                    <a:pt x="576475" y="3609975"/>
                  </a:moveTo>
                  <a:lnTo>
                    <a:pt x="547900" y="3609975"/>
                  </a:lnTo>
                  <a:lnTo>
                    <a:pt x="547900" y="3582739"/>
                  </a:lnTo>
                  <a:lnTo>
                    <a:pt x="576475" y="3582739"/>
                  </a:lnTo>
                  <a:lnTo>
                    <a:pt x="576475" y="3609975"/>
                  </a:lnTo>
                  <a:close/>
                </a:path>
                <a:path w="10121900" h="3609975">
                  <a:moveTo>
                    <a:pt x="519325" y="3609975"/>
                  </a:moveTo>
                  <a:lnTo>
                    <a:pt x="490750" y="3609975"/>
                  </a:lnTo>
                  <a:lnTo>
                    <a:pt x="490750" y="3582739"/>
                  </a:lnTo>
                  <a:lnTo>
                    <a:pt x="519325" y="3582739"/>
                  </a:lnTo>
                  <a:lnTo>
                    <a:pt x="519325" y="3609975"/>
                  </a:lnTo>
                  <a:close/>
                </a:path>
                <a:path w="10121900" h="3609975">
                  <a:moveTo>
                    <a:pt x="462175" y="3609975"/>
                  </a:moveTo>
                  <a:lnTo>
                    <a:pt x="433600" y="3609975"/>
                  </a:lnTo>
                  <a:lnTo>
                    <a:pt x="433600" y="3582739"/>
                  </a:lnTo>
                  <a:lnTo>
                    <a:pt x="462175" y="3582739"/>
                  </a:lnTo>
                  <a:lnTo>
                    <a:pt x="462175" y="3609975"/>
                  </a:lnTo>
                  <a:close/>
                </a:path>
                <a:path w="10121900" h="3609975">
                  <a:moveTo>
                    <a:pt x="405025" y="3609975"/>
                  </a:moveTo>
                  <a:lnTo>
                    <a:pt x="376450" y="3609975"/>
                  </a:lnTo>
                  <a:lnTo>
                    <a:pt x="376450" y="3582739"/>
                  </a:lnTo>
                  <a:lnTo>
                    <a:pt x="405025" y="3582739"/>
                  </a:lnTo>
                  <a:lnTo>
                    <a:pt x="405025" y="3609975"/>
                  </a:lnTo>
                  <a:close/>
                </a:path>
                <a:path w="10121900" h="3609975">
                  <a:moveTo>
                    <a:pt x="347875" y="3609975"/>
                  </a:moveTo>
                  <a:lnTo>
                    <a:pt x="319300" y="3609975"/>
                  </a:lnTo>
                  <a:lnTo>
                    <a:pt x="319300" y="3582739"/>
                  </a:lnTo>
                  <a:lnTo>
                    <a:pt x="347875" y="3582739"/>
                  </a:lnTo>
                  <a:lnTo>
                    <a:pt x="347875" y="3609975"/>
                  </a:lnTo>
                  <a:close/>
                </a:path>
                <a:path w="10121900" h="3609975">
                  <a:moveTo>
                    <a:pt x="290725" y="3609975"/>
                  </a:moveTo>
                  <a:lnTo>
                    <a:pt x="262150" y="3609975"/>
                  </a:lnTo>
                  <a:lnTo>
                    <a:pt x="262150" y="3582739"/>
                  </a:lnTo>
                  <a:lnTo>
                    <a:pt x="290725" y="3582739"/>
                  </a:lnTo>
                  <a:lnTo>
                    <a:pt x="290725" y="3609975"/>
                  </a:lnTo>
                  <a:close/>
                </a:path>
                <a:path w="10121900" h="3609975">
                  <a:moveTo>
                    <a:pt x="233575" y="3609975"/>
                  </a:moveTo>
                  <a:lnTo>
                    <a:pt x="205000" y="3609975"/>
                  </a:lnTo>
                  <a:lnTo>
                    <a:pt x="205000" y="3582739"/>
                  </a:lnTo>
                  <a:lnTo>
                    <a:pt x="233575" y="3582739"/>
                  </a:lnTo>
                  <a:lnTo>
                    <a:pt x="233575" y="3609975"/>
                  </a:lnTo>
                  <a:close/>
                </a:path>
                <a:path w="10121900" h="3609975">
                  <a:moveTo>
                    <a:pt x="176425" y="3609909"/>
                  </a:moveTo>
                  <a:lnTo>
                    <a:pt x="147720" y="3609909"/>
                  </a:lnTo>
                  <a:lnTo>
                    <a:pt x="150122" y="3582739"/>
                  </a:lnTo>
                  <a:lnTo>
                    <a:pt x="150168" y="3582221"/>
                  </a:lnTo>
                  <a:lnTo>
                    <a:pt x="154077" y="3582566"/>
                  </a:lnTo>
                  <a:lnTo>
                    <a:pt x="157994" y="3582739"/>
                  </a:lnTo>
                  <a:lnTo>
                    <a:pt x="176425" y="3582739"/>
                  </a:lnTo>
                  <a:lnTo>
                    <a:pt x="176425" y="3609909"/>
                  </a:lnTo>
                  <a:close/>
                </a:path>
                <a:path w="10121900" h="3609975">
                  <a:moveTo>
                    <a:pt x="119573" y="3604950"/>
                  </a:moveTo>
                  <a:lnTo>
                    <a:pt x="99955" y="3598989"/>
                  </a:lnTo>
                  <a:lnTo>
                    <a:pt x="92854" y="3595198"/>
                  </a:lnTo>
                  <a:lnTo>
                    <a:pt x="104835" y="3569903"/>
                  </a:lnTo>
                  <a:lnTo>
                    <a:pt x="111949" y="3573273"/>
                  </a:lnTo>
                  <a:lnTo>
                    <a:pt x="119302" y="3575991"/>
                  </a:lnTo>
                  <a:lnTo>
                    <a:pt x="126895" y="3578058"/>
                  </a:lnTo>
                  <a:lnTo>
                    <a:pt x="119573" y="3604950"/>
                  </a:lnTo>
                  <a:close/>
                </a:path>
                <a:path w="10121900" h="3609975">
                  <a:moveTo>
                    <a:pt x="68168" y="3580898"/>
                  </a:moveTo>
                  <a:lnTo>
                    <a:pt x="47424" y="3563890"/>
                  </a:lnTo>
                  <a:lnTo>
                    <a:pt x="46118" y="3562296"/>
                  </a:lnTo>
                  <a:lnTo>
                    <a:pt x="66316" y="3542352"/>
                  </a:lnTo>
                  <a:lnTo>
                    <a:pt x="72863" y="3548917"/>
                  </a:lnTo>
                  <a:lnTo>
                    <a:pt x="78490" y="3553680"/>
                  </a:lnTo>
                  <a:lnTo>
                    <a:pt x="84512" y="3557973"/>
                  </a:lnTo>
                  <a:lnTo>
                    <a:pt x="68168" y="3580898"/>
                  </a:lnTo>
                  <a:close/>
                </a:path>
                <a:path w="10121900" h="3609975">
                  <a:moveTo>
                    <a:pt x="27844" y="3540009"/>
                  </a:moveTo>
                  <a:lnTo>
                    <a:pt x="27204" y="3539228"/>
                  </a:lnTo>
                  <a:lnTo>
                    <a:pt x="14220" y="3514910"/>
                  </a:lnTo>
                  <a:lnTo>
                    <a:pt x="40028" y="3503463"/>
                  </a:lnTo>
                  <a:lnTo>
                    <a:pt x="43223" y="3510667"/>
                  </a:lnTo>
                  <a:lnTo>
                    <a:pt x="47027" y="3517534"/>
                  </a:lnTo>
                  <a:lnTo>
                    <a:pt x="51439" y="3524062"/>
                  </a:lnTo>
                  <a:lnTo>
                    <a:pt x="27844" y="3540009"/>
                  </a:lnTo>
                  <a:close/>
                </a:path>
                <a:path w="10121900" h="3609975">
                  <a:moveTo>
                    <a:pt x="5193" y="3487889"/>
                  </a:moveTo>
                  <a:lnTo>
                    <a:pt x="3139" y="3481132"/>
                  </a:lnTo>
                  <a:lnTo>
                    <a:pt x="1004" y="3459552"/>
                  </a:lnTo>
                  <a:lnTo>
                    <a:pt x="28839" y="3457796"/>
                  </a:lnTo>
                  <a:lnTo>
                    <a:pt x="29338" y="3465704"/>
                  </a:lnTo>
                  <a:lnTo>
                    <a:pt x="30532" y="3473506"/>
                  </a:lnTo>
                  <a:lnTo>
                    <a:pt x="32406" y="3481132"/>
                  </a:lnTo>
                  <a:lnTo>
                    <a:pt x="32702" y="3481132"/>
                  </a:lnTo>
                  <a:lnTo>
                    <a:pt x="5193" y="3487889"/>
                  </a:lnTo>
                  <a:close/>
                </a:path>
                <a:path w="10121900" h="3609975">
                  <a:moveTo>
                    <a:pt x="28574" y="3430862"/>
                  </a:moveTo>
                  <a:lnTo>
                    <a:pt x="0" y="3430862"/>
                  </a:lnTo>
                  <a:lnTo>
                    <a:pt x="0" y="3402287"/>
                  </a:lnTo>
                  <a:lnTo>
                    <a:pt x="28574" y="3402287"/>
                  </a:lnTo>
                  <a:lnTo>
                    <a:pt x="28574" y="3430862"/>
                  </a:lnTo>
                  <a:close/>
                </a:path>
                <a:path w="10121900" h="3609975">
                  <a:moveTo>
                    <a:pt x="28574" y="3373712"/>
                  </a:moveTo>
                  <a:lnTo>
                    <a:pt x="0" y="3373712"/>
                  </a:lnTo>
                  <a:lnTo>
                    <a:pt x="0" y="3345137"/>
                  </a:lnTo>
                  <a:lnTo>
                    <a:pt x="28574" y="3345137"/>
                  </a:lnTo>
                  <a:lnTo>
                    <a:pt x="28574" y="3373712"/>
                  </a:lnTo>
                  <a:close/>
                </a:path>
                <a:path w="10121900" h="3609975">
                  <a:moveTo>
                    <a:pt x="28574" y="3316562"/>
                  </a:moveTo>
                  <a:lnTo>
                    <a:pt x="0" y="3316562"/>
                  </a:lnTo>
                  <a:lnTo>
                    <a:pt x="0" y="3287987"/>
                  </a:lnTo>
                  <a:lnTo>
                    <a:pt x="28574" y="3287987"/>
                  </a:lnTo>
                  <a:lnTo>
                    <a:pt x="28574" y="3316562"/>
                  </a:lnTo>
                  <a:close/>
                </a:path>
                <a:path w="10121900" h="3609975">
                  <a:moveTo>
                    <a:pt x="28574" y="3259412"/>
                  </a:moveTo>
                  <a:lnTo>
                    <a:pt x="0" y="3259412"/>
                  </a:lnTo>
                  <a:lnTo>
                    <a:pt x="0" y="3230837"/>
                  </a:lnTo>
                  <a:lnTo>
                    <a:pt x="28574" y="3230837"/>
                  </a:lnTo>
                  <a:lnTo>
                    <a:pt x="28574" y="3259412"/>
                  </a:lnTo>
                  <a:close/>
                </a:path>
                <a:path w="10121900" h="3609975">
                  <a:moveTo>
                    <a:pt x="28574" y="3202262"/>
                  </a:moveTo>
                  <a:lnTo>
                    <a:pt x="0" y="3202262"/>
                  </a:lnTo>
                  <a:lnTo>
                    <a:pt x="0" y="3173687"/>
                  </a:lnTo>
                  <a:lnTo>
                    <a:pt x="28574" y="3173687"/>
                  </a:lnTo>
                  <a:lnTo>
                    <a:pt x="28574" y="3202262"/>
                  </a:lnTo>
                  <a:close/>
                </a:path>
                <a:path w="10121900" h="3609975">
                  <a:moveTo>
                    <a:pt x="28574" y="3145112"/>
                  </a:moveTo>
                  <a:lnTo>
                    <a:pt x="0" y="3145112"/>
                  </a:lnTo>
                  <a:lnTo>
                    <a:pt x="0" y="3116537"/>
                  </a:lnTo>
                  <a:lnTo>
                    <a:pt x="28574" y="3116537"/>
                  </a:lnTo>
                  <a:lnTo>
                    <a:pt x="28574" y="3145112"/>
                  </a:lnTo>
                  <a:close/>
                </a:path>
                <a:path w="10121900" h="3609975">
                  <a:moveTo>
                    <a:pt x="28574" y="3087962"/>
                  </a:moveTo>
                  <a:lnTo>
                    <a:pt x="0" y="3087962"/>
                  </a:lnTo>
                  <a:lnTo>
                    <a:pt x="0" y="3059386"/>
                  </a:lnTo>
                  <a:lnTo>
                    <a:pt x="28574" y="3059386"/>
                  </a:lnTo>
                  <a:lnTo>
                    <a:pt x="28574" y="3087962"/>
                  </a:lnTo>
                  <a:close/>
                </a:path>
                <a:path w="10121900" h="3609975">
                  <a:moveTo>
                    <a:pt x="28574" y="3030811"/>
                  </a:moveTo>
                  <a:lnTo>
                    <a:pt x="0" y="3030811"/>
                  </a:lnTo>
                  <a:lnTo>
                    <a:pt x="0" y="3002236"/>
                  </a:lnTo>
                  <a:lnTo>
                    <a:pt x="28574" y="3002236"/>
                  </a:lnTo>
                  <a:lnTo>
                    <a:pt x="28574" y="3030811"/>
                  </a:lnTo>
                  <a:close/>
                </a:path>
                <a:path w="10121900" h="3609975">
                  <a:moveTo>
                    <a:pt x="28574" y="2973661"/>
                  </a:moveTo>
                  <a:lnTo>
                    <a:pt x="0" y="2973661"/>
                  </a:lnTo>
                  <a:lnTo>
                    <a:pt x="0" y="2945086"/>
                  </a:lnTo>
                  <a:lnTo>
                    <a:pt x="28574" y="2945086"/>
                  </a:lnTo>
                  <a:lnTo>
                    <a:pt x="28574" y="2973661"/>
                  </a:lnTo>
                  <a:close/>
                </a:path>
                <a:path w="10121900" h="3609975">
                  <a:moveTo>
                    <a:pt x="28574" y="2916511"/>
                  </a:moveTo>
                  <a:lnTo>
                    <a:pt x="0" y="2916511"/>
                  </a:lnTo>
                  <a:lnTo>
                    <a:pt x="0" y="2887936"/>
                  </a:lnTo>
                  <a:lnTo>
                    <a:pt x="28574" y="2887936"/>
                  </a:lnTo>
                  <a:lnTo>
                    <a:pt x="28574" y="2916511"/>
                  </a:lnTo>
                  <a:close/>
                </a:path>
                <a:path w="10121900" h="3609975">
                  <a:moveTo>
                    <a:pt x="28574" y="2859361"/>
                  </a:moveTo>
                  <a:lnTo>
                    <a:pt x="0" y="2859361"/>
                  </a:lnTo>
                  <a:lnTo>
                    <a:pt x="0" y="2830786"/>
                  </a:lnTo>
                  <a:lnTo>
                    <a:pt x="28574" y="2830786"/>
                  </a:lnTo>
                  <a:lnTo>
                    <a:pt x="28574" y="2859361"/>
                  </a:lnTo>
                  <a:close/>
                </a:path>
                <a:path w="10121900" h="3609975">
                  <a:moveTo>
                    <a:pt x="28574" y="2802211"/>
                  </a:moveTo>
                  <a:lnTo>
                    <a:pt x="0" y="2802211"/>
                  </a:lnTo>
                  <a:lnTo>
                    <a:pt x="0" y="2773636"/>
                  </a:lnTo>
                  <a:lnTo>
                    <a:pt x="28574" y="2773636"/>
                  </a:lnTo>
                  <a:lnTo>
                    <a:pt x="28574" y="2802211"/>
                  </a:lnTo>
                  <a:close/>
                </a:path>
                <a:path w="10121900" h="3609975">
                  <a:moveTo>
                    <a:pt x="28574" y="2745061"/>
                  </a:moveTo>
                  <a:lnTo>
                    <a:pt x="0" y="2745061"/>
                  </a:lnTo>
                  <a:lnTo>
                    <a:pt x="0" y="2716486"/>
                  </a:lnTo>
                  <a:lnTo>
                    <a:pt x="28574" y="2716486"/>
                  </a:lnTo>
                  <a:lnTo>
                    <a:pt x="28574" y="2745061"/>
                  </a:lnTo>
                  <a:close/>
                </a:path>
                <a:path w="10121900" h="3609975">
                  <a:moveTo>
                    <a:pt x="28574" y="2687911"/>
                  </a:moveTo>
                  <a:lnTo>
                    <a:pt x="0" y="2687911"/>
                  </a:lnTo>
                  <a:lnTo>
                    <a:pt x="0" y="2659336"/>
                  </a:lnTo>
                  <a:lnTo>
                    <a:pt x="28574" y="2659336"/>
                  </a:lnTo>
                  <a:lnTo>
                    <a:pt x="28574" y="2687911"/>
                  </a:lnTo>
                  <a:close/>
                </a:path>
                <a:path w="10121900" h="3609975">
                  <a:moveTo>
                    <a:pt x="28574" y="2630761"/>
                  </a:moveTo>
                  <a:lnTo>
                    <a:pt x="0" y="2630761"/>
                  </a:lnTo>
                  <a:lnTo>
                    <a:pt x="0" y="2602186"/>
                  </a:lnTo>
                  <a:lnTo>
                    <a:pt x="28574" y="2602186"/>
                  </a:lnTo>
                  <a:lnTo>
                    <a:pt x="28574" y="2630761"/>
                  </a:lnTo>
                  <a:close/>
                </a:path>
                <a:path w="10121900" h="3609975">
                  <a:moveTo>
                    <a:pt x="28574" y="2573611"/>
                  </a:moveTo>
                  <a:lnTo>
                    <a:pt x="0" y="2573611"/>
                  </a:lnTo>
                  <a:lnTo>
                    <a:pt x="0" y="2545036"/>
                  </a:lnTo>
                  <a:lnTo>
                    <a:pt x="28574" y="2545036"/>
                  </a:lnTo>
                  <a:lnTo>
                    <a:pt x="28574" y="2573611"/>
                  </a:lnTo>
                  <a:close/>
                </a:path>
                <a:path w="10121900" h="3609975">
                  <a:moveTo>
                    <a:pt x="28574" y="2516461"/>
                  </a:moveTo>
                  <a:lnTo>
                    <a:pt x="0" y="2516461"/>
                  </a:lnTo>
                  <a:lnTo>
                    <a:pt x="0" y="2487886"/>
                  </a:lnTo>
                  <a:lnTo>
                    <a:pt x="28574" y="2487886"/>
                  </a:lnTo>
                  <a:lnTo>
                    <a:pt x="28574" y="2516461"/>
                  </a:lnTo>
                  <a:close/>
                </a:path>
                <a:path w="10121900" h="3609975">
                  <a:moveTo>
                    <a:pt x="28574" y="2459311"/>
                  </a:moveTo>
                  <a:lnTo>
                    <a:pt x="0" y="2459311"/>
                  </a:lnTo>
                  <a:lnTo>
                    <a:pt x="0" y="2430736"/>
                  </a:lnTo>
                  <a:lnTo>
                    <a:pt x="28574" y="2430736"/>
                  </a:lnTo>
                  <a:lnTo>
                    <a:pt x="28574" y="2459311"/>
                  </a:lnTo>
                  <a:close/>
                </a:path>
                <a:path w="10121900" h="3609975">
                  <a:moveTo>
                    <a:pt x="28574" y="2402161"/>
                  </a:moveTo>
                  <a:lnTo>
                    <a:pt x="0" y="2402161"/>
                  </a:lnTo>
                  <a:lnTo>
                    <a:pt x="0" y="2373586"/>
                  </a:lnTo>
                  <a:lnTo>
                    <a:pt x="28574" y="2373586"/>
                  </a:lnTo>
                  <a:lnTo>
                    <a:pt x="28574" y="2402161"/>
                  </a:lnTo>
                  <a:close/>
                </a:path>
                <a:path w="10121900" h="3609975">
                  <a:moveTo>
                    <a:pt x="28574" y="2345011"/>
                  </a:moveTo>
                  <a:lnTo>
                    <a:pt x="0" y="2345011"/>
                  </a:lnTo>
                  <a:lnTo>
                    <a:pt x="0" y="2316436"/>
                  </a:lnTo>
                  <a:lnTo>
                    <a:pt x="28574" y="2316436"/>
                  </a:lnTo>
                  <a:lnTo>
                    <a:pt x="28574" y="2345011"/>
                  </a:lnTo>
                  <a:close/>
                </a:path>
                <a:path w="10121900" h="3609975">
                  <a:moveTo>
                    <a:pt x="28574" y="2287861"/>
                  </a:moveTo>
                  <a:lnTo>
                    <a:pt x="0" y="2287861"/>
                  </a:lnTo>
                  <a:lnTo>
                    <a:pt x="0" y="2259286"/>
                  </a:lnTo>
                  <a:lnTo>
                    <a:pt x="28574" y="2259286"/>
                  </a:lnTo>
                  <a:lnTo>
                    <a:pt x="28574" y="2287861"/>
                  </a:lnTo>
                  <a:close/>
                </a:path>
                <a:path w="10121900" h="3609975">
                  <a:moveTo>
                    <a:pt x="28574" y="2230711"/>
                  </a:moveTo>
                  <a:lnTo>
                    <a:pt x="0" y="2230711"/>
                  </a:lnTo>
                  <a:lnTo>
                    <a:pt x="0" y="2202136"/>
                  </a:lnTo>
                  <a:lnTo>
                    <a:pt x="28574" y="2202136"/>
                  </a:lnTo>
                  <a:lnTo>
                    <a:pt x="28574" y="2230711"/>
                  </a:lnTo>
                  <a:close/>
                </a:path>
                <a:path w="10121900" h="3609975">
                  <a:moveTo>
                    <a:pt x="28574" y="2173561"/>
                  </a:moveTo>
                  <a:lnTo>
                    <a:pt x="0" y="2173561"/>
                  </a:lnTo>
                  <a:lnTo>
                    <a:pt x="0" y="2144986"/>
                  </a:lnTo>
                  <a:lnTo>
                    <a:pt x="28574" y="2144986"/>
                  </a:lnTo>
                  <a:lnTo>
                    <a:pt x="28574" y="2173561"/>
                  </a:lnTo>
                  <a:close/>
                </a:path>
                <a:path w="10121900" h="3609975">
                  <a:moveTo>
                    <a:pt x="28574" y="2116411"/>
                  </a:moveTo>
                  <a:lnTo>
                    <a:pt x="0" y="2116411"/>
                  </a:lnTo>
                  <a:lnTo>
                    <a:pt x="0" y="2087836"/>
                  </a:lnTo>
                  <a:lnTo>
                    <a:pt x="28574" y="2087836"/>
                  </a:lnTo>
                  <a:lnTo>
                    <a:pt x="28574" y="2116411"/>
                  </a:lnTo>
                  <a:close/>
                </a:path>
                <a:path w="10121900" h="3609975">
                  <a:moveTo>
                    <a:pt x="28574" y="2059261"/>
                  </a:moveTo>
                  <a:lnTo>
                    <a:pt x="0" y="2059261"/>
                  </a:lnTo>
                  <a:lnTo>
                    <a:pt x="0" y="2030686"/>
                  </a:lnTo>
                  <a:lnTo>
                    <a:pt x="28574" y="2030686"/>
                  </a:lnTo>
                  <a:lnTo>
                    <a:pt x="28574" y="2059261"/>
                  </a:lnTo>
                  <a:close/>
                </a:path>
                <a:path w="10121900" h="3609975">
                  <a:moveTo>
                    <a:pt x="28574" y="2002111"/>
                  </a:moveTo>
                  <a:lnTo>
                    <a:pt x="0" y="2002111"/>
                  </a:lnTo>
                  <a:lnTo>
                    <a:pt x="0" y="1973536"/>
                  </a:lnTo>
                  <a:lnTo>
                    <a:pt x="28574" y="1973536"/>
                  </a:lnTo>
                  <a:lnTo>
                    <a:pt x="28574" y="2002111"/>
                  </a:lnTo>
                  <a:close/>
                </a:path>
                <a:path w="10121900" h="3609975">
                  <a:moveTo>
                    <a:pt x="28574" y="1944961"/>
                  </a:moveTo>
                  <a:lnTo>
                    <a:pt x="0" y="1944961"/>
                  </a:lnTo>
                  <a:lnTo>
                    <a:pt x="0" y="1916386"/>
                  </a:lnTo>
                  <a:lnTo>
                    <a:pt x="28574" y="1916386"/>
                  </a:lnTo>
                  <a:lnTo>
                    <a:pt x="28574" y="1944961"/>
                  </a:lnTo>
                  <a:close/>
                </a:path>
                <a:path w="10121900" h="3609975">
                  <a:moveTo>
                    <a:pt x="28574" y="1887811"/>
                  </a:moveTo>
                  <a:lnTo>
                    <a:pt x="0" y="1887811"/>
                  </a:lnTo>
                  <a:lnTo>
                    <a:pt x="0" y="1859236"/>
                  </a:lnTo>
                  <a:lnTo>
                    <a:pt x="28574" y="1859236"/>
                  </a:lnTo>
                  <a:lnTo>
                    <a:pt x="28574" y="1887811"/>
                  </a:lnTo>
                  <a:close/>
                </a:path>
                <a:path w="10121900" h="3609975">
                  <a:moveTo>
                    <a:pt x="28574" y="1830661"/>
                  </a:moveTo>
                  <a:lnTo>
                    <a:pt x="0" y="1830661"/>
                  </a:lnTo>
                  <a:lnTo>
                    <a:pt x="0" y="1802086"/>
                  </a:lnTo>
                  <a:lnTo>
                    <a:pt x="28574" y="1802086"/>
                  </a:lnTo>
                  <a:lnTo>
                    <a:pt x="28574" y="1830661"/>
                  </a:lnTo>
                  <a:close/>
                </a:path>
                <a:path w="10121900" h="3609975">
                  <a:moveTo>
                    <a:pt x="28574" y="1773511"/>
                  </a:moveTo>
                  <a:lnTo>
                    <a:pt x="0" y="1773511"/>
                  </a:lnTo>
                  <a:lnTo>
                    <a:pt x="0" y="1744936"/>
                  </a:lnTo>
                  <a:lnTo>
                    <a:pt x="28574" y="1744936"/>
                  </a:lnTo>
                  <a:lnTo>
                    <a:pt x="28574" y="1773511"/>
                  </a:lnTo>
                  <a:close/>
                </a:path>
                <a:path w="10121900" h="3609975">
                  <a:moveTo>
                    <a:pt x="28574" y="1716361"/>
                  </a:moveTo>
                  <a:lnTo>
                    <a:pt x="0" y="1716361"/>
                  </a:lnTo>
                  <a:lnTo>
                    <a:pt x="0" y="1687786"/>
                  </a:lnTo>
                  <a:lnTo>
                    <a:pt x="28574" y="1687786"/>
                  </a:lnTo>
                  <a:lnTo>
                    <a:pt x="28574" y="1716361"/>
                  </a:lnTo>
                  <a:close/>
                </a:path>
                <a:path w="10121900" h="3609975">
                  <a:moveTo>
                    <a:pt x="28574" y="1659211"/>
                  </a:moveTo>
                  <a:lnTo>
                    <a:pt x="0" y="1659211"/>
                  </a:lnTo>
                  <a:lnTo>
                    <a:pt x="0" y="1630636"/>
                  </a:lnTo>
                  <a:lnTo>
                    <a:pt x="28574" y="1630636"/>
                  </a:lnTo>
                  <a:lnTo>
                    <a:pt x="28574" y="1659211"/>
                  </a:lnTo>
                  <a:close/>
                </a:path>
                <a:path w="10121900" h="3609975">
                  <a:moveTo>
                    <a:pt x="28574" y="1602061"/>
                  </a:moveTo>
                  <a:lnTo>
                    <a:pt x="0" y="1602061"/>
                  </a:lnTo>
                  <a:lnTo>
                    <a:pt x="0" y="1573486"/>
                  </a:lnTo>
                  <a:lnTo>
                    <a:pt x="28574" y="1573486"/>
                  </a:lnTo>
                  <a:lnTo>
                    <a:pt x="28574" y="1602061"/>
                  </a:lnTo>
                  <a:close/>
                </a:path>
                <a:path w="10121900" h="3609975">
                  <a:moveTo>
                    <a:pt x="28574" y="1544911"/>
                  </a:moveTo>
                  <a:lnTo>
                    <a:pt x="0" y="1544911"/>
                  </a:lnTo>
                  <a:lnTo>
                    <a:pt x="0" y="1516336"/>
                  </a:lnTo>
                  <a:lnTo>
                    <a:pt x="28574" y="1516336"/>
                  </a:lnTo>
                  <a:lnTo>
                    <a:pt x="28574" y="1544911"/>
                  </a:lnTo>
                  <a:close/>
                </a:path>
                <a:path w="10121900" h="3609975">
                  <a:moveTo>
                    <a:pt x="28574" y="1487761"/>
                  </a:moveTo>
                  <a:lnTo>
                    <a:pt x="0" y="1487761"/>
                  </a:lnTo>
                  <a:lnTo>
                    <a:pt x="0" y="1459186"/>
                  </a:lnTo>
                  <a:lnTo>
                    <a:pt x="28574" y="1459186"/>
                  </a:lnTo>
                  <a:lnTo>
                    <a:pt x="28574" y="1487761"/>
                  </a:lnTo>
                  <a:close/>
                </a:path>
                <a:path w="10121900" h="3609975">
                  <a:moveTo>
                    <a:pt x="28574" y="1430611"/>
                  </a:moveTo>
                  <a:lnTo>
                    <a:pt x="0" y="1430611"/>
                  </a:lnTo>
                  <a:lnTo>
                    <a:pt x="0" y="1402036"/>
                  </a:lnTo>
                  <a:lnTo>
                    <a:pt x="28574" y="1402036"/>
                  </a:lnTo>
                  <a:lnTo>
                    <a:pt x="28574" y="1430611"/>
                  </a:lnTo>
                  <a:close/>
                </a:path>
                <a:path w="10121900" h="3609975">
                  <a:moveTo>
                    <a:pt x="28574" y="1373461"/>
                  </a:moveTo>
                  <a:lnTo>
                    <a:pt x="0" y="1373461"/>
                  </a:lnTo>
                  <a:lnTo>
                    <a:pt x="0" y="1344886"/>
                  </a:lnTo>
                  <a:lnTo>
                    <a:pt x="28574" y="1344886"/>
                  </a:lnTo>
                  <a:lnTo>
                    <a:pt x="28574" y="1373461"/>
                  </a:lnTo>
                  <a:close/>
                </a:path>
                <a:path w="10121900" h="3609975">
                  <a:moveTo>
                    <a:pt x="28574" y="1316311"/>
                  </a:moveTo>
                  <a:lnTo>
                    <a:pt x="0" y="1316311"/>
                  </a:lnTo>
                  <a:lnTo>
                    <a:pt x="0" y="1287736"/>
                  </a:lnTo>
                  <a:lnTo>
                    <a:pt x="28574" y="1287736"/>
                  </a:lnTo>
                  <a:lnTo>
                    <a:pt x="28574" y="1316311"/>
                  </a:lnTo>
                  <a:close/>
                </a:path>
                <a:path w="10121900" h="3609975">
                  <a:moveTo>
                    <a:pt x="28574" y="1259161"/>
                  </a:moveTo>
                  <a:lnTo>
                    <a:pt x="0" y="1259161"/>
                  </a:lnTo>
                  <a:lnTo>
                    <a:pt x="0" y="1230586"/>
                  </a:lnTo>
                  <a:lnTo>
                    <a:pt x="28574" y="1230586"/>
                  </a:lnTo>
                  <a:lnTo>
                    <a:pt x="28574" y="1259161"/>
                  </a:lnTo>
                  <a:close/>
                </a:path>
                <a:path w="10121900" h="3609975">
                  <a:moveTo>
                    <a:pt x="28574" y="1202011"/>
                  </a:moveTo>
                  <a:lnTo>
                    <a:pt x="0" y="1202011"/>
                  </a:lnTo>
                  <a:lnTo>
                    <a:pt x="0" y="1173436"/>
                  </a:lnTo>
                  <a:lnTo>
                    <a:pt x="28574" y="1173436"/>
                  </a:lnTo>
                  <a:lnTo>
                    <a:pt x="28574" y="1202011"/>
                  </a:lnTo>
                  <a:close/>
                </a:path>
                <a:path w="10121900" h="3609975">
                  <a:moveTo>
                    <a:pt x="28574" y="1144861"/>
                  </a:moveTo>
                  <a:lnTo>
                    <a:pt x="0" y="1144861"/>
                  </a:lnTo>
                  <a:lnTo>
                    <a:pt x="0" y="1116286"/>
                  </a:lnTo>
                  <a:lnTo>
                    <a:pt x="28574" y="1116286"/>
                  </a:lnTo>
                  <a:lnTo>
                    <a:pt x="28574" y="1144861"/>
                  </a:lnTo>
                  <a:close/>
                </a:path>
                <a:path w="10121900" h="3609975">
                  <a:moveTo>
                    <a:pt x="28574" y="1087711"/>
                  </a:moveTo>
                  <a:lnTo>
                    <a:pt x="0" y="1087711"/>
                  </a:lnTo>
                  <a:lnTo>
                    <a:pt x="0" y="1059136"/>
                  </a:lnTo>
                  <a:lnTo>
                    <a:pt x="28574" y="1059136"/>
                  </a:lnTo>
                  <a:lnTo>
                    <a:pt x="28574" y="1087711"/>
                  </a:lnTo>
                  <a:close/>
                </a:path>
                <a:path w="10121900" h="3609975">
                  <a:moveTo>
                    <a:pt x="28574" y="1030561"/>
                  </a:moveTo>
                  <a:lnTo>
                    <a:pt x="0" y="1030561"/>
                  </a:lnTo>
                  <a:lnTo>
                    <a:pt x="0" y="1001986"/>
                  </a:lnTo>
                  <a:lnTo>
                    <a:pt x="28574" y="1001986"/>
                  </a:lnTo>
                  <a:lnTo>
                    <a:pt x="28574" y="1030561"/>
                  </a:lnTo>
                  <a:close/>
                </a:path>
                <a:path w="10121900" h="3609975">
                  <a:moveTo>
                    <a:pt x="28574" y="973411"/>
                  </a:moveTo>
                  <a:lnTo>
                    <a:pt x="0" y="973411"/>
                  </a:lnTo>
                  <a:lnTo>
                    <a:pt x="0" y="944836"/>
                  </a:lnTo>
                  <a:lnTo>
                    <a:pt x="28574" y="944836"/>
                  </a:lnTo>
                  <a:lnTo>
                    <a:pt x="28574" y="973411"/>
                  </a:lnTo>
                  <a:close/>
                </a:path>
                <a:path w="10121900" h="3609975">
                  <a:moveTo>
                    <a:pt x="28574" y="916261"/>
                  </a:moveTo>
                  <a:lnTo>
                    <a:pt x="0" y="916261"/>
                  </a:lnTo>
                  <a:lnTo>
                    <a:pt x="0" y="887686"/>
                  </a:lnTo>
                  <a:lnTo>
                    <a:pt x="28574" y="887686"/>
                  </a:lnTo>
                  <a:lnTo>
                    <a:pt x="28574" y="916261"/>
                  </a:lnTo>
                  <a:close/>
                </a:path>
                <a:path w="10121900" h="3609975">
                  <a:moveTo>
                    <a:pt x="28574" y="859111"/>
                  </a:moveTo>
                  <a:lnTo>
                    <a:pt x="0" y="859111"/>
                  </a:lnTo>
                  <a:lnTo>
                    <a:pt x="0" y="830536"/>
                  </a:lnTo>
                  <a:lnTo>
                    <a:pt x="28574" y="830536"/>
                  </a:lnTo>
                  <a:lnTo>
                    <a:pt x="28574" y="859111"/>
                  </a:lnTo>
                  <a:close/>
                </a:path>
                <a:path w="10121900" h="3609975">
                  <a:moveTo>
                    <a:pt x="28574" y="801961"/>
                  </a:moveTo>
                  <a:lnTo>
                    <a:pt x="0" y="801961"/>
                  </a:lnTo>
                  <a:lnTo>
                    <a:pt x="0" y="773386"/>
                  </a:lnTo>
                  <a:lnTo>
                    <a:pt x="28574" y="773386"/>
                  </a:lnTo>
                  <a:lnTo>
                    <a:pt x="28574" y="801961"/>
                  </a:lnTo>
                  <a:close/>
                </a:path>
                <a:path w="10121900" h="3609975">
                  <a:moveTo>
                    <a:pt x="28574" y="744811"/>
                  </a:moveTo>
                  <a:lnTo>
                    <a:pt x="0" y="744811"/>
                  </a:lnTo>
                  <a:lnTo>
                    <a:pt x="0" y="716236"/>
                  </a:lnTo>
                  <a:lnTo>
                    <a:pt x="28574" y="716236"/>
                  </a:lnTo>
                  <a:lnTo>
                    <a:pt x="28574" y="744811"/>
                  </a:lnTo>
                  <a:close/>
                </a:path>
                <a:path w="10121900" h="3609975">
                  <a:moveTo>
                    <a:pt x="28574" y="687661"/>
                  </a:moveTo>
                  <a:lnTo>
                    <a:pt x="0" y="687661"/>
                  </a:lnTo>
                  <a:lnTo>
                    <a:pt x="0" y="659086"/>
                  </a:lnTo>
                  <a:lnTo>
                    <a:pt x="28574" y="659086"/>
                  </a:lnTo>
                  <a:lnTo>
                    <a:pt x="28574" y="687661"/>
                  </a:lnTo>
                  <a:close/>
                </a:path>
                <a:path w="10121900" h="3609975">
                  <a:moveTo>
                    <a:pt x="28574" y="630511"/>
                  </a:moveTo>
                  <a:lnTo>
                    <a:pt x="0" y="630511"/>
                  </a:lnTo>
                  <a:lnTo>
                    <a:pt x="0" y="601936"/>
                  </a:lnTo>
                  <a:lnTo>
                    <a:pt x="28574" y="601936"/>
                  </a:lnTo>
                  <a:lnTo>
                    <a:pt x="28574" y="630511"/>
                  </a:lnTo>
                  <a:close/>
                </a:path>
                <a:path w="10121900" h="3609975">
                  <a:moveTo>
                    <a:pt x="28574" y="573361"/>
                  </a:moveTo>
                  <a:lnTo>
                    <a:pt x="0" y="573361"/>
                  </a:lnTo>
                  <a:lnTo>
                    <a:pt x="0" y="544786"/>
                  </a:lnTo>
                  <a:lnTo>
                    <a:pt x="28574" y="544786"/>
                  </a:lnTo>
                  <a:lnTo>
                    <a:pt x="28574" y="573361"/>
                  </a:lnTo>
                  <a:close/>
                </a:path>
                <a:path w="10121900" h="3609975">
                  <a:moveTo>
                    <a:pt x="28574" y="516211"/>
                  </a:moveTo>
                  <a:lnTo>
                    <a:pt x="0" y="516211"/>
                  </a:lnTo>
                  <a:lnTo>
                    <a:pt x="0" y="487636"/>
                  </a:lnTo>
                  <a:lnTo>
                    <a:pt x="28574" y="487636"/>
                  </a:lnTo>
                  <a:lnTo>
                    <a:pt x="28574" y="516211"/>
                  </a:lnTo>
                  <a:close/>
                </a:path>
                <a:path w="10121900" h="3609975">
                  <a:moveTo>
                    <a:pt x="28574" y="459061"/>
                  </a:moveTo>
                  <a:lnTo>
                    <a:pt x="0" y="459061"/>
                  </a:lnTo>
                  <a:lnTo>
                    <a:pt x="0" y="430486"/>
                  </a:lnTo>
                  <a:lnTo>
                    <a:pt x="28574" y="430486"/>
                  </a:lnTo>
                  <a:lnTo>
                    <a:pt x="28574" y="459061"/>
                  </a:lnTo>
                  <a:close/>
                </a:path>
                <a:path w="10121900" h="3609975">
                  <a:moveTo>
                    <a:pt x="28574" y="401911"/>
                  </a:moveTo>
                  <a:lnTo>
                    <a:pt x="0" y="401911"/>
                  </a:lnTo>
                  <a:lnTo>
                    <a:pt x="0" y="373336"/>
                  </a:lnTo>
                  <a:lnTo>
                    <a:pt x="28574" y="373336"/>
                  </a:lnTo>
                  <a:lnTo>
                    <a:pt x="28574" y="401911"/>
                  </a:lnTo>
                  <a:close/>
                </a:path>
                <a:path w="10121900" h="3609975">
                  <a:moveTo>
                    <a:pt x="28574" y="344761"/>
                  </a:moveTo>
                  <a:lnTo>
                    <a:pt x="0" y="344761"/>
                  </a:lnTo>
                  <a:lnTo>
                    <a:pt x="0" y="316186"/>
                  </a:lnTo>
                  <a:lnTo>
                    <a:pt x="28574" y="316186"/>
                  </a:lnTo>
                  <a:lnTo>
                    <a:pt x="28574" y="344761"/>
                  </a:lnTo>
                  <a:close/>
                </a:path>
                <a:path w="10121900" h="3609975">
                  <a:moveTo>
                    <a:pt x="28574" y="287611"/>
                  </a:moveTo>
                  <a:lnTo>
                    <a:pt x="0" y="287611"/>
                  </a:lnTo>
                  <a:lnTo>
                    <a:pt x="0" y="259036"/>
                  </a:lnTo>
                  <a:lnTo>
                    <a:pt x="28574" y="259036"/>
                  </a:lnTo>
                  <a:lnTo>
                    <a:pt x="28574" y="287611"/>
                  </a:lnTo>
                  <a:close/>
                </a:path>
                <a:path w="10121900" h="3609975">
                  <a:moveTo>
                    <a:pt x="28574" y="230461"/>
                  </a:moveTo>
                  <a:lnTo>
                    <a:pt x="0" y="230461"/>
                  </a:lnTo>
                  <a:lnTo>
                    <a:pt x="0" y="201886"/>
                  </a:lnTo>
                  <a:lnTo>
                    <a:pt x="28574" y="201886"/>
                  </a:lnTo>
                  <a:lnTo>
                    <a:pt x="28574" y="230461"/>
                  </a:lnTo>
                  <a:close/>
                </a:path>
                <a:path w="10121900" h="3609975">
                  <a:moveTo>
                    <a:pt x="28574" y="173311"/>
                  </a:moveTo>
                  <a:lnTo>
                    <a:pt x="0" y="173311"/>
                  </a:lnTo>
                  <a:lnTo>
                    <a:pt x="0" y="161918"/>
                  </a:lnTo>
                  <a:lnTo>
                    <a:pt x="1713" y="144603"/>
                  </a:lnTo>
                  <a:lnTo>
                    <a:pt x="29346" y="147589"/>
                  </a:lnTo>
                  <a:lnTo>
                    <a:pt x="28832" y="152350"/>
                  </a:lnTo>
                  <a:lnTo>
                    <a:pt x="28574" y="157126"/>
                  </a:lnTo>
                  <a:lnTo>
                    <a:pt x="28574" y="173311"/>
                  </a:lnTo>
                  <a:close/>
                </a:path>
                <a:path w="10121900" h="3609975">
                  <a:moveTo>
                    <a:pt x="33955" y="124423"/>
                  </a:moveTo>
                  <a:lnTo>
                    <a:pt x="7266" y="116601"/>
                  </a:lnTo>
                  <a:lnTo>
                    <a:pt x="12325" y="99955"/>
                  </a:lnTo>
                  <a:lnTo>
                    <a:pt x="17579" y="90114"/>
                  </a:lnTo>
                  <a:lnTo>
                    <a:pt x="42531" y="102527"/>
                  </a:lnTo>
                  <a:lnTo>
                    <a:pt x="39026" y="109573"/>
                  </a:lnTo>
                  <a:lnTo>
                    <a:pt x="36273" y="116601"/>
                  </a:lnTo>
                  <a:lnTo>
                    <a:pt x="36168" y="116871"/>
                  </a:lnTo>
                  <a:lnTo>
                    <a:pt x="33955" y="124423"/>
                  </a:lnTo>
                  <a:close/>
                </a:path>
                <a:path w="10121900" h="3609975">
                  <a:moveTo>
                    <a:pt x="54860" y="82424"/>
                  </a:moveTo>
                  <a:lnTo>
                    <a:pt x="32401" y="65747"/>
                  </a:lnTo>
                  <a:lnTo>
                    <a:pt x="47424" y="47425"/>
                  </a:lnTo>
                  <a:lnTo>
                    <a:pt x="51469" y="44108"/>
                  </a:lnTo>
                  <a:lnTo>
                    <a:pt x="70719" y="64639"/>
                  </a:lnTo>
                  <a:lnTo>
                    <a:pt x="68644" y="66616"/>
                  </a:lnTo>
                  <a:lnTo>
                    <a:pt x="63009" y="72251"/>
                  </a:lnTo>
                  <a:lnTo>
                    <a:pt x="58753" y="77182"/>
                  </a:lnTo>
                  <a:lnTo>
                    <a:pt x="54860" y="82424"/>
                  </a:lnTo>
                  <a:close/>
                </a:path>
                <a:path w="10121900" h="3609975">
                  <a:moveTo>
                    <a:pt x="89400" y="50018"/>
                  </a:moveTo>
                  <a:lnTo>
                    <a:pt x="73965" y="26200"/>
                  </a:lnTo>
                  <a:lnTo>
                    <a:pt x="99157" y="12751"/>
                  </a:lnTo>
                  <a:lnTo>
                    <a:pt x="110206" y="39010"/>
                  </a:lnTo>
                  <a:lnTo>
                    <a:pt x="102944" y="42065"/>
                  </a:lnTo>
                  <a:lnTo>
                    <a:pt x="96009" y="45735"/>
                  </a:lnTo>
                  <a:lnTo>
                    <a:pt x="89400" y="50018"/>
                  </a:lnTo>
                  <a:close/>
                </a:path>
                <a:path w="10121900" h="3609975">
                  <a:moveTo>
                    <a:pt x="132618" y="31833"/>
                  </a:moveTo>
                  <a:lnTo>
                    <a:pt x="126412" y="4285"/>
                  </a:lnTo>
                  <a:lnTo>
                    <a:pt x="130182" y="3139"/>
                  </a:lnTo>
                  <a:lnTo>
                    <a:pt x="154896" y="694"/>
                  </a:lnTo>
                  <a:lnTo>
                    <a:pt x="156115" y="28701"/>
                  </a:lnTo>
                  <a:lnTo>
                    <a:pt x="148189" y="29046"/>
                  </a:lnTo>
                  <a:lnTo>
                    <a:pt x="140356" y="30090"/>
                  </a:lnTo>
                  <a:lnTo>
                    <a:pt x="132618" y="31833"/>
                  </a:lnTo>
                  <a:close/>
                </a:path>
                <a:path w="10121900" h="3609975">
                  <a:moveTo>
                    <a:pt x="190493" y="28574"/>
                  </a:moveTo>
                  <a:lnTo>
                    <a:pt x="161918" y="28574"/>
                  </a:lnTo>
                  <a:lnTo>
                    <a:pt x="161918" y="0"/>
                  </a:lnTo>
                  <a:lnTo>
                    <a:pt x="190493" y="0"/>
                  </a:lnTo>
                  <a:lnTo>
                    <a:pt x="190493" y="28574"/>
                  </a:lnTo>
                  <a:close/>
                </a:path>
              </a:pathLst>
            </a:custGeom>
            <a:solidFill>
              <a:srgbClr val="3185F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9073" y="6378366"/>
            <a:ext cx="76200" cy="7619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9073" y="6702216"/>
            <a:ext cx="76200" cy="761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9073" y="7026066"/>
            <a:ext cx="76200" cy="76199"/>
          </a:xfrm>
          <a:prstGeom prst="rect">
            <a:avLst/>
          </a:prstGeom>
        </p:spPr>
      </p:pic>
      <p:sp>
        <p:nvSpPr>
          <p:cNvPr id="16" name="object 1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165"/>
              </a:lnSpc>
              <a:spcBef>
                <a:spcPts val="105"/>
              </a:spcBef>
            </a:pPr>
            <a:r>
              <a:rPr dirty="0"/>
              <a:t>Revenue</a:t>
            </a:r>
            <a:r>
              <a:rPr dirty="0" spc="-30"/>
              <a:t> </a:t>
            </a:r>
            <a:r>
              <a:rPr dirty="0" spc="-10"/>
              <a:t>Streams</a:t>
            </a:r>
          </a:p>
          <a:p>
            <a:pPr marL="521334">
              <a:lnSpc>
                <a:spcPts val="2785"/>
              </a:lnSpc>
            </a:pPr>
            <a:r>
              <a:rPr dirty="0" sz="2350">
                <a:solidFill>
                  <a:srgbClr val="6BAA1F"/>
                </a:solidFill>
              </a:rPr>
              <a:t>Government</a:t>
            </a:r>
            <a:r>
              <a:rPr dirty="0" sz="2350" spc="-55">
                <a:solidFill>
                  <a:srgbClr val="6BAA1F"/>
                </a:solidFill>
              </a:rPr>
              <a:t> </a:t>
            </a:r>
            <a:r>
              <a:rPr dirty="0" sz="2350">
                <a:solidFill>
                  <a:srgbClr val="6BAA1F"/>
                </a:solidFill>
              </a:rPr>
              <a:t>&amp;</a:t>
            </a:r>
            <a:r>
              <a:rPr dirty="0" sz="2350" spc="-55">
                <a:solidFill>
                  <a:srgbClr val="6BAA1F"/>
                </a:solidFill>
              </a:rPr>
              <a:t> </a:t>
            </a:r>
            <a:r>
              <a:rPr dirty="0" sz="2350">
                <a:solidFill>
                  <a:srgbClr val="6BAA1F"/>
                </a:solidFill>
              </a:rPr>
              <a:t>Smart</a:t>
            </a:r>
            <a:r>
              <a:rPr dirty="0" sz="2350" spc="-50">
                <a:solidFill>
                  <a:srgbClr val="6BAA1F"/>
                </a:solidFill>
              </a:rPr>
              <a:t> </a:t>
            </a:r>
            <a:r>
              <a:rPr dirty="0" sz="2350">
                <a:solidFill>
                  <a:srgbClr val="6BAA1F"/>
                </a:solidFill>
              </a:rPr>
              <a:t>City</a:t>
            </a:r>
            <a:r>
              <a:rPr dirty="0" sz="2350" spc="-55">
                <a:solidFill>
                  <a:srgbClr val="6BAA1F"/>
                </a:solidFill>
              </a:rPr>
              <a:t> </a:t>
            </a:r>
            <a:r>
              <a:rPr dirty="0" sz="2350">
                <a:solidFill>
                  <a:srgbClr val="6BAA1F"/>
                </a:solidFill>
              </a:rPr>
              <a:t>Contracts</a:t>
            </a:r>
            <a:r>
              <a:rPr dirty="0" sz="2350" spc="-50">
                <a:solidFill>
                  <a:srgbClr val="6BAA1F"/>
                </a:solidFill>
              </a:rPr>
              <a:t> </a:t>
            </a:r>
            <a:r>
              <a:rPr dirty="0" sz="2350" spc="-10">
                <a:solidFill>
                  <a:srgbClr val="6BAA1F"/>
                </a:solidFill>
              </a:rPr>
              <a:t>(B2G)</a:t>
            </a:r>
            <a:endParaRPr sz="2350"/>
          </a:p>
          <a:p>
            <a:pPr marL="95885">
              <a:lnSpc>
                <a:spcPts val="2775"/>
              </a:lnSpc>
            </a:pPr>
            <a:r>
              <a:rPr dirty="0" sz="2350" spc="-20" b="0">
                <a:solidFill>
                  <a:srgbClr val="000000"/>
                </a:solidFill>
                <a:latin typeface="Arial MT"/>
                <a:cs typeface="Arial MT"/>
              </a:rPr>
              <a:t>Subscription-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based</a:t>
            </a:r>
            <a:r>
              <a:rPr dirty="0" sz="235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spc="-20" b="0">
                <a:solidFill>
                  <a:srgbClr val="000000"/>
                </a:solidFill>
                <a:latin typeface="Arial MT"/>
                <a:cs typeface="Arial MT"/>
              </a:rPr>
              <a:t>climate-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health</a:t>
            </a:r>
            <a:r>
              <a:rPr dirty="0" sz="235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monitoring</a:t>
            </a:r>
            <a:r>
              <a:rPr dirty="0" sz="235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&amp;</a:t>
            </a:r>
            <a:r>
              <a:rPr dirty="0" sz="235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spc="-20" b="0">
                <a:solidFill>
                  <a:srgbClr val="000000"/>
                </a:solidFill>
                <a:latin typeface="Arial MT"/>
                <a:cs typeface="Arial MT"/>
              </a:rPr>
              <a:t>decision-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support</a:t>
            </a:r>
            <a:r>
              <a:rPr dirty="0" sz="235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spc="-10" b="0">
                <a:solidFill>
                  <a:srgbClr val="000000"/>
                </a:solidFill>
                <a:latin typeface="Arial MT"/>
                <a:cs typeface="Arial MT"/>
              </a:rPr>
              <a:t>platform</a:t>
            </a:r>
            <a:endParaRPr sz="2350">
              <a:latin typeface="Arial MT"/>
              <a:cs typeface="Arial MT"/>
            </a:endParaRPr>
          </a:p>
          <a:p>
            <a:pPr marL="521334">
              <a:lnSpc>
                <a:spcPts val="2775"/>
              </a:lnSpc>
            </a:pPr>
            <a:r>
              <a:rPr dirty="0" sz="2350">
                <a:solidFill>
                  <a:srgbClr val="6BAA1F"/>
                </a:solidFill>
              </a:rPr>
              <a:t>Hospital</a:t>
            </a:r>
            <a:r>
              <a:rPr dirty="0" sz="2350" spc="-65">
                <a:solidFill>
                  <a:srgbClr val="6BAA1F"/>
                </a:solidFill>
              </a:rPr>
              <a:t> </a:t>
            </a:r>
            <a:r>
              <a:rPr dirty="0" sz="2350">
                <a:solidFill>
                  <a:srgbClr val="6BAA1F"/>
                </a:solidFill>
              </a:rPr>
              <a:t>Subscription</a:t>
            </a:r>
            <a:r>
              <a:rPr dirty="0" sz="2350" spc="-65">
                <a:solidFill>
                  <a:srgbClr val="6BAA1F"/>
                </a:solidFill>
              </a:rPr>
              <a:t> </a:t>
            </a:r>
            <a:r>
              <a:rPr dirty="0" sz="2350">
                <a:solidFill>
                  <a:srgbClr val="6BAA1F"/>
                </a:solidFill>
              </a:rPr>
              <a:t>Model</a:t>
            </a:r>
            <a:r>
              <a:rPr dirty="0" sz="2350" spc="-65">
                <a:solidFill>
                  <a:srgbClr val="6BAA1F"/>
                </a:solidFill>
              </a:rPr>
              <a:t> </a:t>
            </a:r>
            <a:r>
              <a:rPr dirty="0" sz="2350" spc="-10">
                <a:solidFill>
                  <a:srgbClr val="6BAA1F"/>
                </a:solidFill>
              </a:rPr>
              <a:t>(B2B)</a:t>
            </a:r>
            <a:endParaRPr sz="2350"/>
          </a:p>
          <a:p>
            <a:pPr marL="95885">
              <a:lnSpc>
                <a:spcPts val="2775"/>
              </a:lnSpc>
            </a:pPr>
            <a:r>
              <a:rPr dirty="0" sz="2350" spc="-10" b="0">
                <a:solidFill>
                  <a:srgbClr val="000000"/>
                </a:solidFill>
                <a:latin typeface="Arial MT"/>
                <a:cs typeface="Arial MT"/>
              </a:rPr>
              <a:t>Monthly/annual</a:t>
            </a:r>
            <a:r>
              <a:rPr dirty="0" sz="2350" spc="-7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access</a:t>
            </a:r>
            <a:r>
              <a:rPr dirty="0" sz="235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z="235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surge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prediction</a:t>
            </a:r>
            <a:r>
              <a:rPr dirty="0" sz="235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&amp;</a:t>
            </a:r>
            <a:r>
              <a:rPr dirty="0" sz="235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capacity</a:t>
            </a:r>
            <a:r>
              <a:rPr dirty="0" sz="235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planning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spc="-10" b="0">
                <a:solidFill>
                  <a:srgbClr val="000000"/>
                </a:solidFill>
                <a:latin typeface="Arial MT"/>
                <a:cs typeface="Arial MT"/>
              </a:rPr>
              <a:t>dashboard</a:t>
            </a:r>
            <a:endParaRPr sz="2350">
              <a:latin typeface="Arial MT"/>
              <a:cs typeface="Arial MT"/>
            </a:endParaRPr>
          </a:p>
          <a:p>
            <a:pPr marL="521334">
              <a:lnSpc>
                <a:spcPts val="2775"/>
              </a:lnSpc>
            </a:pPr>
            <a:r>
              <a:rPr dirty="0" sz="2350">
                <a:solidFill>
                  <a:srgbClr val="6BAA1F"/>
                </a:solidFill>
              </a:rPr>
              <a:t>Enterprise</a:t>
            </a:r>
            <a:r>
              <a:rPr dirty="0" sz="2350" spc="-65">
                <a:solidFill>
                  <a:srgbClr val="6BAA1F"/>
                </a:solidFill>
              </a:rPr>
              <a:t> </a:t>
            </a:r>
            <a:r>
              <a:rPr dirty="0" sz="2350">
                <a:solidFill>
                  <a:srgbClr val="6BAA1F"/>
                </a:solidFill>
              </a:rPr>
              <a:t>&amp;</a:t>
            </a:r>
            <a:r>
              <a:rPr dirty="0" sz="2350" spc="-60">
                <a:solidFill>
                  <a:srgbClr val="6BAA1F"/>
                </a:solidFill>
              </a:rPr>
              <a:t> </a:t>
            </a:r>
            <a:r>
              <a:rPr dirty="0" sz="2350">
                <a:solidFill>
                  <a:srgbClr val="6BAA1F"/>
                </a:solidFill>
              </a:rPr>
              <a:t>Insurance</a:t>
            </a:r>
            <a:r>
              <a:rPr dirty="0" sz="2350" spc="-60">
                <a:solidFill>
                  <a:srgbClr val="6BAA1F"/>
                </a:solidFill>
              </a:rPr>
              <a:t> </a:t>
            </a:r>
            <a:r>
              <a:rPr dirty="0" sz="2350" spc="-10">
                <a:solidFill>
                  <a:srgbClr val="6BAA1F"/>
                </a:solidFill>
              </a:rPr>
              <a:t>Partnerships</a:t>
            </a:r>
            <a:endParaRPr sz="2350"/>
          </a:p>
          <a:p>
            <a:pPr marL="95885">
              <a:lnSpc>
                <a:spcPts val="2775"/>
              </a:lnSpc>
            </a:pPr>
            <a:r>
              <a:rPr dirty="0" sz="2350" spc="-20" b="0">
                <a:solidFill>
                  <a:srgbClr val="000000"/>
                </a:solidFill>
                <a:latin typeface="Arial MT"/>
                <a:cs typeface="Arial MT"/>
              </a:rPr>
              <a:t>Climate-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risk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analytics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health</a:t>
            </a:r>
            <a:r>
              <a:rPr dirty="0" sz="235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insurers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&amp;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corporate</a:t>
            </a:r>
            <a:r>
              <a:rPr dirty="0" sz="2350" spc="-5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workforce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spc="-10" b="0">
                <a:solidFill>
                  <a:srgbClr val="000000"/>
                </a:solidFill>
                <a:latin typeface="Arial MT"/>
                <a:cs typeface="Arial MT"/>
              </a:rPr>
              <a:t>planning</a:t>
            </a:r>
            <a:endParaRPr sz="2350">
              <a:latin typeface="Arial MT"/>
              <a:cs typeface="Arial MT"/>
            </a:endParaRPr>
          </a:p>
          <a:p>
            <a:pPr marL="521334">
              <a:lnSpc>
                <a:spcPts val="2775"/>
              </a:lnSpc>
            </a:pPr>
            <a:r>
              <a:rPr dirty="0" sz="2350">
                <a:solidFill>
                  <a:srgbClr val="6BAA1F"/>
                </a:solidFill>
              </a:rPr>
              <a:t>Data</a:t>
            </a:r>
            <a:r>
              <a:rPr dirty="0" sz="2350" spc="-60">
                <a:solidFill>
                  <a:srgbClr val="6BAA1F"/>
                </a:solidFill>
              </a:rPr>
              <a:t> </a:t>
            </a:r>
            <a:r>
              <a:rPr dirty="0" sz="2350">
                <a:solidFill>
                  <a:srgbClr val="6BAA1F"/>
                </a:solidFill>
              </a:rPr>
              <a:t>Insights</a:t>
            </a:r>
            <a:r>
              <a:rPr dirty="0" sz="2350" spc="-55">
                <a:solidFill>
                  <a:srgbClr val="6BAA1F"/>
                </a:solidFill>
              </a:rPr>
              <a:t> </a:t>
            </a:r>
            <a:r>
              <a:rPr dirty="0" sz="2350">
                <a:solidFill>
                  <a:srgbClr val="6BAA1F"/>
                </a:solidFill>
              </a:rPr>
              <a:t>&amp;</a:t>
            </a:r>
            <a:r>
              <a:rPr dirty="0" sz="2350" spc="-140">
                <a:solidFill>
                  <a:srgbClr val="6BAA1F"/>
                </a:solidFill>
              </a:rPr>
              <a:t> </a:t>
            </a:r>
            <a:r>
              <a:rPr dirty="0" sz="2350">
                <a:solidFill>
                  <a:srgbClr val="6BAA1F"/>
                </a:solidFill>
              </a:rPr>
              <a:t>Analytics</a:t>
            </a:r>
            <a:r>
              <a:rPr dirty="0" sz="2350" spc="-55">
                <a:solidFill>
                  <a:srgbClr val="6BAA1F"/>
                </a:solidFill>
              </a:rPr>
              <a:t> </a:t>
            </a:r>
            <a:r>
              <a:rPr dirty="0" sz="2350" spc="-10">
                <a:solidFill>
                  <a:srgbClr val="6BAA1F"/>
                </a:solidFill>
              </a:rPr>
              <a:t>Services</a:t>
            </a:r>
            <a:endParaRPr sz="2350"/>
          </a:p>
          <a:p>
            <a:pPr marL="95885">
              <a:lnSpc>
                <a:spcPts val="2795"/>
              </a:lnSpc>
            </a:pP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Customized</a:t>
            </a:r>
            <a:r>
              <a:rPr dirty="0" sz="2350" spc="-6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spc="-20" b="0">
                <a:solidFill>
                  <a:srgbClr val="000000"/>
                </a:solidFill>
                <a:latin typeface="Arial MT"/>
                <a:cs typeface="Arial MT"/>
              </a:rPr>
              <a:t>climate-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health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reports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for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urban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planners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b="0">
                <a:solidFill>
                  <a:srgbClr val="000000"/>
                </a:solidFill>
                <a:latin typeface="Arial MT"/>
                <a:cs typeface="Arial MT"/>
              </a:rPr>
              <a:t>&amp;</a:t>
            </a:r>
            <a:r>
              <a:rPr dirty="0" sz="2350" spc="-6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350" spc="-10" b="0">
                <a:solidFill>
                  <a:srgbClr val="000000"/>
                </a:solidFill>
                <a:latin typeface="Arial MT"/>
                <a:cs typeface="Arial MT"/>
              </a:rPr>
              <a:t>policymakers</a:t>
            </a:r>
            <a:endParaRPr sz="2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2350">
              <a:latin typeface="Arial MT"/>
              <a:cs typeface="Arial MT"/>
            </a:endParaRPr>
          </a:p>
          <a:p>
            <a:pPr marL="176530">
              <a:lnSpc>
                <a:spcPts val="2895"/>
              </a:lnSpc>
            </a:pPr>
            <a:r>
              <a:rPr dirty="0" sz="2450" spc="-10"/>
              <a:t>Long-Term</a:t>
            </a:r>
            <a:r>
              <a:rPr dirty="0" sz="2450" spc="-130"/>
              <a:t> </a:t>
            </a:r>
            <a:r>
              <a:rPr dirty="0" sz="2450" spc="-10"/>
              <a:t>Monetization</a:t>
            </a:r>
            <a:endParaRPr sz="2450"/>
          </a:p>
          <a:p>
            <a:pPr marL="643255">
              <a:lnSpc>
                <a:spcPts val="2520"/>
              </a:lnSpc>
            </a:pPr>
            <a:r>
              <a:rPr dirty="0" sz="2150" spc="-10" b="0">
                <a:solidFill>
                  <a:srgbClr val="000000"/>
                </a:solidFill>
                <a:latin typeface="Arial MT"/>
                <a:cs typeface="Arial MT"/>
              </a:rPr>
              <a:t>SaaS-</a:t>
            </a:r>
            <a:r>
              <a:rPr dirty="0" sz="2150" b="0">
                <a:solidFill>
                  <a:srgbClr val="000000"/>
                </a:solidFill>
                <a:latin typeface="Arial MT"/>
                <a:cs typeface="Arial MT"/>
              </a:rPr>
              <a:t>based</a:t>
            </a:r>
            <a:r>
              <a:rPr dirty="0" sz="215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150" b="0">
                <a:solidFill>
                  <a:srgbClr val="000000"/>
                </a:solidFill>
                <a:latin typeface="Arial MT"/>
                <a:cs typeface="Arial MT"/>
              </a:rPr>
              <a:t>recurring</a:t>
            </a:r>
            <a:r>
              <a:rPr dirty="0" sz="2150" spc="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150" spc="-10" b="0">
                <a:solidFill>
                  <a:srgbClr val="000000"/>
                </a:solidFill>
                <a:latin typeface="Arial MT"/>
                <a:cs typeface="Arial MT"/>
              </a:rPr>
              <a:t>revenue</a:t>
            </a:r>
            <a:endParaRPr sz="2150">
              <a:latin typeface="Arial MT"/>
              <a:cs typeface="Arial MT"/>
            </a:endParaRPr>
          </a:p>
          <a:p>
            <a:pPr marL="643255" marR="4352290">
              <a:lnSpc>
                <a:spcPts val="2550"/>
              </a:lnSpc>
              <a:spcBef>
                <a:spcPts val="95"/>
              </a:spcBef>
            </a:pPr>
            <a:r>
              <a:rPr dirty="0" sz="2150" spc="-10" b="0">
                <a:solidFill>
                  <a:srgbClr val="000000"/>
                </a:solidFill>
                <a:latin typeface="Arial MT"/>
                <a:cs typeface="Arial MT"/>
              </a:rPr>
              <a:t>AI-</a:t>
            </a:r>
            <a:r>
              <a:rPr dirty="0" sz="2150" b="0">
                <a:solidFill>
                  <a:srgbClr val="000000"/>
                </a:solidFill>
                <a:latin typeface="Arial MT"/>
                <a:cs typeface="Arial MT"/>
              </a:rPr>
              <a:t>driven</a:t>
            </a:r>
            <a:r>
              <a:rPr dirty="0" sz="215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150" b="0">
                <a:solidFill>
                  <a:srgbClr val="000000"/>
                </a:solidFill>
                <a:latin typeface="Arial MT"/>
                <a:cs typeface="Arial MT"/>
              </a:rPr>
              <a:t>premium</a:t>
            </a:r>
            <a:r>
              <a:rPr dirty="0" sz="2150" spc="-1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150" b="0">
                <a:solidFill>
                  <a:srgbClr val="000000"/>
                </a:solidFill>
                <a:latin typeface="Arial MT"/>
                <a:cs typeface="Arial MT"/>
              </a:rPr>
              <a:t>predictive</a:t>
            </a:r>
            <a:r>
              <a:rPr dirty="0" sz="215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150" spc="-10" b="0">
                <a:solidFill>
                  <a:srgbClr val="000000"/>
                </a:solidFill>
                <a:latin typeface="Arial MT"/>
                <a:cs typeface="Arial MT"/>
              </a:rPr>
              <a:t>modules </a:t>
            </a:r>
            <a:r>
              <a:rPr dirty="0" sz="2150" b="0">
                <a:solidFill>
                  <a:srgbClr val="000000"/>
                </a:solidFill>
                <a:latin typeface="Arial MT"/>
                <a:cs typeface="Arial MT"/>
              </a:rPr>
              <a:t>Licensing</a:t>
            </a:r>
            <a:r>
              <a:rPr dirty="0" sz="215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150" b="0">
                <a:solidFill>
                  <a:srgbClr val="000000"/>
                </a:solidFill>
                <a:latin typeface="Arial MT"/>
                <a:cs typeface="Arial MT"/>
              </a:rPr>
              <a:t>technology</a:t>
            </a:r>
            <a:r>
              <a:rPr dirty="0" sz="215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150" b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dirty="0" sz="215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150" b="0">
                <a:solidFill>
                  <a:srgbClr val="000000"/>
                </a:solidFill>
                <a:latin typeface="Arial MT"/>
                <a:cs typeface="Arial MT"/>
              </a:rPr>
              <a:t>multiple</a:t>
            </a:r>
            <a:r>
              <a:rPr dirty="0" sz="2150" spc="-2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150" spc="-10" b="0">
                <a:solidFill>
                  <a:srgbClr val="000000"/>
                </a:solidFill>
                <a:latin typeface="Arial MT"/>
                <a:cs typeface="Arial MT"/>
              </a:rPr>
              <a:t>regions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10550" y="5692567"/>
            <a:ext cx="6200775" cy="1701164"/>
          </a:xfrm>
          <a:custGeom>
            <a:avLst/>
            <a:gdLst/>
            <a:ahLst/>
            <a:cxnLst/>
            <a:rect l="l" t="t" r="r" b="b"/>
            <a:pathLst>
              <a:path w="6200775" h="1701165">
                <a:moveTo>
                  <a:pt x="247635" y="28574"/>
                </a:moveTo>
                <a:lnTo>
                  <a:pt x="219060" y="28574"/>
                </a:lnTo>
                <a:lnTo>
                  <a:pt x="219060" y="0"/>
                </a:lnTo>
                <a:lnTo>
                  <a:pt x="247635" y="0"/>
                </a:lnTo>
                <a:lnTo>
                  <a:pt x="247635" y="28574"/>
                </a:lnTo>
                <a:close/>
              </a:path>
              <a:path w="6200775" h="1701165">
                <a:moveTo>
                  <a:pt x="304785" y="28574"/>
                </a:moveTo>
                <a:lnTo>
                  <a:pt x="276210" y="28574"/>
                </a:lnTo>
                <a:lnTo>
                  <a:pt x="276210" y="0"/>
                </a:lnTo>
                <a:lnTo>
                  <a:pt x="304785" y="0"/>
                </a:lnTo>
                <a:lnTo>
                  <a:pt x="304785" y="28574"/>
                </a:lnTo>
                <a:close/>
              </a:path>
              <a:path w="6200775" h="1701165">
                <a:moveTo>
                  <a:pt x="361935" y="28574"/>
                </a:moveTo>
                <a:lnTo>
                  <a:pt x="333360" y="28574"/>
                </a:lnTo>
                <a:lnTo>
                  <a:pt x="333360" y="0"/>
                </a:lnTo>
                <a:lnTo>
                  <a:pt x="361935" y="0"/>
                </a:lnTo>
                <a:lnTo>
                  <a:pt x="361935" y="28574"/>
                </a:lnTo>
                <a:close/>
              </a:path>
              <a:path w="6200775" h="1701165">
                <a:moveTo>
                  <a:pt x="419085" y="28574"/>
                </a:moveTo>
                <a:lnTo>
                  <a:pt x="390510" y="28574"/>
                </a:lnTo>
                <a:lnTo>
                  <a:pt x="390510" y="0"/>
                </a:lnTo>
                <a:lnTo>
                  <a:pt x="419085" y="0"/>
                </a:lnTo>
                <a:lnTo>
                  <a:pt x="419085" y="28574"/>
                </a:lnTo>
                <a:close/>
              </a:path>
              <a:path w="6200775" h="1701165">
                <a:moveTo>
                  <a:pt x="476235" y="28574"/>
                </a:moveTo>
                <a:lnTo>
                  <a:pt x="447660" y="28574"/>
                </a:lnTo>
                <a:lnTo>
                  <a:pt x="447660" y="0"/>
                </a:lnTo>
                <a:lnTo>
                  <a:pt x="476235" y="0"/>
                </a:lnTo>
                <a:lnTo>
                  <a:pt x="476235" y="28574"/>
                </a:lnTo>
                <a:close/>
              </a:path>
              <a:path w="6200775" h="1701165">
                <a:moveTo>
                  <a:pt x="533385" y="28574"/>
                </a:moveTo>
                <a:lnTo>
                  <a:pt x="504810" y="28574"/>
                </a:lnTo>
                <a:lnTo>
                  <a:pt x="504810" y="0"/>
                </a:lnTo>
                <a:lnTo>
                  <a:pt x="533385" y="0"/>
                </a:lnTo>
                <a:lnTo>
                  <a:pt x="533385" y="28574"/>
                </a:lnTo>
                <a:close/>
              </a:path>
              <a:path w="6200775" h="1701165">
                <a:moveTo>
                  <a:pt x="590535" y="28574"/>
                </a:moveTo>
                <a:lnTo>
                  <a:pt x="561960" y="28574"/>
                </a:lnTo>
                <a:lnTo>
                  <a:pt x="561960" y="0"/>
                </a:lnTo>
                <a:lnTo>
                  <a:pt x="590535" y="0"/>
                </a:lnTo>
                <a:lnTo>
                  <a:pt x="590535" y="28574"/>
                </a:lnTo>
                <a:close/>
              </a:path>
              <a:path w="6200775" h="1701165">
                <a:moveTo>
                  <a:pt x="647685" y="28574"/>
                </a:moveTo>
                <a:lnTo>
                  <a:pt x="619110" y="28574"/>
                </a:lnTo>
                <a:lnTo>
                  <a:pt x="619110" y="0"/>
                </a:lnTo>
                <a:lnTo>
                  <a:pt x="647685" y="0"/>
                </a:lnTo>
                <a:lnTo>
                  <a:pt x="647685" y="28574"/>
                </a:lnTo>
                <a:close/>
              </a:path>
              <a:path w="6200775" h="1701165">
                <a:moveTo>
                  <a:pt x="704835" y="28574"/>
                </a:moveTo>
                <a:lnTo>
                  <a:pt x="676260" y="28574"/>
                </a:lnTo>
                <a:lnTo>
                  <a:pt x="676260" y="0"/>
                </a:lnTo>
                <a:lnTo>
                  <a:pt x="704835" y="0"/>
                </a:lnTo>
                <a:lnTo>
                  <a:pt x="704835" y="28574"/>
                </a:lnTo>
                <a:close/>
              </a:path>
              <a:path w="6200775" h="1701165">
                <a:moveTo>
                  <a:pt x="761985" y="28574"/>
                </a:moveTo>
                <a:lnTo>
                  <a:pt x="733410" y="28574"/>
                </a:lnTo>
                <a:lnTo>
                  <a:pt x="733410" y="0"/>
                </a:lnTo>
                <a:lnTo>
                  <a:pt x="761985" y="0"/>
                </a:lnTo>
                <a:lnTo>
                  <a:pt x="761985" y="28574"/>
                </a:lnTo>
                <a:close/>
              </a:path>
              <a:path w="6200775" h="1701165">
                <a:moveTo>
                  <a:pt x="819135" y="28574"/>
                </a:moveTo>
                <a:lnTo>
                  <a:pt x="790560" y="28574"/>
                </a:lnTo>
                <a:lnTo>
                  <a:pt x="790560" y="0"/>
                </a:lnTo>
                <a:lnTo>
                  <a:pt x="819135" y="0"/>
                </a:lnTo>
                <a:lnTo>
                  <a:pt x="819135" y="28574"/>
                </a:lnTo>
                <a:close/>
              </a:path>
              <a:path w="6200775" h="1701165">
                <a:moveTo>
                  <a:pt x="876285" y="28574"/>
                </a:moveTo>
                <a:lnTo>
                  <a:pt x="847710" y="28574"/>
                </a:lnTo>
                <a:lnTo>
                  <a:pt x="847710" y="0"/>
                </a:lnTo>
                <a:lnTo>
                  <a:pt x="876285" y="0"/>
                </a:lnTo>
                <a:lnTo>
                  <a:pt x="876285" y="28574"/>
                </a:lnTo>
                <a:close/>
              </a:path>
              <a:path w="6200775" h="1701165">
                <a:moveTo>
                  <a:pt x="933435" y="28574"/>
                </a:moveTo>
                <a:lnTo>
                  <a:pt x="904860" y="28574"/>
                </a:lnTo>
                <a:lnTo>
                  <a:pt x="904860" y="0"/>
                </a:lnTo>
                <a:lnTo>
                  <a:pt x="933435" y="0"/>
                </a:lnTo>
                <a:lnTo>
                  <a:pt x="933435" y="28574"/>
                </a:lnTo>
                <a:close/>
              </a:path>
              <a:path w="6200775" h="1701165">
                <a:moveTo>
                  <a:pt x="990585" y="28574"/>
                </a:moveTo>
                <a:lnTo>
                  <a:pt x="962010" y="28574"/>
                </a:lnTo>
                <a:lnTo>
                  <a:pt x="962010" y="0"/>
                </a:lnTo>
                <a:lnTo>
                  <a:pt x="990585" y="0"/>
                </a:lnTo>
                <a:lnTo>
                  <a:pt x="990585" y="28574"/>
                </a:lnTo>
                <a:close/>
              </a:path>
              <a:path w="6200775" h="1701165">
                <a:moveTo>
                  <a:pt x="1047735" y="28574"/>
                </a:moveTo>
                <a:lnTo>
                  <a:pt x="1019160" y="28574"/>
                </a:lnTo>
                <a:lnTo>
                  <a:pt x="1019160" y="0"/>
                </a:lnTo>
                <a:lnTo>
                  <a:pt x="1047735" y="0"/>
                </a:lnTo>
                <a:lnTo>
                  <a:pt x="1047735" y="28574"/>
                </a:lnTo>
                <a:close/>
              </a:path>
              <a:path w="6200775" h="1701165">
                <a:moveTo>
                  <a:pt x="1104885" y="28574"/>
                </a:moveTo>
                <a:lnTo>
                  <a:pt x="1076310" y="28574"/>
                </a:lnTo>
                <a:lnTo>
                  <a:pt x="1076310" y="0"/>
                </a:lnTo>
                <a:lnTo>
                  <a:pt x="1104885" y="0"/>
                </a:lnTo>
                <a:lnTo>
                  <a:pt x="1104885" y="28574"/>
                </a:lnTo>
                <a:close/>
              </a:path>
              <a:path w="6200775" h="1701165">
                <a:moveTo>
                  <a:pt x="1162035" y="28574"/>
                </a:moveTo>
                <a:lnTo>
                  <a:pt x="1133460" y="28574"/>
                </a:lnTo>
                <a:lnTo>
                  <a:pt x="1133460" y="0"/>
                </a:lnTo>
                <a:lnTo>
                  <a:pt x="1162035" y="0"/>
                </a:lnTo>
                <a:lnTo>
                  <a:pt x="1162035" y="28574"/>
                </a:lnTo>
                <a:close/>
              </a:path>
              <a:path w="6200775" h="1701165">
                <a:moveTo>
                  <a:pt x="1219185" y="28574"/>
                </a:moveTo>
                <a:lnTo>
                  <a:pt x="1190610" y="28574"/>
                </a:lnTo>
                <a:lnTo>
                  <a:pt x="1190610" y="0"/>
                </a:lnTo>
                <a:lnTo>
                  <a:pt x="1219185" y="0"/>
                </a:lnTo>
                <a:lnTo>
                  <a:pt x="1219185" y="28574"/>
                </a:lnTo>
                <a:close/>
              </a:path>
              <a:path w="6200775" h="1701165">
                <a:moveTo>
                  <a:pt x="1276335" y="28574"/>
                </a:moveTo>
                <a:lnTo>
                  <a:pt x="1247760" y="28574"/>
                </a:lnTo>
                <a:lnTo>
                  <a:pt x="1247760" y="0"/>
                </a:lnTo>
                <a:lnTo>
                  <a:pt x="1276335" y="0"/>
                </a:lnTo>
                <a:lnTo>
                  <a:pt x="1276335" y="28574"/>
                </a:lnTo>
                <a:close/>
              </a:path>
              <a:path w="6200775" h="1701165">
                <a:moveTo>
                  <a:pt x="1333485" y="28574"/>
                </a:moveTo>
                <a:lnTo>
                  <a:pt x="1304910" y="28574"/>
                </a:lnTo>
                <a:lnTo>
                  <a:pt x="1304910" y="0"/>
                </a:lnTo>
                <a:lnTo>
                  <a:pt x="1333485" y="0"/>
                </a:lnTo>
                <a:lnTo>
                  <a:pt x="1333485" y="28574"/>
                </a:lnTo>
                <a:close/>
              </a:path>
              <a:path w="6200775" h="1701165">
                <a:moveTo>
                  <a:pt x="1390635" y="28574"/>
                </a:moveTo>
                <a:lnTo>
                  <a:pt x="1362060" y="28574"/>
                </a:lnTo>
                <a:lnTo>
                  <a:pt x="1362060" y="0"/>
                </a:lnTo>
                <a:lnTo>
                  <a:pt x="1390635" y="0"/>
                </a:lnTo>
                <a:lnTo>
                  <a:pt x="1390635" y="28574"/>
                </a:lnTo>
                <a:close/>
              </a:path>
              <a:path w="6200775" h="1701165">
                <a:moveTo>
                  <a:pt x="1447785" y="28574"/>
                </a:moveTo>
                <a:lnTo>
                  <a:pt x="1419210" y="28574"/>
                </a:lnTo>
                <a:lnTo>
                  <a:pt x="1419210" y="0"/>
                </a:lnTo>
                <a:lnTo>
                  <a:pt x="1447785" y="0"/>
                </a:lnTo>
                <a:lnTo>
                  <a:pt x="1447785" y="28574"/>
                </a:lnTo>
                <a:close/>
              </a:path>
              <a:path w="6200775" h="1701165">
                <a:moveTo>
                  <a:pt x="1504935" y="28574"/>
                </a:moveTo>
                <a:lnTo>
                  <a:pt x="1476360" y="28574"/>
                </a:lnTo>
                <a:lnTo>
                  <a:pt x="1476360" y="0"/>
                </a:lnTo>
                <a:lnTo>
                  <a:pt x="1504935" y="0"/>
                </a:lnTo>
                <a:lnTo>
                  <a:pt x="1504935" y="28574"/>
                </a:lnTo>
                <a:close/>
              </a:path>
              <a:path w="6200775" h="1701165">
                <a:moveTo>
                  <a:pt x="1562085" y="28574"/>
                </a:moveTo>
                <a:lnTo>
                  <a:pt x="1533510" y="28574"/>
                </a:lnTo>
                <a:lnTo>
                  <a:pt x="1533510" y="0"/>
                </a:lnTo>
                <a:lnTo>
                  <a:pt x="1562085" y="0"/>
                </a:lnTo>
                <a:lnTo>
                  <a:pt x="1562085" y="28574"/>
                </a:lnTo>
                <a:close/>
              </a:path>
              <a:path w="6200775" h="1701165">
                <a:moveTo>
                  <a:pt x="1619235" y="28574"/>
                </a:moveTo>
                <a:lnTo>
                  <a:pt x="1590660" y="28574"/>
                </a:lnTo>
                <a:lnTo>
                  <a:pt x="1590660" y="0"/>
                </a:lnTo>
                <a:lnTo>
                  <a:pt x="1619235" y="0"/>
                </a:lnTo>
                <a:lnTo>
                  <a:pt x="1619235" y="28574"/>
                </a:lnTo>
                <a:close/>
              </a:path>
              <a:path w="6200775" h="1701165">
                <a:moveTo>
                  <a:pt x="1676385" y="28574"/>
                </a:moveTo>
                <a:lnTo>
                  <a:pt x="1647810" y="28574"/>
                </a:lnTo>
                <a:lnTo>
                  <a:pt x="1647810" y="0"/>
                </a:lnTo>
                <a:lnTo>
                  <a:pt x="1676385" y="0"/>
                </a:lnTo>
                <a:lnTo>
                  <a:pt x="1676385" y="28574"/>
                </a:lnTo>
                <a:close/>
              </a:path>
              <a:path w="6200775" h="1701165">
                <a:moveTo>
                  <a:pt x="1733535" y="28574"/>
                </a:moveTo>
                <a:lnTo>
                  <a:pt x="1704960" y="28574"/>
                </a:lnTo>
                <a:lnTo>
                  <a:pt x="1704960" y="0"/>
                </a:lnTo>
                <a:lnTo>
                  <a:pt x="1733535" y="0"/>
                </a:lnTo>
                <a:lnTo>
                  <a:pt x="1733535" y="28574"/>
                </a:lnTo>
                <a:close/>
              </a:path>
              <a:path w="6200775" h="1701165">
                <a:moveTo>
                  <a:pt x="1790685" y="28574"/>
                </a:moveTo>
                <a:lnTo>
                  <a:pt x="1762110" y="28574"/>
                </a:lnTo>
                <a:lnTo>
                  <a:pt x="1762110" y="0"/>
                </a:lnTo>
                <a:lnTo>
                  <a:pt x="1790685" y="0"/>
                </a:lnTo>
                <a:lnTo>
                  <a:pt x="1790685" y="28574"/>
                </a:lnTo>
                <a:close/>
              </a:path>
              <a:path w="6200775" h="1701165">
                <a:moveTo>
                  <a:pt x="1847835" y="28574"/>
                </a:moveTo>
                <a:lnTo>
                  <a:pt x="1819260" y="28574"/>
                </a:lnTo>
                <a:lnTo>
                  <a:pt x="1819260" y="0"/>
                </a:lnTo>
                <a:lnTo>
                  <a:pt x="1847835" y="0"/>
                </a:lnTo>
                <a:lnTo>
                  <a:pt x="1847835" y="28574"/>
                </a:lnTo>
                <a:close/>
              </a:path>
              <a:path w="6200775" h="1701165">
                <a:moveTo>
                  <a:pt x="1904985" y="28574"/>
                </a:moveTo>
                <a:lnTo>
                  <a:pt x="1876410" y="28574"/>
                </a:lnTo>
                <a:lnTo>
                  <a:pt x="1876410" y="0"/>
                </a:lnTo>
                <a:lnTo>
                  <a:pt x="1904985" y="0"/>
                </a:lnTo>
                <a:lnTo>
                  <a:pt x="1904985" y="28574"/>
                </a:lnTo>
                <a:close/>
              </a:path>
              <a:path w="6200775" h="1701165">
                <a:moveTo>
                  <a:pt x="1962135" y="28574"/>
                </a:moveTo>
                <a:lnTo>
                  <a:pt x="1933560" y="28574"/>
                </a:lnTo>
                <a:lnTo>
                  <a:pt x="1933560" y="0"/>
                </a:lnTo>
                <a:lnTo>
                  <a:pt x="1962135" y="0"/>
                </a:lnTo>
                <a:lnTo>
                  <a:pt x="1962135" y="28574"/>
                </a:lnTo>
                <a:close/>
              </a:path>
              <a:path w="6200775" h="1701165">
                <a:moveTo>
                  <a:pt x="2019285" y="28574"/>
                </a:moveTo>
                <a:lnTo>
                  <a:pt x="1990710" y="28574"/>
                </a:lnTo>
                <a:lnTo>
                  <a:pt x="1990710" y="0"/>
                </a:lnTo>
                <a:lnTo>
                  <a:pt x="2019285" y="0"/>
                </a:lnTo>
                <a:lnTo>
                  <a:pt x="2019285" y="28574"/>
                </a:lnTo>
                <a:close/>
              </a:path>
              <a:path w="6200775" h="1701165">
                <a:moveTo>
                  <a:pt x="2076435" y="28574"/>
                </a:moveTo>
                <a:lnTo>
                  <a:pt x="2047860" y="28574"/>
                </a:lnTo>
                <a:lnTo>
                  <a:pt x="2047860" y="0"/>
                </a:lnTo>
                <a:lnTo>
                  <a:pt x="2076435" y="0"/>
                </a:lnTo>
                <a:lnTo>
                  <a:pt x="2076435" y="28574"/>
                </a:lnTo>
                <a:close/>
              </a:path>
              <a:path w="6200775" h="1701165">
                <a:moveTo>
                  <a:pt x="2133585" y="28574"/>
                </a:moveTo>
                <a:lnTo>
                  <a:pt x="2105010" y="28574"/>
                </a:lnTo>
                <a:lnTo>
                  <a:pt x="2105010" y="0"/>
                </a:lnTo>
                <a:lnTo>
                  <a:pt x="2133585" y="0"/>
                </a:lnTo>
                <a:lnTo>
                  <a:pt x="2133585" y="28574"/>
                </a:lnTo>
                <a:close/>
              </a:path>
              <a:path w="6200775" h="1701165">
                <a:moveTo>
                  <a:pt x="2190735" y="28574"/>
                </a:moveTo>
                <a:lnTo>
                  <a:pt x="2162160" y="28574"/>
                </a:lnTo>
                <a:lnTo>
                  <a:pt x="2162160" y="0"/>
                </a:lnTo>
                <a:lnTo>
                  <a:pt x="2190735" y="0"/>
                </a:lnTo>
                <a:lnTo>
                  <a:pt x="2190735" y="28574"/>
                </a:lnTo>
                <a:close/>
              </a:path>
              <a:path w="6200775" h="1701165">
                <a:moveTo>
                  <a:pt x="2247885" y="28574"/>
                </a:moveTo>
                <a:lnTo>
                  <a:pt x="2219310" y="28574"/>
                </a:lnTo>
                <a:lnTo>
                  <a:pt x="2219310" y="0"/>
                </a:lnTo>
                <a:lnTo>
                  <a:pt x="2247885" y="0"/>
                </a:lnTo>
                <a:lnTo>
                  <a:pt x="2247885" y="28574"/>
                </a:lnTo>
                <a:close/>
              </a:path>
              <a:path w="6200775" h="1701165">
                <a:moveTo>
                  <a:pt x="2305035" y="28574"/>
                </a:moveTo>
                <a:lnTo>
                  <a:pt x="2276460" y="28574"/>
                </a:lnTo>
                <a:lnTo>
                  <a:pt x="2276460" y="0"/>
                </a:lnTo>
                <a:lnTo>
                  <a:pt x="2305035" y="0"/>
                </a:lnTo>
                <a:lnTo>
                  <a:pt x="2305035" y="28574"/>
                </a:lnTo>
                <a:close/>
              </a:path>
              <a:path w="6200775" h="1701165">
                <a:moveTo>
                  <a:pt x="2362185" y="28574"/>
                </a:moveTo>
                <a:lnTo>
                  <a:pt x="2333610" y="28574"/>
                </a:lnTo>
                <a:lnTo>
                  <a:pt x="2333610" y="0"/>
                </a:lnTo>
                <a:lnTo>
                  <a:pt x="2362185" y="0"/>
                </a:lnTo>
                <a:lnTo>
                  <a:pt x="2362185" y="28574"/>
                </a:lnTo>
                <a:close/>
              </a:path>
              <a:path w="6200775" h="1701165">
                <a:moveTo>
                  <a:pt x="2419335" y="28574"/>
                </a:moveTo>
                <a:lnTo>
                  <a:pt x="2390760" y="28574"/>
                </a:lnTo>
                <a:lnTo>
                  <a:pt x="2390760" y="0"/>
                </a:lnTo>
                <a:lnTo>
                  <a:pt x="2419335" y="0"/>
                </a:lnTo>
                <a:lnTo>
                  <a:pt x="2419335" y="28574"/>
                </a:lnTo>
                <a:close/>
              </a:path>
              <a:path w="6200775" h="1701165">
                <a:moveTo>
                  <a:pt x="2476485" y="28574"/>
                </a:moveTo>
                <a:lnTo>
                  <a:pt x="2447910" y="28574"/>
                </a:lnTo>
                <a:lnTo>
                  <a:pt x="2447910" y="0"/>
                </a:lnTo>
                <a:lnTo>
                  <a:pt x="2476485" y="0"/>
                </a:lnTo>
                <a:lnTo>
                  <a:pt x="2476485" y="28574"/>
                </a:lnTo>
                <a:close/>
              </a:path>
              <a:path w="6200775" h="1701165">
                <a:moveTo>
                  <a:pt x="2533635" y="28574"/>
                </a:moveTo>
                <a:lnTo>
                  <a:pt x="2505060" y="28574"/>
                </a:lnTo>
                <a:lnTo>
                  <a:pt x="2505060" y="0"/>
                </a:lnTo>
                <a:lnTo>
                  <a:pt x="2533635" y="0"/>
                </a:lnTo>
                <a:lnTo>
                  <a:pt x="2533635" y="28574"/>
                </a:lnTo>
                <a:close/>
              </a:path>
              <a:path w="6200775" h="1701165">
                <a:moveTo>
                  <a:pt x="2590785" y="28574"/>
                </a:moveTo>
                <a:lnTo>
                  <a:pt x="2562210" y="28574"/>
                </a:lnTo>
                <a:lnTo>
                  <a:pt x="2562210" y="0"/>
                </a:lnTo>
                <a:lnTo>
                  <a:pt x="2590785" y="0"/>
                </a:lnTo>
                <a:lnTo>
                  <a:pt x="2590785" y="28574"/>
                </a:lnTo>
                <a:close/>
              </a:path>
              <a:path w="6200775" h="1701165">
                <a:moveTo>
                  <a:pt x="2647935" y="28574"/>
                </a:moveTo>
                <a:lnTo>
                  <a:pt x="2619360" y="28574"/>
                </a:lnTo>
                <a:lnTo>
                  <a:pt x="2619360" y="0"/>
                </a:lnTo>
                <a:lnTo>
                  <a:pt x="2647935" y="0"/>
                </a:lnTo>
                <a:lnTo>
                  <a:pt x="2647935" y="28574"/>
                </a:lnTo>
                <a:close/>
              </a:path>
              <a:path w="6200775" h="1701165">
                <a:moveTo>
                  <a:pt x="2705085" y="28574"/>
                </a:moveTo>
                <a:lnTo>
                  <a:pt x="2676510" y="28574"/>
                </a:lnTo>
                <a:lnTo>
                  <a:pt x="2676510" y="0"/>
                </a:lnTo>
                <a:lnTo>
                  <a:pt x="2705085" y="0"/>
                </a:lnTo>
                <a:lnTo>
                  <a:pt x="2705085" y="28574"/>
                </a:lnTo>
                <a:close/>
              </a:path>
              <a:path w="6200775" h="1701165">
                <a:moveTo>
                  <a:pt x="2762235" y="28574"/>
                </a:moveTo>
                <a:lnTo>
                  <a:pt x="2733660" y="28574"/>
                </a:lnTo>
                <a:lnTo>
                  <a:pt x="2733660" y="0"/>
                </a:lnTo>
                <a:lnTo>
                  <a:pt x="2762235" y="0"/>
                </a:lnTo>
                <a:lnTo>
                  <a:pt x="2762235" y="28574"/>
                </a:lnTo>
                <a:close/>
              </a:path>
              <a:path w="6200775" h="1701165">
                <a:moveTo>
                  <a:pt x="2819385" y="28574"/>
                </a:moveTo>
                <a:lnTo>
                  <a:pt x="2790810" y="28574"/>
                </a:lnTo>
                <a:lnTo>
                  <a:pt x="2790810" y="0"/>
                </a:lnTo>
                <a:lnTo>
                  <a:pt x="2819385" y="0"/>
                </a:lnTo>
                <a:lnTo>
                  <a:pt x="2819385" y="28574"/>
                </a:lnTo>
                <a:close/>
              </a:path>
              <a:path w="6200775" h="1701165">
                <a:moveTo>
                  <a:pt x="2876535" y="28574"/>
                </a:moveTo>
                <a:lnTo>
                  <a:pt x="2847960" y="28574"/>
                </a:lnTo>
                <a:lnTo>
                  <a:pt x="2847960" y="0"/>
                </a:lnTo>
                <a:lnTo>
                  <a:pt x="2876535" y="0"/>
                </a:lnTo>
                <a:lnTo>
                  <a:pt x="2876535" y="28574"/>
                </a:lnTo>
                <a:close/>
              </a:path>
              <a:path w="6200775" h="1701165">
                <a:moveTo>
                  <a:pt x="2933685" y="28574"/>
                </a:moveTo>
                <a:lnTo>
                  <a:pt x="2905110" y="28574"/>
                </a:lnTo>
                <a:lnTo>
                  <a:pt x="2905110" y="0"/>
                </a:lnTo>
                <a:lnTo>
                  <a:pt x="2933685" y="0"/>
                </a:lnTo>
                <a:lnTo>
                  <a:pt x="2933685" y="28574"/>
                </a:lnTo>
                <a:close/>
              </a:path>
              <a:path w="6200775" h="1701165">
                <a:moveTo>
                  <a:pt x="2990835" y="28574"/>
                </a:moveTo>
                <a:lnTo>
                  <a:pt x="2962260" y="28574"/>
                </a:lnTo>
                <a:lnTo>
                  <a:pt x="2962260" y="0"/>
                </a:lnTo>
                <a:lnTo>
                  <a:pt x="2990835" y="0"/>
                </a:lnTo>
                <a:lnTo>
                  <a:pt x="2990835" y="28574"/>
                </a:lnTo>
                <a:close/>
              </a:path>
              <a:path w="6200775" h="1701165">
                <a:moveTo>
                  <a:pt x="3047985" y="28574"/>
                </a:moveTo>
                <a:lnTo>
                  <a:pt x="3019410" y="28574"/>
                </a:lnTo>
                <a:lnTo>
                  <a:pt x="3019410" y="0"/>
                </a:lnTo>
                <a:lnTo>
                  <a:pt x="3047985" y="0"/>
                </a:lnTo>
                <a:lnTo>
                  <a:pt x="3047985" y="28574"/>
                </a:lnTo>
                <a:close/>
              </a:path>
              <a:path w="6200775" h="1701165">
                <a:moveTo>
                  <a:pt x="3105135" y="28574"/>
                </a:moveTo>
                <a:lnTo>
                  <a:pt x="3076560" y="28574"/>
                </a:lnTo>
                <a:lnTo>
                  <a:pt x="3076560" y="0"/>
                </a:lnTo>
                <a:lnTo>
                  <a:pt x="3105135" y="0"/>
                </a:lnTo>
                <a:lnTo>
                  <a:pt x="3105135" y="28574"/>
                </a:lnTo>
                <a:close/>
              </a:path>
              <a:path w="6200775" h="1701165">
                <a:moveTo>
                  <a:pt x="3162285" y="28574"/>
                </a:moveTo>
                <a:lnTo>
                  <a:pt x="3133710" y="28574"/>
                </a:lnTo>
                <a:lnTo>
                  <a:pt x="3133710" y="0"/>
                </a:lnTo>
                <a:lnTo>
                  <a:pt x="3162285" y="0"/>
                </a:lnTo>
                <a:lnTo>
                  <a:pt x="3162285" y="28574"/>
                </a:lnTo>
                <a:close/>
              </a:path>
              <a:path w="6200775" h="1701165">
                <a:moveTo>
                  <a:pt x="3219435" y="28574"/>
                </a:moveTo>
                <a:lnTo>
                  <a:pt x="3190860" y="28574"/>
                </a:lnTo>
                <a:lnTo>
                  <a:pt x="3190860" y="0"/>
                </a:lnTo>
                <a:lnTo>
                  <a:pt x="3219435" y="0"/>
                </a:lnTo>
                <a:lnTo>
                  <a:pt x="3219435" y="28574"/>
                </a:lnTo>
                <a:close/>
              </a:path>
              <a:path w="6200775" h="1701165">
                <a:moveTo>
                  <a:pt x="3276585" y="28574"/>
                </a:moveTo>
                <a:lnTo>
                  <a:pt x="3248010" y="28574"/>
                </a:lnTo>
                <a:lnTo>
                  <a:pt x="3248010" y="0"/>
                </a:lnTo>
                <a:lnTo>
                  <a:pt x="3276585" y="0"/>
                </a:lnTo>
                <a:lnTo>
                  <a:pt x="3276585" y="28574"/>
                </a:lnTo>
                <a:close/>
              </a:path>
              <a:path w="6200775" h="1701165">
                <a:moveTo>
                  <a:pt x="3333735" y="28574"/>
                </a:moveTo>
                <a:lnTo>
                  <a:pt x="3305160" y="28574"/>
                </a:lnTo>
                <a:lnTo>
                  <a:pt x="3305160" y="0"/>
                </a:lnTo>
                <a:lnTo>
                  <a:pt x="3333735" y="0"/>
                </a:lnTo>
                <a:lnTo>
                  <a:pt x="3333735" y="28574"/>
                </a:lnTo>
                <a:close/>
              </a:path>
              <a:path w="6200775" h="1701165">
                <a:moveTo>
                  <a:pt x="3390885" y="28574"/>
                </a:moveTo>
                <a:lnTo>
                  <a:pt x="3362310" y="28574"/>
                </a:lnTo>
                <a:lnTo>
                  <a:pt x="3362310" y="0"/>
                </a:lnTo>
                <a:lnTo>
                  <a:pt x="3390885" y="0"/>
                </a:lnTo>
                <a:lnTo>
                  <a:pt x="3390885" y="28574"/>
                </a:lnTo>
                <a:close/>
              </a:path>
              <a:path w="6200775" h="1701165">
                <a:moveTo>
                  <a:pt x="3448035" y="28574"/>
                </a:moveTo>
                <a:lnTo>
                  <a:pt x="3419460" y="28574"/>
                </a:lnTo>
                <a:lnTo>
                  <a:pt x="3419460" y="0"/>
                </a:lnTo>
                <a:lnTo>
                  <a:pt x="3448035" y="0"/>
                </a:lnTo>
                <a:lnTo>
                  <a:pt x="3448035" y="28574"/>
                </a:lnTo>
                <a:close/>
              </a:path>
              <a:path w="6200775" h="1701165">
                <a:moveTo>
                  <a:pt x="3505185" y="28574"/>
                </a:moveTo>
                <a:lnTo>
                  <a:pt x="3476610" y="28574"/>
                </a:lnTo>
                <a:lnTo>
                  <a:pt x="3476610" y="0"/>
                </a:lnTo>
                <a:lnTo>
                  <a:pt x="3505185" y="0"/>
                </a:lnTo>
                <a:lnTo>
                  <a:pt x="3505185" y="28574"/>
                </a:lnTo>
                <a:close/>
              </a:path>
              <a:path w="6200775" h="1701165">
                <a:moveTo>
                  <a:pt x="3562335" y="28574"/>
                </a:moveTo>
                <a:lnTo>
                  <a:pt x="3533760" y="28574"/>
                </a:lnTo>
                <a:lnTo>
                  <a:pt x="3533760" y="0"/>
                </a:lnTo>
                <a:lnTo>
                  <a:pt x="3562335" y="0"/>
                </a:lnTo>
                <a:lnTo>
                  <a:pt x="3562335" y="28574"/>
                </a:lnTo>
                <a:close/>
              </a:path>
              <a:path w="6200775" h="1701165">
                <a:moveTo>
                  <a:pt x="3619485" y="28574"/>
                </a:moveTo>
                <a:lnTo>
                  <a:pt x="3590910" y="28574"/>
                </a:lnTo>
                <a:lnTo>
                  <a:pt x="3590910" y="0"/>
                </a:lnTo>
                <a:lnTo>
                  <a:pt x="3619485" y="0"/>
                </a:lnTo>
                <a:lnTo>
                  <a:pt x="3619485" y="28574"/>
                </a:lnTo>
                <a:close/>
              </a:path>
              <a:path w="6200775" h="1701165">
                <a:moveTo>
                  <a:pt x="3676635" y="28574"/>
                </a:moveTo>
                <a:lnTo>
                  <a:pt x="3648060" y="28574"/>
                </a:lnTo>
                <a:lnTo>
                  <a:pt x="3648060" y="0"/>
                </a:lnTo>
                <a:lnTo>
                  <a:pt x="3676635" y="0"/>
                </a:lnTo>
                <a:lnTo>
                  <a:pt x="3676635" y="28574"/>
                </a:lnTo>
                <a:close/>
              </a:path>
              <a:path w="6200775" h="1701165">
                <a:moveTo>
                  <a:pt x="3733785" y="28574"/>
                </a:moveTo>
                <a:lnTo>
                  <a:pt x="3705210" y="28574"/>
                </a:lnTo>
                <a:lnTo>
                  <a:pt x="3705210" y="0"/>
                </a:lnTo>
                <a:lnTo>
                  <a:pt x="3733785" y="0"/>
                </a:lnTo>
                <a:lnTo>
                  <a:pt x="3733785" y="28574"/>
                </a:lnTo>
                <a:close/>
              </a:path>
              <a:path w="6200775" h="1701165">
                <a:moveTo>
                  <a:pt x="3790935" y="28574"/>
                </a:moveTo>
                <a:lnTo>
                  <a:pt x="3762360" y="28574"/>
                </a:lnTo>
                <a:lnTo>
                  <a:pt x="3762360" y="0"/>
                </a:lnTo>
                <a:lnTo>
                  <a:pt x="3790935" y="0"/>
                </a:lnTo>
                <a:lnTo>
                  <a:pt x="3790935" y="28574"/>
                </a:lnTo>
                <a:close/>
              </a:path>
              <a:path w="6200775" h="1701165">
                <a:moveTo>
                  <a:pt x="3848085" y="28574"/>
                </a:moveTo>
                <a:lnTo>
                  <a:pt x="3819510" y="28574"/>
                </a:lnTo>
                <a:lnTo>
                  <a:pt x="3819510" y="0"/>
                </a:lnTo>
                <a:lnTo>
                  <a:pt x="3848085" y="0"/>
                </a:lnTo>
                <a:lnTo>
                  <a:pt x="3848085" y="28574"/>
                </a:lnTo>
                <a:close/>
              </a:path>
              <a:path w="6200775" h="1701165">
                <a:moveTo>
                  <a:pt x="3905235" y="28574"/>
                </a:moveTo>
                <a:lnTo>
                  <a:pt x="3876660" y="28574"/>
                </a:lnTo>
                <a:lnTo>
                  <a:pt x="3876660" y="0"/>
                </a:lnTo>
                <a:lnTo>
                  <a:pt x="3905235" y="0"/>
                </a:lnTo>
                <a:lnTo>
                  <a:pt x="3905235" y="28574"/>
                </a:lnTo>
                <a:close/>
              </a:path>
              <a:path w="6200775" h="1701165">
                <a:moveTo>
                  <a:pt x="3962385" y="28574"/>
                </a:moveTo>
                <a:lnTo>
                  <a:pt x="3933810" y="28574"/>
                </a:lnTo>
                <a:lnTo>
                  <a:pt x="3933810" y="0"/>
                </a:lnTo>
                <a:lnTo>
                  <a:pt x="3962385" y="0"/>
                </a:lnTo>
                <a:lnTo>
                  <a:pt x="3962385" y="28574"/>
                </a:lnTo>
                <a:close/>
              </a:path>
              <a:path w="6200775" h="1701165">
                <a:moveTo>
                  <a:pt x="4019535" y="28574"/>
                </a:moveTo>
                <a:lnTo>
                  <a:pt x="3990960" y="28574"/>
                </a:lnTo>
                <a:lnTo>
                  <a:pt x="3990960" y="0"/>
                </a:lnTo>
                <a:lnTo>
                  <a:pt x="4019535" y="0"/>
                </a:lnTo>
                <a:lnTo>
                  <a:pt x="4019535" y="28574"/>
                </a:lnTo>
                <a:close/>
              </a:path>
              <a:path w="6200775" h="1701165">
                <a:moveTo>
                  <a:pt x="4076685" y="28574"/>
                </a:moveTo>
                <a:lnTo>
                  <a:pt x="4048110" y="28574"/>
                </a:lnTo>
                <a:lnTo>
                  <a:pt x="4048110" y="0"/>
                </a:lnTo>
                <a:lnTo>
                  <a:pt x="4076685" y="0"/>
                </a:lnTo>
                <a:lnTo>
                  <a:pt x="4076685" y="28574"/>
                </a:lnTo>
                <a:close/>
              </a:path>
              <a:path w="6200775" h="1701165">
                <a:moveTo>
                  <a:pt x="4133835" y="28574"/>
                </a:moveTo>
                <a:lnTo>
                  <a:pt x="4105260" y="28574"/>
                </a:lnTo>
                <a:lnTo>
                  <a:pt x="4105260" y="0"/>
                </a:lnTo>
                <a:lnTo>
                  <a:pt x="4133835" y="0"/>
                </a:lnTo>
                <a:lnTo>
                  <a:pt x="4133835" y="28574"/>
                </a:lnTo>
                <a:close/>
              </a:path>
              <a:path w="6200775" h="1701165">
                <a:moveTo>
                  <a:pt x="4190985" y="28574"/>
                </a:moveTo>
                <a:lnTo>
                  <a:pt x="4162410" y="28574"/>
                </a:lnTo>
                <a:lnTo>
                  <a:pt x="4162410" y="0"/>
                </a:lnTo>
                <a:lnTo>
                  <a:pt x="4190985" y="0"/>
                </a:lnTo>
                <a:lnTo>
                  <a:pt x="4190985" y="28574"/>
                </a:lnTo>
                <a:close/>
              </a:path>
              <a:path w="6200775" h="1701165">
                <a:moveTo>
                  <a:pt x="4248135" y="28574"/>
                </a:moveTo>
                <a:lnTo>
                  <a:pt x="4219560" y="28574"/>
                </a:lnTo>
                <a:lnTo>
                  <a:pt x="4219560" y="0"/>
                </a:lnTo>
                <a:lnTo>
                  <a:pt x="4248135" y="0"/>
                </a:lnTo>
                <a:lnTo>
                  <a:pt x="4248135" y="28574"/>
                </a:lnTo>
                <a:close/>
              </a:path>
              <a:path w="6200775" h="1701165">
                <a:moveTo>
                  <a:pt x="4305285" y="28574"/>
                </a:moveTo>
                <a:lnTo>
                  <a:pt x="4276710" y="28574"/>
                </a:lnTo>
                <a:lnTo>
                  <a:pt x="4276710" y="0"/>
                </a:lnTo>
                <a:lnTo>
                  <a:pt x="4305285" y="0"/>
                </a:lnTo>
                <a:lnTo>
                  <a:pt x="4305285" y="28574"/>
                </a:lnTo>
                <a:close/>
              </a:path>
              <a:path w="6200775" h="1701165">
                <a:moveTo>
                  <a:pt x="4362435" y="28574"/>
                </a:moveTo>
                <a:lnTo>
                  <a:pt x="4333860" y="28574"/>
                </a:lnTo>
                <a:lnTo>
                  <a:pt x="4333860" y="0"/>
                </a:lnTo>
                <a:lnTo>
                  <a:pt x="4362435" y="0"/>
                </a:lnTo>
                <a:lnTo>
                  <a:pt x="4362435" y="28574"/>
                </a:lnTo>
                <a:close/>
              </a:path>
              <a:path w="6200775" h="1701165">
                <a:moveTo>
                  <a:pt x="4419585" y="28574"/>
                </a:moveTo>
                <a:lnTo>
                  <a:pt x="4391010" y="28574"/>
                </a:lnTo>
                <a:lnTo>
                  <a:pt x="4391010" y="0"/>
                </a:lnTo>
                <a:lnTo>
                  <a:pt x="4419585" y="0"/>
                </a:lnTo>
                <a:lnTo>
                  <a:pt x="4419585" y="28574"/>
                </a:lnTo>
                <a:close/>
              </a:path>
              <a:path w="6200775" h="1701165">
                <a:moveTo>
                  <a:pt x="4476735" y="28574"/>
                </a:moveTo>
                <a:lnTo>
                  <a:pt x="4448160" y="28574"/>
                </a:lnTo>
                <a:lnTo>
                  <a:pt x="4448160" y="0"/>
                </a:lnTo>
                <a:lnTo>
                  <a:pt x="4476735" y="0"/>
                </a:lnTo>
                <a:lnTo>
                  <a:pt x="4476735" y="28574"/>
                </a:lnTo>
                <a:close/>
              </a:path>
              <a:path w="6200775" h="1701165">
                <a:moveTo>
                  <a:pt x="4533885" y="28574"/>
                </a:moveTo>
                <a:lnTo>
                  <a:pt x="4505310" y="28574"/>
                </a:lnTo>
                <a:lnTo>
                  <a:pt x="4505310" y="0"/>
                </a:lnTo>
                <a:lnTo>
                  <a:pt x="4533885" y="0"/>
                </a:lnTo>
                <a:lnTo>
                  <a:pt x="4533885" y="28574"/>
                </a:lnTo>
                <a:close/>
              </a:path>
              <a:path w="6200775" h="1701165">
                <a:moveTo>
                  <a:pt x="4591035" y="28574"/>
                </a:moveTo>
                <a:lnTo>
                  <a:pt x="4562460" y="28574"/>
                </a:lnTo>
                <a:lnTo>
                  <a:pt x="4562460" y="0"/>
                </a:lnTo>
                <a:lnTo>
                  <a:pt x="4591035" y="0"/>
                </a:lnTo>
                <a:lnTo>
                  <a:pt x="4591035" y="28574"/>
                </a:lnTo>
                <a:close/>
              </a:path>
              <a:path w="6200775" h="1701165">
                <a:moveTo>
                  <a:pt x="4648185" y="28574"/>
                </a:moveTo>
                <a:lnTo>
                  <a:pt x="4619610" y="28574"/>
                </a:lnTo>
                <a:lnTo>
                  <a:pt x="4619610" y="0"/>
                </a:lnTo>
                <a:lnTo>
                  <a:pt x="4648185" y="0"/>
                </a:lnTo>
                <a:lnTo>
                  <a:pt x="4648185" y="28574"/>
                </a:lnTo>
                <a:close/>
              </a:path>
              <a:path w="6200775" h="1701165">
                <a:moveTo>
                  <a:pt x="4705335" y="28574"/>
                </a:moveTo>
                <a:lnTo>
                  <a:pt x="4676760" y="28574"/>
                </a:lnTo>
                <a:lnTo>
                  <a:pt x="4676760" y="0"/>
                </a:lnTo>
                <a:lnTo>
                  <a:pt x="4705335" y="0"/>
                </a:lnTo>
                <a:lnTo>
                  <a:pt x="4705335" y="28574"/>
                </a:lnTo>
                <a:close/>
              </a:path>
              <a:path w="6200775" h="1701165">
                <a:moveTo>
                  <a:pt x="4762485" y="28574"/>
                </a:moveTo>
                <a:lnTo>
                  <a:pt x="4733910" y="28574"/>
                </a:lnTo>
                <a:lnTo>
                  <a:pt x="4733910" y="0"/>
                </a:lnTo>
                <a:lnTo>
                  <a:pt x="4762485" y="0"/>
                </a:lnTo>
                <a:lnTo>
                  <a:pt x="4762485" y="28574"/>
                </a:lnTo>
                <a:close/>
              </a:path>
              <a:path w="6200775" h="1701165">
                <a:moveTo>
                  <a:pt x="4819635" y="28574"/>
                </a:moveTo>
                <a:lnTo>
                  <a:pt x="4791060" y="28574"/>
                </a:lnTo>
                <a:lnTo>
                  <a:pt x="4791060" y="0"/>
                </a:lnTo>
                <a:lnTo>
                  <a:pt x="4819635" y="0"/>
                </a:lnTo>
                <a:lnTo>
                  <a:pt x="4819635" y="28574"/>
                </a:lnTo>
                <a:close/>
              </a:path>
              <a:path w="6200775" h="1701165">
                <a:moveTo>
                  <a:pt x="4876785" y="28574"/>
                </a:moveTo>
                <a:lnTo>
                  <a:pt x="4848210" y="28574"/>
                </a:lnTo>
                <a:lnTo>
                  <a:pt x="4848210" y="0"/>
                </a:lnTo>
                <a:lnTo>
                  <a:pt x="4876785" y="0"/>
                </a:lnTo>
                <a:lnTo>
                  <a:pt x="4876785" y="28574"/>
                </a:lnTo>
                <a:close/>
              </a:path>
              <a:path w="6200775" h="1701165">
                <a:moveTo>
                  <a:pt x="4933935" y="28574"/>
                </a:moveTo>
                <a:lnTo>
                  <a:pt x="4905360" y="28574"/>
                </a:lnTo>
                <a:lnTo>
                  <a:pt x="4905360" y="0"/>
                </a:lnTo>
                <a:lnTo>
                  <a:pt x="4933935" y="0"/>
                </a:lnTo>
                <a:lnTo>
                  <a:pt x="4933935" y="28574"/>
                </a:lnTo>
                <a:close/>
              </a:path>
              <a:path w="6200775" h="1701165">
                <a:moveTo>
                  <a:pt x="4991085" y="28574"/>
                </a:moveTo>
                <a:lnTo>
                  <a:pt x="4962510" y="28574"/>
                </a:lnTo>
                <a:lnTo>
                  <a:pt x="4962510" y="0"/>
                </a:lnTo>
                <a:lnTo>
                  <a:pt x="4991085" y="0"/>
                </a:lnTo>
                <a:lnTo>
                  <a:pt x="4991085" y="28574"/>
                </a:lnTo>
                <a:close/>
              </a:path>
              <a:path w="6200775" h="1701165">
                <a:moveTo>
                  <a:pt x="5048235" y="28574"/>
                </a:moveTo>
                <a:lnTo>
                  <a:pt x="5019660" y="28574"/>
                </a:lnTo>
                <a:lnTo>
                  <a:pt x="5019660" y="0"/>
                </a:lnTo>
                <a:lnTo>
                  <a:pt x="5048235" y="0"/>
                </a:lnTo>
                <a:lnTo>
                  <a:pt x="5048235" y="28574"/>
                </a:lnTo>
                <a:close/>
              </a:path>
              <a:path w="6200775" h="1701165">
                <a:moveTo>
                  <a:pt x="5105385" y="28574"/>
                </a:moveTo>
                <a:lnTo>
                  <a:pt x="5076810" y="28574"/>
                </a:lnTo>
                <a:lnTo>
                  <a:pt x="5076810" y="0"/>
                </a:lnTo>
                <a:lnTo>
                  <a:pt x="5105385" y="0"/>
                </a:lnTo>
                <a:lnTo>
                  <a:pt x="5105385" y="28574"/>
                </a:lnTo>
                <a:close/>
              </a:path>
              <a:path w="6200775" h="1701165">
                <a:moveTo>
                  <a:pt x="5162535" y="28574"/>
                </a:moveTo>
                <a:lnTo>
                  <a:pt x="5133960" y="28574"/>
                </a:lnTo>
                <a:lnTo>
                  <a:pt x="5133960" y="0"/>
                </a:lnTo>
                <a:lnTo>
                  <a:pt x="5162535" y="0"/>
                </a:lnTo>
                <a:lnTo>
                  <a:pt x="5162535" y="28574"/>
                </a:lnTo>
                <a:close/>
              </a:path>
              <a:path w="6200775" h="1701165">
                <a:moveTo>
                  <a:pt x="5219685" y="28574"/>
                </a:moveTo>
                <a:lnTo>
                  <a:pt x="5191110" y="28574"/>
                </a:lnTo>
                <a:lnTo>
                  <a:pt x="5191110" y="0"/>
                </a:lnTo>
                <a:lnTo>
                  <a:pt x="5219685" y="0"/>
                </a:lnTo>
                <a:lnTo>
                  <a:pt x="5219685" y="28574"/>
                </a:lnTo>
                <a:close/>
              </a:path>
              <a:path w="6200775" h="1701165">
                <a:moveTo>
                  <a:pt x="5276835" y="28574"/>
                </a:moveTo>
                <a:lnTo>
                  <a:pt x="5248260" y="28574"/>
                </a:lnTo>
                <a:lnTo>
                  <a:pt x="5248260" y="0"/>
                </a:lnTo>
                <a:lnTo>
                  <a:pt x="5276835" y="0"/>
                </a:lnTo>
                <a:lnTo>
                  <a:pt x="5276835" y="28574"/>
                </a:lnTo>
                <a:close/>
              </a:path>
              <a:path w="6200775" h="1701165">
                <a:moveTo>
                  <a:pt x="5333985" y="28574"/>
                </a:moveTo>
                <a:lnTo>
                  <a:pt x="5305410" y="28574"/>
                </a:lnTo>
                <a:lnTo>
                  <a:pt x="5305410" y="0"/>
                </a:lnTo>
                <a:lnTo>
                  <a:pt x="5333985" y="0"/>
                </a:lnTo>
                <a:lnTo>
                  <a:pt x="5333985" y="28574"/>
                </a:lnTo>
                <a:close/>
              </a:path>
              <a:path w="6200775" h="1701165">
                <a:moveTo>
                  <a:pt x="5391135" y="28574"/>
                </a:moveTo>
                <a:lnTo>
                  <a:pt x="5362560" y="28574"/>
                </a:lnTo>
                <a:lnTo>
                  <a:pt x="5362560" y="0"/>
                </a:lnTo>
                <a:lnTo>
                  <a:pt x="5391135" y="0"/>
                </a:lnTo>
                <a:lnTo>
                  <a:pt x="5391135" y="28574"/>
                </a:lnTo>
                <a:close/>
              </a:path>
              <a:path w="6200775" h="1701165">
                <a:moveTo>
                  <a:pt x="5448285" y="28574"/>
                </a:moveTo>
                <a:lnTo>
                  <a:pt x="5419710" y="28574"/>
                </a:lnTo>
                <a:lnTo>
                  <a:pt x="5419710" y="0"/>
                </a:lnTo>
                <a:lnTo>
                  <a:pt x="5448285" y="0"/>
                </a:lnTo>
                <a:lnTo>
                  <a:pt x="5448285" y="28574"/>
                </a:lnTo>
                <a:close/>
              </a:path>
              <a:path w="6200775" h="1701165">
                <a:moveTo>
                  <a:pt x="5505435" y="28574"/>
                </a:moveTo>
                <a:lnTo>
                  <a:pt x="5476860" y="28574"/>
                </a:lnTo>
                <a:lnTo>
                  <a:pt x="5476860" y="0"/>
                </a:lnTo>
                <a:lnTo>
                  <a:pt x="5505435" y="0"/>
                </a:lnTo>
                <a:lnTo>
                  <a:pt x="5505435" y="28574"/>
                </a:lnTo>
                <a:close/>
              </a:path>
              <a:path w="6200775" h="1701165">
                <a:moveTo>
                  <a:pt x="5562585" y="28574"/>
                </a:moveTo>
                <a:lnTo>
                  <a:pt x="5534010" y="28574"/>
                </a:lnTo>
                <a:lnTo>
                  <a:pt x="5534010" y="0"/>
                </a:lnTo>
                <a:lnTo>
                  <a:pt x="5562585" y="0"/>
                </a:lnTo>
                <a:lnTo>
                  <a:pt x="5562585" y="28574"/>
                </a:lnTo>
                <a:close/>
              </a:path>
              <a:path w="6200775" h="1701165">
                <a:moveTo>
                  <a:pt x="5619735" y="28574"/>
                </a:moveTo>
                <a:lnTo>
                  <a:pt x="5591160" y="28574"/>
                </a:lnTo>
                <a:lnTo>
                  <a:pt x="5591160" y="0"/>
                </a:lnTo>
                <a:lnTo>
                  <a:pt x="5619735" y="0"/>
                </a:lnTo>
                <a:lnTo>
                  <a:pt x="5619735" y="28574"/>
                </a:lnTo>
                <a:close/>
              </a:path>
              <a:path w="6200775" h="1701165">
                <a:moveTo>
                  <a:pt x="5676885" y="28574"/>
                </a:moveTo>
                <a:lnTo>
                  <a:pt x="5648310" y="28574"/>
                </a:lnTo>
                <a:lnTo>
                  <a:pt x="5648310" y="0"/>
                </a:lnTo>
                <a:lnTo>
                  <a:pt x="5676885" y="0"/>
                </a:lnTo>
                <a:lnTo>
                  <a:pt x="5676885" y="28574"/>
                </a:lnTo>
                <a:close/>
              </a:path>
              <a:path w="6200775" h="1701165">
                <a:moveTo>
                  <a:pt x="5734035" y="28574"/>
                </a:moveTo>
                <a:lnTo>
                  <a:pt x="5705460" y="28574"/>
                </a:lnTo>
                <a:lnTo>
                  <a:pt x="5705460" y="0"/>
                </a:lnTo>
                <a:lnTo>
                  <a:pt x="5734035" y="0"/>
                </a:lnTo>
                <a:lnTo>
                  <a:pt x="5734035" y="28574"/>
                </a:lnTo>
                <a:close/>
              </a:path>
              <a:path w="6200775" h="1701165">
                <a:moveTo>
                  <a:pt x="5791185" y="28574"/>
                </a:moveTo>
                <a:lnTo>
                  <a:pt x="5762610" y="28574"/>
                </a:lnTo>
                <a:lnTo>
                  <a:pt x="5762610" y="0"/>
                </a:lnTo>
                <a:lnTo>
                  <a:pt x="5791185" y="0"/>
                </a:lnTo>
                <a:lnTo>
                  <a:pt x="5791185" y="28574"/>
                </a:lnTo>
                <a:close/>
              </a:path>
              <a:path w="6200775" h="1701165">
                <a:moveTo>
                  <a:pt x="5848335" y="28574"/>
                </a:moveTo>
                <a:lnTo>
                  <a:pt x="5819760" y="28574"/>
                </a:lnTo>
                <a:lnTo>
                  <a:pt x="5819760" y="0"/>
                </a:lnTo>
                <a:lnTo>
                  <a:pt x="5848335" y="0"/>
                </a:lnTo>
                <a:lnTo>
                  <a:pt x="5848335" y="28574"/>
                </a:lnTo>
                <a:close/>
              </a:path>
              <a:path w="6200775" h="1701165">
                <a:moveTo>
                  <a:pt x="5905485" y="28574"/>
                </a:moveTo>
                <a:lnTo>
                  <a:pt x="5876910" y="28574"/>
                </a:lnTo>
                <a:lnTo>
                  <a:pt x="5876910" y="0"/>
                </a:lnTo>
                <a:lnTo>
                  <a:pt x="5905485" y="0"/>
                </a:lnTo>
                <a:lnTo>
                  <a:pt x="5905485" y="28574"/>
                </a:lnTo>
                <a:close/>
              </a:path>
              <a:path w="6200775" h="1701165">
                <a:moveTo>
                  <a:pt x="5962635" y="28574"/>
                </a:moveTo>
                <a:lnTo>
                  <a:pt x="5934060" y="28574"/>
                </a:lnTo>
                <a:lnTo>
                  <a:pt x="5934060" y="0"/>
                </a:lnTo>
                <a:lnTo>
                  <a:pt x="5962635" y="0"/>
                </a:lnTo>
                <a:lnTo>
                  <a:pt x="5962635" y="28574"/>
                </a:lnTo>
                <a:close/>
              </a:path>
              <a:path w="6200775" h="1701165">
                <a:moveTo>
                  <a:pt x="6019785" y="28574"/>
                </a:moveTo>
                <a:lnTo>
                  <a:pt x="5991210" y="28574"/>
                </a:lnTo>
                <a:lnTo>
                  <a:pt x="5991210" y="0"/>
                </a:lnTo>
                <a:lnTo>
                  <a:pt x="6019785" y="0"/>
                </a:lnTo>
                <a:lnTo>
                  <a:pt x="6019785" y="28574"/>
                </a:lnTo>
                <a:close/>
              </a:path>
              <a:path w="6200775" h="1701165">
                <a:moveTo>
                  <a:pt x="6070449" y="32103"/>
                </a:moveTo>
                <a:lnTo>
                  <a:pt x="6062731" y="30291"/>
                </a:lnTo>
                <a:lnTo>
                  <a:pt x="6054912" y="29176"/>
                </a:lnTo>
                <a:lnTo>
                  <a:pt x="6046995" y="28759"/>
                </a:lnTo>
                <a:lnTo>
                  <a:pt x="6048262" y="4711"/>
                </a:lnTo>
                <a:lnTo>
                  <a:pt x="6048345" y="3139"/>
                </a:lnTo>
                <a:lnTo>
                  <a:pt x="6048466" y="840"/>
                </a:lnTo>
                <a:lnTo>
                  <a:pt x="6071707" y="3139"/>
                </a:lnTo>
                <a:lnTo>
                  <a:pt x="6076881" y="4711"/>
                </a:lnTo>
                <a:lnTo>
                  <a:pt x="6070449" y="32103"/>
                </a:lnTo>
                <a:close/>
              </a:path>
              <a:path w="6200775" h="1701165">
                <a:moveTo>
                  <a:pt x="6113501" y="50680"/>
                </a:moveTo>
                <a:lnTo>
                  <a:pt x="6106928" y="46336"/>
                </a:lnTo>
                <a:lnTo>
                  <a:pt x="6100025" y="42603"/>
                </a:lnTo>
                <a:lnTo>
                  <a:pt x="6092790" y="39482"/>
                </a:lnTo>
                <a:lnTo>
                  <a:pt x="6104025" y="13441"/>
                </a:lnTo>
                <a:lnTo>
                  <a:pt x="6129223" y="26894"/>
                </a:lnTo>
                <a:lnTo>
                  <a:pt x="6113501" y="50680"/>
                </a:lnTo>
                <a:close/>
              </a:path>
              <a:path w="6200775" h="1701165">
                <a:moveTo>
                  <a:pt x="6147745" y="83401"/>
                </a:moveTo>
                <a:lnTo>
                  <a:pt x="6143661" y="77795"/>
                </a:lnTo>
                <a:lnTo>
                  <a:pt x="6139165" y="72538"/>
                </a:lnTo>
                <a:lnTo>
                  <a:pt x="6132796" y="66184"/>
                </a:lnTo>
                <a:lnTo>
                  <a:pt x="6132061" y="65483"/>
                </a:lnTo>
                <a:lnTo>
                  <a:pt x="6151569" y="45051"/>
                </a:lnTo>
                <a:lnTo>
                  <a:pt x="6154461" y="47422"/>
                </a:lnTo>
                <a:lnTo>
                  <a:pt x="6170419" y="66884"/>
                </a:lnTo>
                <a:lnTo>
                  <a:pt x="6147745" y="83401"/>
                </a:lnTo>
                <a:close/>
              </a:path>
              <a:path w="6200775" h="1701165">
                <a:moveTo>
                  <a:pt x="6168265" y="125583"/>
                </a:moveTo>
                <a:lnTo>
                  <a:pt x="6166115" y="117998"/>
                </a:lnTo>
                <a:lnTo>
                  <a:pt x="6163327" y="110686"/>
                </a:lnTo>
                <a:lnTo>
                  <a:pt x="6159886" y="103608"/>
                </a:lnTo>
                <a:lnTo>
                  <a:pt x="6184995" y="91401"/>
                </a:lnTo>
                <a:lnTo>
                  <a:pt x="6189559" y="99950"/>
                </a:lnTo>
                <a:lnTo>
                  <a:pt x="6195043" y="117998"/>
                </a:lnTo>
                <a:lnTo>
                  <a:pt x="6168265" y="125583"/>
                </a:lnTo>
                <a:close/>
              </a:path>
              <a:path w="6200775" h="1701165">
                <a:moveTo>
                  <a:pt x="6200510" y="174775"/>
                </a:moveTo>
                <a:lnTo>
                  <a:pt x="6173308" y="174775"/>
                </a:lnTo>
                <a:lnTo>
                  <a:pt x="6173308" y="157529"/>
                </a:lnTo>
                <a:lnTo>
                  <a:pt x="6173093" y="153159"/>
                </a:lnTo>
                <a:lnTo>
                  <a:pt x="6172662" y="148800"/>
                </a:lnTo>
                <a:lnTo>
                  <a:pt x="6200316" y="146068"/>
                </a:lnTo>
                <a:lnTo>
                  <a:pt x="6200510" y="148035"/>
                </a:lnTo>
                <a:lnTo>
                  <a:pt x="6200510" y="174775"/>
                </a:lnTo>
                <a:close/>
              </a:path>
              <a:path w="6200775" h="1701165">
                <a:moveTo>
                  <a:pt x="6200510" y="231925"/>
                </a:moveTo>
                <a:lnTo>
                  <a:pt x="6173308" y="231925"/>
                </a:lnTo>
                <a:lnTo>
                  <a:pt x="6173308" y="203350"/>
                </a:lnTo>
                <a:lnTo>
                  <a:pt x="6200510" y="203350"/>
                </a:lnTo>
                <a:lnTo>
                  <a:pt x="6200510" y="231925"/>
                </a:lnTo>
                <a:close/>
              </a:path>
              <a:path w="6200775" h="1701165">
                <a:moveTo>
                  <a:pt x="6200510" y="289075"/>
                </a:moveTo>
                <a:lnTo>
                  <a:pt x="6173308" y="289075"/>
                </a:lnTo>
                <a:lnTo>
                  <a:pt x="6173308" y="260500"/>
                </a:lnTo>
                <a:lnTo>
                  <a:pt x="6200510" y="260500"/>
                </a:lnTo>
                <a:lnTo>
                  <a:pt x="6200510" y="289075"/>
                </a:lnTo>
                <a:close/>
              </a:path>
              <a:path w="6200775" h="1701165">
                <a:moveTo>
                  <a:pt x="6200510" y="346225"/>
                </a:moveTo>
                <a:lnTo>
                  <a:pt x="6173308" y="346225"/>
                </a:lnTo>
                <a:lnTo>
                  <a:pt x="6173308" y="317650"/>
                </a:lnTo>
                <a:lnTo>
                  <a:pt x="6200510" y="317650"/>
                </a:lnTo>
                <a:lnTo>
                  <a:pt x="6200510" y="346225"/>
                </a:lnTo>
                <a:close/>
              </a:path>
              <a:path w="6200775" h="1701165">
                <a:moveTo>
                  <a:pt x="6200510" y="403375"/>
                </a:moveTo>
                <a:lnTo>
                  <a:pt x="6173308" y="403375"/>
                </a:lnTo>
                <a:lnTo>
                  <a:pt x="6173308" y="374800"/>
                </a:lnTo>
                <a:lnTo>
                  <a:pt x="6200510" y="374800"/>
                </a:lnTo>
                <a:lnTo>
                  <a:pt x="6200510" y="403375"/>
                </a:lnTo>
                <a:close/>
              </a:path>
              <a:path w="6200775" h="1701165">
                <a:moveTo>
                  <a:pt x="6200510" y="460525"/>
                </a:moveTo>
                <a:lnTo>
                  <a:pt x="6173308" y="460525"/>
                </a:lnTo>
                <a:lnTo>
                  <a:pt x="6173308" y="431950"/>
                </a:lnTo>
                <a:lnTo>
                  <a:pt x="6200510" y="431950"/>
                </a:lnTo>
                <a:lnTo>
                  <a:pt x="6200510" y="460525"/>
                </a:lnTo>
                <a:close/>
              </a:path>
              <a:path w="6200775" h="1701165">
                <a:moveTo>
                  <a:pt x="6200510" y="517675"/>
                </a:moveTo>
                <a:lnTo>
                  <a:pt x="6173308" y="517675"/>
                </a:lnTo>
                <a:lnTo>
                  <a:pt x="6173308" y="489100"/>
                </a:lnTo>
                <a:lnTo>
                  <a:pt x="6200510" y="489100"/>
                </a:lnTo>
                <a:lnTo>
                  <a:pt x="6200510" y="517675"/>
                </a:lnTo>
                <a:close/>
              </a:path>
              <a:path w="6200775" h="1701165">
                <a:moveTo>
                  <a:pt x="6200510" y="574825"/>
                </a:moveTo>
                <a:lnTo>
                  <a:pt x="6173308" y="574825"/>
                </a:lnTo>
                <a:lnTo>
                  <a:pt x="6173308" y="546250"/>
                </a:lnTo>
                <a:lnTo>
                  <a:pt x="6200510" y="546250"/>
                </a:lnTo>
                <a:lnTo>
                  <a:pt x="6200510" y="574825"/>
                </a:lnTo>
                <a:close/>
              </a:path>
              <a:path w="6200775" h="1701165">
                <a:moveTo>
                  <a:pt x="6200510" y="631975"/>
                </a:moveTo>
                <a:lnTo>
                  <a:pt x="6173308" y="631975"/>
                </a:lnTo>
                <a:lnTo>
                  <a:pt x="6173308" y="603400"/>
                </a:lnTo>
                <a:lnTo>
                  <a:pt x="6200510" y="603400"/>
                </a:lnTo>
                <a:lnTo>
                  <a:pt x="6200510" y="631975"/>
                </a:lnTo>
                <a:close/>
              </a:path>
              <a:path w="6200775" h="1701165">
                <a:moveTo>
                  <a:pt x="6200510" y="689125"/>
                </a:moveTo>
                <a:lnTo>
                  <a:pt x="6173308" y="689125"/>
                </a:lnTo>
                <a:lnTo>
                  <a:pt x="6173308" y="660550"/>
                </a:lnTo>
                <a:lnTo>
                  <a:pt x="6200510" y="660550"/>
                </a:lnTo>
                <a:lnTo>
                  <a:pt x="6200510" y="689125"/>
                </a:lnTo>
                <a:close/>
              </a:path>
              <a:path w="6200775" h="1701165">
                <a:moveTo>
                  <a:pt x="6200510" y="746275"/>
                </a:moveTo>
                <a:lnTo>
                  <a:pt x="6173308" y="746275"/>
                </a:lnTo>
                <a:lnTo>
                  <a:pt x="6173308" y="717700"/>
                </a:lnTo>
                <a:lnTo>
                  <a:pt x="6200510" y="717700"/>
                </a:lnTo>
                <a:lnTo>
                  <a:pt x="6200510" y="746275"/>
                </a:lnTo>
                <a:close/>
              </a:path>
              <a:path w="6200775" h="1701165">
                <a:moveTo>
                  <a:pt x="6200510" y="803425"/>
                </a:moveTo>
                <a:lnTo>
                  <a:pt x="6173308" y="803425"/>
                </a:lnTo>
                <a:lnTo>
                  <a:pt x="6173308" y="774850"/>
                </a:lnTo>
                <a:lnTo>
                  <a:pt x="6200510" y="774850"/>
                </a:lnTo>
                <a:lnTo>
                  <a:pt x="6200510" y="803425"/>
                </a:lnTo>
                <a:close/>
              </a:path>
              <a:path w="6200775" h="1701165">
                <a:moveTo>
                  <a:pt x="6200510" y="860575"/>
                </a:moveTo>
                <a:lnTo>
                  <a:pt x="6173308" y="860575"/>
                </a:lnTo>
                <a:lnTo>
                  <a:pt x="6173308" y="832000"/>
                </a:lnTo>
                <a:lnTo>
                  <a:pt x="6200510" y="832000"/>
                </a:lnTo>
                <a:lnTo>
                  <a:pt x="6200510" y="860575"/>
                </a:lnTo>
                <a:close/>
              </a:path>
              <a:path w="6200775" h="1701165">
                <a:moveTo>
                  <a:pt x="6200510" y="917725"/>
                </a:moveTo>
                <a:lnTo>
                  <a:pt x="6173308" y="917725"/>
                </a:lnTo>
                <a:lnTo>
                  <a:pt x="6173308" y="889150"/>
                </a:lnTo>
                <a:lnTo>
                  <a:pt x="6200510" y="889150"/>
                </a:lnTo>
                <a:lnTo>
                  <a:pt x="6200510" y="917725"/>
                </a:lnTo>
                <a:close/>
              </a:path>
              <a:path w="6200775" h="1701165">
                <a:moveTo>
                  <a:pt x="6200510" y="974875"/>
                </a:moveTo>
                <a:lnTo>
                  <a:pt x="6173308" y="974875"/>
                </a:lnTo>
                <a:lnTo>
                  <a:pt x="6173308" y="946300"/>
                </a:lnTo>
                <a:lnTo>
                  <a:pt x="6200510" y="946300"/>
                </a:lnTo>
                <a:lnTo>
                  <a:pt x="6200510" y="974875"/>
                </a:lnTo>
                <a:close/>
              </a:path>
              <a:path w="6200775" h="1701165">
                <a:moveTo>
                  <a:pt x="6200510" y="1032025"/>
                </a:moveTo>
                <a:lnTo>
                  <a:pt x="6173308" y="1032025"/>
                </a:lnTo>
                <a:lnTo>
                  <a:pt x="6173308" y="1003450"/>
                </a:lnTo>
                <a:lnTo>
                  <a:pt x="6200510" y="1003450"/>
                </a:lnTo>
                <a:lnTo>
                  <a:pt x="6200510" y="1032025"/>
                </a:lnTo>
                <a:close/>
              </a:path>
              <a:path w="6200775" h="1701165">
                <a:moveTo>
                  <a:pt x="6200510" y="1089175"/>
                </a:moveTo>
                <a:lnTo>
                  <a:pt x="6173308" y="1089175"/>
                </a:lnTo>
                <a:lnTo>
                  <a:pt x="6173308" y="1060600"/>
                </a:lnTo>
                <a:lnTo>
                  <a:pt x="6200510" y="1060600"/>
                </a:lnTo>
                <a:lnTo>
                  <a:pt x="6200510" y="1089175"/>
                </a:lnTo>
                <a:close/>
              </a:path>
              <a:path w="6200775" h="1701165">
                <a:moveTo>
                  <a:pt x="6200510" y="1146325"/>
                </a:moveTo>
                <a:lnTo>
                  <a:pt x="6173308" y="1146325"/>
                </a:lnTo>
                <a:lnTo>
                  <a:pt x="6173308" y="1117750"/>
                </a:lnTo>
                <a:lnTo>
                  <a:pt x="6200510" y="1117750"/>
                </a:lnTo>
                <a:lnTo>
                  <a:pt x="6200510" y="1146325"/>
                </a:lnTo>
                <a:close/>
              </a:path>
              <a:path w="6200775" h="1701165">
                <a:moveTo>
                  <a:pt x="6200510" y="1203475"/>
                </a:moveTo>
                <a:lnTo>
                  <a:pt x="6173308" y="1203475"/>
                </a:lnTo>
                <a:lnTo>
                  <a:pt x="6173308" y="1174900"/>
                </a:lnTo>
                <a:lnTo>
                  <a:pt x="6200510" y="1174900"/>
                </a:lnTo>
                <a:lnTo>
                  <a:pt x="6200510" y="1203475"/>
                </a:lnTo>
                <a:close/>
              </a:path>
              <a:path w="6200775" h="1701165">
                <a:moveTo>
                  <a:pt x="6200510" y="1260625"/>
                </a:moveTo>
                <a:lnTo>
                  <a:pt x="6173308" y="1260625"/>
                </a:lnTo>
                <a:lnTo>
                  <a:pt x="6173308" y="1232050"/>
                </a:lnTo>
                <a:lnTo>
                  <a:pt x="6200510" y="1232050"/>
                </a:lnTo>
                <a:lnTo>
                  <a:pt x="6200510" y="1260625"/>
                </a:lnTo>
                <a:close/>
              </a:path>
              <a:path w="6200775" h="1701165">
                <a:moveTo>
                  <a:pt x="6200510" y="1317775"/>
                </a:moveTo>
                <a:lnTo>
                  <a:pt x="6173308" y="1317775"/>
                </a:lnTo>
                <a:lnTo>
                  <a:pt x="6173308" y="1289200"/>
                </a:lnTo>
                <a:lnTo>
                  <a:pt x="6200510" y="1289200"/>
                </a:lnTo>
                <a:lnTo>
                  <a:pt x="6200510" y="1317775"/>
                </a:lnTo>
                <a:close/>
              </a:path>
              <a:path w="6200775" h="1701165">
                <a:moveTo>
                  <a:pt x="6200510" y="1374925"/>
                </a:moveTo>
                <a:lnTo>
                  <a:pt x="6173308" y="1374925"/>
                </a:lnTo>
                <a:lnTo>
                  <a:pt x="6173308" y="1346350"/>
                </a:lnTo>
                <a:lnTo>
                  <a:pt x="6200510" y="1346350"/>
                </a:lnTo>
                <a:lnTo>
                  <a:pt x="6200510" y="1374925"/>
                </a:lnTo>
                <a:close/>
              </a:path>
              <a:path w="6200775" h="1701165">
                <a:moveTo>
                  <a:pt x="6200510" y="1432075"/>
                </a:moveTo>
                <a:lnTo>
                  <a:pt x="6173308" y="1432075"/>
                </a:lnTo>
                <a:lnTo>
                  <a:pt x="6173308" y="1403500"/>
                </a:lnTo>
                <a:lnTo>
                  <a:pt x="6200510" y="1403500"/>
                </a:lnTo>
                <a:lnTo>
                  <a:pt x="6200510" y="1432075"/>
                </a:lnTo>
                <a:close/>
              </a:path>
              <a:path w="6200775" h="1701165">
                <a:moveTo>
                  <a:pt x="6200510" y="1489225"/>
                </a:moveTo>
                <a:lnTo>
                  <a:pt x="6173308" y="1489225"/>
                </a:lnTo>
                <a:lnTo>
                  <a:pt x="6173308" y="1460650"/>
                </a:lnTo>
                <a:lnTo>
                  <a:pt x="6200510" y="1460650"/>
                </a:lnTo>
                <a:lnTo>
                  <a:pt x="6200510" y="1489225"/>
                </a:lnTo>
                <a:close/>
              </a:path>
              <a:path w="6200775" h="1701165">
                <a:moveTo>
                  <a:pt x="6200510" y="1546446"/>
                </a:moveTo>
                <a:lnTo>
                  <a:pt x="6173155" y="1545138"/>
                </a:lnTo>
                <a:lnTo>
                  <a:pt x="6173257" y="1543006"/>
                </a:lnTo>
                <a:lnTo>
                  <a:pt x="6173308" y="1517800"/>
                </a:lnTo>
                <a:lnTo>
                  <a:pt x="6200510" y="1517800"/>
                </a:lnTo>
                <a:lnTo>
                  <a:pt x="6200510" y="1546446"/>
                </a:lnTo>
                <a:close/>
              </a:path>
              <a:path w="6200775" h="1701165">
                <a:moveTo>
                  <a:pt x="6188801" y="1602128"/>
                </a:moveTo>
                <a:lnTo>
                  <a:pt x="6162647" y="1590991"/>
                </a:lnTo>
                <a:lnTo>
                  <a:pt x="6165733" y="1583744"/>
                </a:lnTo>
                <a:lnTo>
                  <a:pt x="6168158" y="1576285"/>
                </a:lnTo>
                <a:lnTo>
                  <a:pt x="6169921" y="1568612"/>
                </a:lnTo>
                <a:lnTo>
                  <a:pt x="6197393" y="1574926"/>
                </a:lnTo>
                <a:lnTo>
                  <a:pt x="6189559" y="1600708"/>
                </a:lnTo>
                <a:lnTo>
                  <a:pt x="6188801" y="1602128"/>
                </a:lnTo>
                <a:close/>
              </a:path>
              <a:path w="6200775" h="1701165">
                <a:moveTo>
                  <a:pt x="6157323" y="1649746"/>
                </a:moveTo>
                <a:lnTo>
                  <a:pt x="6136840" y="1630373"/>
                </a:lnTo>
                <a:lnTo>
                  <a:pt x="6142301" y="1624600"/>
                </a:lnTo>
                <a:lnTo>
                  <a:pt x="6147203" y="1618392"/>
                </a:lnTo>
                <a:lnTo>
                  <a:pt x="6151549" y="1611750"/>
                </a:lnTo>
                <a:lnTo>
                  <a:pt x="6175350" y="1627322"/>
                </a:lnTo>
                <a:lnTo>
                  <a:pt x="6174681" y="1628576"/>
                </a:lnTo>
                <a:lnTo>
                  <a:pt x="6157323" y="1649746"/>
                </a:lnTo>
                <a:close/>
              </a:path>
              <a:path w="6200775" h="1701165">
                <a:moveTo>
                  <a:pt x="6111150" y="1683413"/>
                </a:moveTo>
                <a:lnTo>
                  <a:pt x="6098837" y="1658386"/>
                </a:lnTo>
                <a:lnTo>
                  <a:pt x="6105918" y="1654902"/>
                </a:lnTo>
                <a:lnTo>
                  <a:pt x="6112636" y="1650823"/>
                </a:lnTo>
                <a:lnTo>
                  <a:pt x="6118991" y="1646148"/>
                </a:lnTo>
                <a:lnTo>
                  <a:pt x="6135590" y="1668709"/>
                </a:lnTo>
                <a:lnTo>
                  <a:pt x="6129801" y="1673455"/>
                </a:lnTo>
                <a:lnTo>
                  <a:pt x="6111150" y="1683413"/>
                </a:lnTo>
                <a:close/>
              </a:path>
              <a:path w="6200775" h="1701165">
                <a:moveTo>
                  <a:pt x="6056575" y="1699016"/>
                </a:moveTo>
                <a:lnTo>
                  <a:pt x="6053713" y="1671374"/>
                </a:lnTo>
                <a:lnTo>
                  <a:pt x="6061576" y="1670559"/>
                </a:lnTo>
                <a:lnTo>
                  <a:pt x="6069306" y="1669057"/>
                </a:lnTo>
                <a:lnTo>
                  <a:pt x="6076904" y="1666867"/>
                </a:lnTo>
                <a:lnTo>
                  <a:pt x="6084610" y="1693598"/>
                </a:lnTo>
                <a:lnTo>
                  <a:pt x="6071707" y="1697519"/>
                </a:lnTo>
                <a:lnTo>
                  <a:pt x="6056575" y="1699016"/>
                </a:lnTo>
                <a:close/>
              </a:path>
              <a:path w="6200775" h="1701165">
                <a:moveTo>
                  <a:pt x="6027868" y="1700658"/>
                </a:moveTo>
                <a:lnTo>
                  <a:pt x="5999293" y="1700658"/>
                </a:lnTo>
                <a:lnTo>
                  <a:pt x="5999293" y="1672083"/>
                </a:lnTo>
                <a:lnTo>
                  <a:pt x="6027868" y="1672083"/>
                </a:lnTo>
                <a:lnTo>
                  <a:pt x="6027868" y="1700658"/>
                </a:lnTo>
                <a:close/>
              </a:path>
              <a:path w="6200775" h="1701165">
                <a:moveTo>
                  <a:pt x="5970718" y="1700658"/>
                </a:moveTo>
                <a:lnTo>
                  <a:pt x="5942143" y="1700658"/>
                </a:lnTo>
                <a:lnTo>
                  <a:pt x="5942143" y="1672083"/>
                </a:lnTo>
                <a:lnTo>
                  <a:pt x="5970718" y="1672083"/>
                </a:lnTo>
                <a:lnTo>
                  <a:pt x="5970718" y="1700658"/>
                </a:lnTo>
                <a:close/>
              </a:path>
              <a:path w="6200775" h="1701165">
                <a:moveTo>
                  <a:pt x="5913568" y="1700658"/>
                </a:moveTo>
                <a:lnTo>
                  <a:pt x="5884993" y="1700658"/>
                </a:lnTo>
                <a:lnTo>
                  <a:pt x="5884993" y="1672083"/>
                </a:lnTo>
                <a:lnTo>
                  <a:pt x="5913568" y="1672083"/>
                </a:lnTo>
                <a:lnTo>
                  <a:pt x="5913568" y="1700658"/>
                </a:lnTo>
                <a:close/>
              </a:path>
              <a:path w="6200775" h="1701165">
                <a:moveTo>
                  <a:pt x="5856418" y="1700658"/>
                </a:moveTo>
                <a:lnTo>
                  <a:pt x="5827843" y="1700658"/>
                </a:lnTo>
                <a:lnTo>
                  <a:pt x="5827843" y="1672083"/>
                </a:lnTo>
                <a:lnTo>
                  <a:pt x="5856418" y="1672083"/>
                </a:lnTo>
                <a:lnTo>
                  <a:pt x="5856418" y="1700658"/>
                </a:lnTo>
                <a:close/>
              </a:path>
              <a:path w="6200775" h="1701165">
                <a:moveTo>
                  <a:pt x="5799268" y="1700658"/>
                </a:moveTo>
                <a:lnTo>
                  <a:pt x="5770693" y="1700658"/>
                </a:lnTo>
                <a:lnTo>
                  <a:pt x="5770693" y="1672083"/>
                </a:lnTo>
                <a:lnTo>
                  <a:pt x="5799268" y="1672083"/>
                </a:lnTo>
                <a:lnTo>
                  <a:pt x="5799268" y="1700658"/>
                </a:lnTo>
                <a:close/>
              </a:path>
              <a:path w="6200775" h="1701165">
                <a:moveTo>
                  <a:pt x="5742118" y="1700658"/>
                </a:moveTo>
                <a:lnTo>
                  <a:pt x="5713543" y="1700658"/>
                </a:lnTo>
                <a:lnTo>
                  <a:pt x="5713543" y="1672083"/>
                </a:lnTo>
                <a:lnTo>
                  <a:pt x="5742118" y="1672083"/>
                </a:lnTo>
                <a:lnTo>
                  <a:pt x="5742118" y="1700658"/>
                </a:lnTo>
                <a:close/>
              </a:path>
              <a:path w="6200775" h="1701165">
                <a:moveTo>
                  <a:pt x="5684968" y="1700658"/>
                </a:moveTo>
                <a:lnTo>
                  <a:pt x="5656393" y="1700658"/>
                </a:lnTo>
                <a:lnTo>
                  <a:pt x="5656393" y="1672083"/>
                </a:lnTo>
                <a:lnTo>
                  <a:pt x="5684968" y="1672083"/>
                </a:lnTo>
                <a:lnTo>
                  <a:pt x="5684968" y="1700658"/>
                </a:lnTo>
                <a:close/>
              </a:path>
              <a:path w="6200775" h="1701165">
                <a:moveTo>
                  <a:pt x="5627818" y="1700658"/>
                </a:moveTo>
                <a:lnTo>
                  <a:pt x="5599243" y="1700658"/>
                </a:lnTo>
                <a:lnTo>
                  <a:pt x="5599243" y="1672083"/>
                </a:lnTo>
                <a:lnTo>
                  <a:pt x="5627818" y="1672083"/>
                </a:lnTo>
                <a:lnTo>
                  <a:pt x="5627818" y="1700658"/>
                </a:lnTo>
                <a:close/>
              </a:path>
              <a:path w="6200775" h="1701165">
                <a:moveTo>
                  <a:pt x="5570668" y="1700658"/>
                </a:moveTo>
                <a:lnTo>
                  <a:pt x="5542093" y="1700658"/>
                </a:lnTo>
                <a:lnTo>
                  <a:pt x="5542093" y="1672083"/>
                </a:lnTo>
                <a:lnTo>
                  <a:pt x="5570668" y="1672083"/>
                </a:lnTo>
                <a:lnTo>
                  <a:pt x="5570668" y="1700658"/>
                </a:lnTo>
                <a:close/>
              </a:path>
              <a:path w="6200775" h="1701165">
                <a:moveTo>
                  <a:pt x="5513518" y="1700658"/>
                </a:moveTo>
                <a:lnTo>
                  <a:pt x="5484943" y="1700658"/>
                </a:lnTo>
                <a:lnTo>
                  <a:pt x="5484943" y="1672083"/>
                </a:lnTo>
                <a:lnTo>
                  <a:pt x="5513518" y="1672083"/>
                </a:lnTo>
                <a:lnTo>
                  <a:pt x="5513518" y="1700658"/>
                </a:lnTo>
                <a:close/>
              </a:path>
              <a:path w="6200775" h="1701165">
                <a:moveTo>
                  <a:pt x="5456368" y="1700658"/>
                </a:moveTo>
                <a:lnTo>
                  <a:pt x="5427793" y="1700658"/>
                </a:lnTo>
                <a:lnTo>
                  <a:pt x="5427793" y="1672083"/>
                </a:lnTo>
                <a:lnTo>
                  <a:pt x="5456368" y="1672083"/>
                </a:lnTo>
                <a:lnTo>
                  <a:pt x="5456368" y="1700658"/>
                </a:lnTo>
                <a:close/>
              </a:path>
              <a:path w="6200775" h="1701165">
                <a:moveTo>
                  <a:pt x="5399218" y="1700658"/>
                </a:moveTo>
                <a:lnTo>
                  <a:pt x="5370643" y="1700658"/>
                </a:lnTo>
                <a:lnTo>
                  <a:pt x="5370643" y="1672083"/>
                </a:lnTo>
                <a:lnTo>
                  <a:pt x="5399218" y="1672083"/>
                </a:lnTo>
                <a:lnTo>
                  <a:pt x="5399218" y="1700658"/>
                </a:lnTo>
                <a:close/>
              </a:path>
              <a:path w="6200775" h="1701165">
                <a:moveTo>
                  <a:pt x="5342068" y="1700658"/>
                </a:moveTo>
                <a:lnTo>
                  <a:pt x="5313493" y="1700658"/>
                </a:lnTo>
                <a:lnTo>
                  <a:pt x="5313493" y="1672083"/>
                </a:lnTo>
                <a:lnTo>
                  <a:pt x="5342068" y="1672083"/>
                </a:lnTo>
                <a:lnTo>
                  <a:pt x="5342068" y="1700658"/>
                </a:lnTo>
                <a:close/>
              </a:path>
              <a:path w="6200775" h="1701165">
                <a:moveTo>
                  <a:pt x="5284918" y="1700658"/>
                </a:moveTo>
                <a:lnTo>
                  <a:pt x="5256343" y="1700658"/>
                </a:lnTo>
                <a:lnTo>
                  <a:pt x="5256343" y="1672083"/>
                </a:lnTo>
                <a:lnTo>
                  <a:pt x="5284918" y="1672083"/>
                </a:lnTo>
                <a:lnTo>
                  <a:pt x="5284918" y="1700658"/>
                </a:lnTo>
                <a:close/>
              </a:path>
              <a:path w="6200775" h="1701165">
                <a:moveTo>
                  <a:pt x="5227768" y="1700658"/>
                </a:moveTo>
                <a:lnTo>
                  <a:pt x="5199193" y="1700658"/>
                </a:lnTo>
                <a:lnTo>
                  <a:pt x="5199193" y="1672083"/>
                </a:lnTo>
                <a:lnTo>
                  <a:pt x="5227768" y="1672083"/>
                </a:lnTo>
                <a:lnTo>
                  <a:pt x="5227768" y="1700658"/>
                </a:lnTo>
                <a:close/>
              </a:path>
              <a:path w="6200775" h="1701165">
                <a:moveTo>
                  <a:pt x="5170618" y="1700658"/>
                </a:moveTo>
                <a:lnTo>
                  <a:pt x="5142043" y="1700658"/>
                </a:lnTo>
                <a:lnTo>
                  <a:pt x="5142043" y="1672083"/>
                </a:lnTo>
                <a:lnTo>
                  <a:pt x="5170618" y="1672083"/>
                </a:lnTo>
                <a:lnTo>
                  <a:pt x="5170618" y="1700658"/>
                </a:lnTo>
                <a:close/>
              </a:path>
              <a:path w="6200775" h="1701165">
                <a:moveTo>
                  <a:pt x="5113468" y="1700658"/>
                </a:moveTo>
                <a:lnTo>
                  <a:pt x="5084893" y="1700658"/>
                </a:lnTo>
                <a:lnTo>
                  <a:pt x="5084893" y="1672083"/>
                </a:lnTo>
                <a:lnTo>
                  <a:pt x="5113468" y="1672083"/>
                </a:lnTo>
                <a:lnTo>
                  <a:pt x="5113468" y="1700658"/>
                </a:lnTo>
                <a:close/>
              </a:path>
              <a:path w="6200775" h="1701165">
                <a:moveTo>
                  <a:pt x="5056318" y="1700658"/>
                </a:moveTo>
                <a:lnTo>
                  <a:pt x="5027743" y="1700658"/>
                </a:lnTo>
                <a:lnTo>
                  <a:pt x="5027743" y="1672083"/>
                </a:lnTo>
                <a:lnTo>
                  <a:pt x="5056318" y="1672083"/>
                </a:lnTo>
                <a:lnTo>
                  <a:pt x="5056318" y="1700658"/>
                </a:lnTo>
                <a:close/>
              </a:path>
              <a:path w="6200775" h="1701165">
                <a:moveTo>
                  <a:pt x="4999168" y="1700658"/>
                </a:moveTo>
                <a:lnTo>
                  <a:pt x="4970593" y="1700658"/>
                </a:lnTo>
                <a:lnTo>
                  <a:pt x="4970593" y="1672083"/>
                </a:lnTo>
                <a:lnTo>
                  <a:pt x="4999168" y="1672083"/>
                </a:lnTo>
                <a:lnTo>
                  <a:pt x="4999168" y="1700658"/>
                </a:lnTo>
                <a:close/>
              </a:path>
              <a:path w="6200775" h="1701165">
                <a:moveTo>
                  <a:pt x="4942018" y="1700658"/>
                </a:moveTo>
                <a:lnTo>
                  <a:pt x="4913443" y="1700658"/>
                </a:lnTo>
                <a:lnTo>
                  <a:pt x="4913443" y="1672083"/>
                </a:lnTo>
                <a:lnTo>
                  <a:pt x="4942018" y="1672083"/>
                </a:lnTo>
                <a:lnTo>
                  <a:pt x="4942018" y="1700658"/>
                </a:lnTo>
                <a:close/>
              </a:path>
              <a:path w="6200775" h="1701165">
                <a:moveTo>
                  <a:pt x="4884868" y="1700658"/>
                </a:moveTo>
                <a:lnTo>
                  <a:pt x="4856293" y="1700658"/>
                </a:lnTo>
                <a:lnTo>
                  <a:pt x="4856293" y="1672083"/>
                </a:lnTo>
                <a:lnTo>
                  <a:pt x="4884868" y="1672083"/>
                </a:lnTo>
                <a:lnTo>
                  <a:pt x="4884868" y="1700658"/>
                </a:lnTo>
                <a:close/>
              </a:path>
              <a:path w="6200775" h="1701165">
                <a:moveTo>
                  <a:pt x="4827718" y="1700658"/>
                </a:moveTo>
                <a:lnTo>
                  <a:pt x="4799143" y="1700658"/>
                </a:lnTo>
                <a:lnTo>
                  <a:pt x="4799143" y="1672083"/>
                </a:lnTo>
                <a:lnTo>
                  <a:pt x="4827718" y="1672083"/>
                </a:lnTo>
                <a:lnTo>
                  <a:pt x="4827718" y="1700658"/>
                </a:lnTo>
                <a:close/>
              </a:path>
              <a:path w="6200775" h="1701165">
                <a:moveTo>
                  <a:pt x="4770568" y="1700658"/>
                </a:moveTo>
                <a:lnTo>
                  <a:pt x="4741993" y="1700658"/>
                </a:lnTo>
                <a:lnTo>
                  <a:pt x="4741993" y="1672083"/>
                </a:lnTo>
                <a:lnTo>
                  <a:pt x="4770568" y="1672083"/>
                </a:lnTo>
                <a:lnTo>
                  <a:pt x="4770568" y="1700658"/>
                </a:lnTo>
                <a:close/>
              </a:path>
              <a:path w="6200775" h="1701165">
                <a:moveTo>
                  <a:pt x="4713418" y="1700658"/>
                </a:moveTo>
                <a:lnTo>
                  <a:pt x="4684843" y="1700658"/>
                </a:lnTo>
                <a:lnTo>
                  <a:pt x="4684843" y="1672083"/>
                </a:lnTo>
                <a:lnTo>
                  <a:pt x="4713418" y="1672083"/>
                </a:lnTo>
                <a:lnTo>
                  <a:pt x="4713418" y="1700658"/>
                </a:lnTo>
                <a:close/>
              </a:path>
              <a:path w="6200775" h="1701165">
                <a:moveTo>
                  <a:pt x="4656268" y="1700658"/>
                </a:moveTo>
                <a:lnTo>
                  <a:pt x="4627693" y="1700658"/>
                </a:lnTo>
                <a:lnTo>
                  <a:pt x="4627693" y="1672083"/>
                </a:lnTo>
                <a:lnTo>
                  <a:pt x="4656268" y="1672083"/>
                </a:lnTo>
                <a:lnTo>
                  <a:pt x="4656268" y="1700658"/>
                </a:lnTo>
                <a:close/>
              </a:path>
              <a:path w="6200775" h="1701165">
                <a:moveTo>
                  <a:pt x="4599118" y="1700658"/>
                </a:moveTo>
                <a:lnTo>
                  <a:pt x="4570543" y="1700658"/>
                </a:lnTo>
                <a:lnTo>
                  <a:pt x="4570543" y="1672083"/>
                </a:lnTo>
                <a:lnTo>
                  <a:pt x="4599118" y="1672083"/>
                </a:lnTo>
                <a:lnTo>
                  <a:pt x="4599118" y="1700658"/>
                </a:lnTo>
                <a:close/>
              </a:path>
              <a:path w="6200775" h="1701165">
                <a:moveTo>
                  <a:pt x="4541968" y="1700658"/>
                </a:moveTo>
                <a:lnTo>
                  <a:pt x="4513393" y="1700658"/>
                </a:lnTo>
                <a:lnTo>
                  <a:pt x="4513393" y="1672083"/>
                </a:lnTo>
                <a:lnTo>
                  <a:pt x="4541968" y="1672083"/>
                </a:lnTo>
                <a:lnTo>
                  <a:pt x="4541968" y="1700658"/>
                </a:lnTo>
                <a:close/>
              </a:path>
              <a:path w="6200775" h="1701165">
                <a:moveTo>
                  <a:pt x="4484818" y="1700658"/>
                </a:moveTo>
                <a:lnTo>
                  <a:pt x="4456243" y="1700658"/>
                </a:lnTo>
                <a:lnTo>
                  <a:pt x="4456243" y="1672083"/>
                </a:lnTo>
                <a:lnTo>
                  <a:pt x="4484818" y="1672083"/>
                </a:lnTo>
                <a:lnTo>
                  <a:pt x="4484818" y="1700658"/>
                </a:lnTo>
                <a:close/>
              </a:path>
              <a:path w="6200775" h="1701165">
                <a:moveTo>
                  <a:pt x="4427668" y="1700658"/>
                </a:moveTo>
                <a:lnTo>
                  <a:pt x="4399093" y="1700658"/>
                </a:lnTo>
                <a:lnTo>
                  <a:pt x="4399093" y="1672083"/>
                </a:lnTo>
                <a:lnTo>
                  <a:pt x="4427668" y="1672083"/>
                </a:lnTo>
                <a:lnTo>
                  <a:pt x="4427668" y="1700658"/>
                </a:lnTo>
                <a:close/>
              </a:path>
              <a:path w="6200775" h="1701165">
                <a:moveTo>
                  <a:pt x="4370518" y="1700658"/>
                </a:moveTo>
                <a:lnTo>
                  <a:pt x="4341943" y="1700658"/>
                </a:lnTo>
                <a:lnTo>
                  <a:pt x="4341943" y="1672083"/>
                </a:lnTo>
                <a:lnTo>
                  <a:pt x="4370518" y="1672083"/>
                </a:lnTo>
                <a:lnTo>
                  <a:pt x="4370518" y="1700658"/>
                </a:lnTo>
                <a:close/>
              </a:path>
              <a:path w="6200775" h="1701165">
                <a:moveTo>
                  <a:pt x="4313368" y="1700658"/>
                </a:moveTo>
                <a:lnTo>
                  <a:pt x="4284793" y="1700658"/>
                </a:lnTo>
                <a:lnTo>
                  <a:pt x="4284793" y="1672083"/>
                </a:lnTo>
                <a:lnTo>
                  <a:pt x="4313368" y="1672083"/>
                </a:lnTo>
                <a:lnTo>
                  <a:pt x="4313368" y="1700658"/>
                </a:lnTo>
                <a:close/>
              </a:path>
              <a:path w="6200775" h="1701165">
                <a:moveTo>
                  <a:pt x="4256218" y="1700658"/>
                </a:moveTo>
                <a:lnTo>
                  <a:pt x="4227643" y="1700658"/>
                </a:lnTo>
                <a:lnTo>
                  <a:pt x="4227643" y="1672083"/>
                </a:lnTo>
                <a:lnTo>
                  <a:pt x="4256218" y="1672083"/>
                </a:lnTo>
                <a:lnTo>
                  <a:pt x="4256218" y="1700658"/>
                </a:lnTo>
                <a:close/>
              </a:path>
              <a:path w="6200775" h="1701165">
                <a:moveTo>
                  <a:pt x="4199068" y="1700658"/>
                </a:moveTo>
                <a:lnTo>
                  <a:pt x="4170493" y="1700658"/>
                </a:lnTo>
                <a:lnTo>
                  <a:pt x="4170493" y="1672083"/>
                </a:lnTo>
                <a:lnTo>
                  <a:pt x="4199068" y="1672083"/>
                </a:lnTo>
                <a:lnTo>
                  <a:pt x="4199068" y="1700658"/>
                </a:lnTo>
                <a:close/>
              </a:path>
              <a:path w="6200775" h="1701165">
                <a:moveTo>
                  <a:pt x="4141918" y="1700658"/>
                </a:moveTo>
                <a:lnTo>
                  <a:pt x="4113343" y="1700658"/>
                </a:lnTo>
                <a:lnTo>
                  <a:pt x="4113343" y="1672083"/>
                </a:lnTo>
                <a:lnTo>
                  <a:pt x="4141918" y="1672083"/>
                </a:lnTo>
                <a:lnTo>
                  <a:pt x="4141918" y="1700658"/>
                </a:lnTo>
                <a:close/>
              </a:path>
              <a:path w="6200775" h="1701165">
                <a:moveTo>
                  <a:pt x="4084768" y="1700658"/>
                </a:moveTo>
                <a:lnTo>
                  <a:pt x="4056193" y="1700658"/>
                </a:lnTo>
                <a:lnTo>
                  <a:pt x="4056193" y="1672083"/>
                </a:lnTo>
                <a:lnTo>
                  <a:pt x="4084768" y="1672083"/>
                </a:lnTo>
                <a:lnTo>
                  <a:pt x="4084768" y="1700658"/>
                </a:lnTo>
                <a:close/>
              </a:path>
              <a:path w="6200775" h="1701165">
                <a:moveTo>
                  <a:pt x="4027618" y="1700658"/>
                </a:moveTo>
                <a:lnTo>
                  <a:pt x="3999043" y="1700658"/>
                </a:lnTo>
                <a:lnTo>
                  <a:pt x="3999043" y="1672083"/>
                </a:lnTo>
                <a:lnTo>
                  <a:pt x="4027618" y="1672083"/>
                </a:lnTo>
                <a:lnTo>
                  <a:pt x="4027618" y="1700658"/>
                </a:lnTo>
                <a:close/>
              </a:path>
              <a:path w="6200775" h="1701165">
                <a:moveTo>
                  <a:pt x="3970468" y="1700658"/>
                </a:moveTo>
                <a:lnTo>
                  <a:pt x="3941893" y="1700658"/>
                </a:lnTo>
                <a:lnTo>
                  <a:pt x="3941893" y="1672083"/>
                </a:lnTo>
                <a:lnTo>
                  <a:pt x="3970468" y="1672083"/>
                </a:lnTo>
                <a:lnTo>
                  <a:pt x="3970468" y="1700658"/>
                </a:lnTo>
                <a:close/>
              </a:path>
              <a:path w="6200775" h="1701165">
                <a:moveTo>
                  <a:pt x="3913318" y="1700658"/>
                </a:moveTo>
                <a:lnTo>
                  <a:pt x="3884743" y="1700658"/>
                </a:lnTo>
                <a:lnTo>
                  <a:pt x="3884743" y="1672083"/>
                </a:lnTo>
                <a:lnTo>
                  <a:pt x="3913318" y="1672083"/>
                </a:lnTo>
                <a:lnTo>
                  <a:pt x="3913318" y="1700658"/>
                </a:lnTo>
                <a:close/>
              </a:path>
              <a:path w="6200775" h="1701165">
                <a:moveTo>
                  <a:pt x="3856168" y="1700658"/>
                </a:moveTo>
                <a:lnTo>
                  <a:pt x="3827593" y="1700658"/>
                </a:lnTo>
                <a:lnTo>
                  <a:pt x="3827593" y="1672083"/>
                </a:lnTo>
                <a:lnTo>
                  <a:pt x="3856168" y="1672083"/>
                </a:lnTo>
                <a:lnTo>
                  <a:pt x="3856168" y="1700658"/>
                </a:lnTo>
                <a:close/>
              </a:path>
              <a:path w="6200775" h="1701165">
                <a:moveTo>
                  <a:pt x="3799018" y="1700658"/>
                </a:moveTo>
                <a:lnTo>
                  <a:pt x="3770443" y="1700658"/>
                </a:lnTo>
                <a:lnTo>
                  <a:pt x="3770443" y="1672083"/>
                </a:lnTo>
                <a:lnTo>
                  <a:pt x="3799018" y="1672083"/>
                </a:lnTo>
                <a:lnTo>
                  <a:pt x="3799018" y="1700658"/>
                </a:lnTo>
                <a:close/>
              </a:path>
              <a:path w="6200775" h="1701165">
                <a:moveTo>
                  <a:pt x="3741868" y="1700658"/>
                </a:moveTo>
                <a:lnTo>
                  <a:pt x="3713293" y="1700658"/>
                </a:lnTo>
                <a:lnTo>
                  <a:pt x="3713293" y="1672083"/>
                </a:lnTo>
                <a:lnTo>
                  <a:pt x="3741868" y="1672083"/>
                </a:lnTo>
                <a:lnTo>
                  <a:pt x="3741868" y="1700658"/>
                </a:lnTo>
                <a:close/>
              </a:path>
              <a:path w="6200775" h="1701165">
                <a:moveTo>
                  <a:pt x="3684718" y="1700658"/>
                </a:moveTo>
                <a:lnTo>
                  <a:pt x="3656143" y="1700658"/>
                </a:lnTo>
                <a:lnTo>
                  <a:pt x="3656143" y="1672083"/>
                </a:lnTo>
                <a:lnTo>
                  <a:pt x="3684718" y="1672083"/>
                </a:lnTo>
                <a:lnTo>
                  <a:pt x="3684718" y="1700658"/>
                </a:lnTo>
                <a:close/>
              </a:path>
              <a:path w="6200775" h="1701165">
                <a:moveTo>
                  <a:pt x="3627568" y="1700658"/>
                </a:moveTo>
                <a:lnTo>
                  <a:pt x="3598993" y="1700658"/>
                </a:lnTo>
                <a:lnTo>
                  <a:pt x="3598993" y="1672083"/>
                </a:lnTo>
                <a:lnTo>
                  <a:pt x="3627568" y="1672083"/>
                </a:lnTo>
                <a:lnTo>
                  <a:pt x="3627568" y="1700658"/>
                </a:lnTo>
                <a:close/>
              </a:path>
              <a:path w="6200775" h="1701165">
                <a:moveTo>
                  <a:pt x="3570418" y="1700658"/>
                </a:moveTo>
                <a:lnTo>
                  <a:pt x="3541843" y="1700658"/>
                </a:lnTo>
                <a:lnTo>
                  <a:pt x="3541843" y="1672083"/>
                </a:lnTo>
                <a:lnTo>
                  <a:pt x="3570418" y="1672083"/>
                </a:lnTo>
                <a:lnTo>
                  <a:pt x="3570418" y="1700658"/>
                </a:lnTo>
                <a:close/>
              </a:path>
              <a:path w="6200775" h="1701165">
                <a:moveTo>
                  <a:pt x="3513268" y="1700658"/>
                </a:moveTo>
                <a:lnTo>
                  <a:pt x="3484693" y="1700658"/>
                </a:lnTo>
                <a:lnTo>
                  <a:pt x="3484693" y="1672083"/>
                </a:lnTo>
                <a:lnTo>
                  <a:pt x="3513268" y="1672083"/>
                </a:lnTo>
                <a:lnTo>
                  <a:pt x="3513268" y="1700658"/>
                </a:lnTo>
                <a:close/>
              </a:path>
              <a:path w="6200775" h="1701165">
                <a:moveTo>
                  <a:pt x="3456118" y="1700658"/>
                </a:moveTo>
                <a:lnTo>
                  <a:pt x="3427543" y="1700658"/>
                </a:lnTo>
                <a:lnTo>
                  <a:pt x="3427543" y="1672083"/>
                </a:lnTo>
                <a:lnTo>
                  <a:pt x="3456118" y="1672083"/>
                </a:lnTo>
                <a:lnTo>
                  <a:pt x="3456118" y="1700658"/>
                </a:lnTo>
                <a:close/>
              </a:path>
              <a:path w="6200775" h="1701165">
                <a:moveTo>
                  <a:pt x="3398968" y="1700658"/>
                </a:moveTo>
                <a:lnTo>
                  <a:pt x="3370393" y="1700658"/>
                </a:lnTo>
                <a:lnTo>
                  <a:pt x="3370393" y="1672083"/>
                </a:lnTo>
                <a:lnTo>
                  <a:pt x="3398968" y="1672083"/>
                </a:lnTo>
                <a:lnTo>
                  <a:pt x="3398968" y="1700658"/>
                </a:lnTo>
                <a:close/>
              </a:path>
              <a:path w="6200775" h="1701165">
                <a:moveTo>
                  <a:pt x="3341818" y="1700658"/>
                </a:moveTo>
                <a:lnTo>
                  <a:pt x="3313243" y="1700658"/>
                </a:lnTo>
                <a:lnTo>
                  <a:pt x="3313243" y="1672083"/>
                </a:lnTo>
                <a:lnTo>
                  <a:pt x="3341818" y="1672083"/>
                </a:lnTo>
                <a:lnTo>
                  <a:pt x="3341818" y="1700658"/>
                </a:lnTo>
                <a:close/>
              </a:path>
              <a:path w="6200775" h="1701165">
                <a:moveTo>
                  <a:pt x="3284668" y="1700658"/>
                </a:moveTo>
                <a:lnTo>
                  <a:pt x="3256093" y="1700658"/>
                </a:lnTo>
                <a:lnTo>
                  <a:pt x="3256093" y="1672083"/>
                </a:lnTo>
                <a:lnTo>
                  <a:pt x="3284668" y="1672083"/>
                </a:lnTo>
                <a:lnTo>
                  <a:pt x="3284668" y="1700658"/>
                </a:lnTo>
                <a:close/>
              </a:path>
              <a:path w="6200775" h="1701165">
                <a:moveTo>
                  <a:pt x="3227518" y="1700658"/>
                </a:moveTo>
                <a:lnTo>
                  <a:pt x="3198943" y="1700658"/>
                </a:lnTo>
                <a:lnTo>
                  <a:pt x="3198943" y="1672083"/>
                </a:lnTo>
                <a:lnTo>
                  <a:pt x="3227518" y="1672083"/>
                </a:lnTo>
                <a:lnTo>
                  <a:pt x="3227518" y="1700658"/>
                </a:lnTo>
                <a:close/>
              </a:path>
              <a:path w="6200775" h="1701165">
                <a:moveTo>
                  <a:pt x="3170368" y="1700658"/>
                </a:moveTo>
                <a:lnTo>
                  <a:pt x="3141794" y="1700658"/>
                </a:lnTo>
                <a:lnTo>
                  <a:pt x="3141794" y="1672083"/>
                </a:lnTo>
                <a:lnTo>
                  <a:pt x="3170368" y="1672083"/>
                </a:lnTo>
                <a:lnTo>
                  <a:pt x="3170368" y="1700658"/>
                </a:lnTo>
                <a:close/>
              </a:path>
              <a:path w="6200775" h="1701165">
                <a:moveTo>
                  <a:pt x="3113219" y="1700658"/>
                </a:moveTo>
                <a:lnTo>
                  <a:pt x="3084644" y="1700658"/>
                </a:lnTo>
                <a:lnTo>
                  <a:pt x="3084644" y="1672083"/>
                </a:lnTo>
                <a:lnTo>
                  <a:pt x="3113219" y="1672083"/>
                </a:lnTo>
                <a:lnTo>
                  <a:pt x="3113219" y="1700658"/>
                </a:lnTo>
                <a:close/>
              </a:path>
              <a:path w="6200775" h="1701165">
                <a:moveTo>
                  <a:pt x="3056069" y="1700658"/>
                </a:moveTo>
                <a:lnTo>
                  <a:pt x="3027494" y="1700658"/>
                </a:lnTo>
                <a:lnTo>
                  <a:pt x="3027494" y="1672083"/>
                </a:lnTo>
                <a:lnTo>
                  <a:pt x="3056069" y="1672083"/>
                </a:lnTo>
                <a:lnTo>
                  <a:pt x="3056069" y="1700658"/>
                </a:lnTo>
                <a:close/>
              </a:path>
              <a:path w="6200775" h="1701165">
                <a:moveTo>
                  <a:pt x="2998919" y="1700658"/>
                </a:moveTo>
                <a:lnTo>
                  <a:pt x="2970344" y="1700658"/>
                </a:lnTo>
                <a:lnTo>
                  <a:pt x="2970344" y="1672083"/>
                </a:lnTo>
                <a:lnTo>
                  <a:pt x="2998919" y="1672083"/>
                </a:lnTo>
                <a:lnTo>
                  <a:pt x="2998919" y="1700658"/>
                </a:lnTo>
                <a:close/>
              </a:path>
              <a:path w="6200775" h="1701165">
                <a:moveTo>
                  <a:pt x="2941768" y="1700658"/>
                </a:moveTo>
                <a:lnTo>
                  <a:pt x="2913193" y="1700658"/>
                </a:lnTo>
                <a:lnTo>
                  <a:pt x="2913193" y="1672083"/>
                </a:lnTo>
                <a:lnTo>
                  <a:pt x="2941768" y="1672083"/>
                </a:lnTo>
                <a:lnTo>
                  <a:pt x="2941768" y="1700658"/>
                </a:lnTo>
                <a:close/>
              </a:path>
              <a:path w="6200775" h="1701165">
                <a:moveTo>
                  <a:pt x="2884618" y="1700658"/>
                </a:moveTo>
                <a:lnTo>
                  <a:pt x="2856043" y="1700658"/>
                </a:lnTo>
                <a:lnTo>
                  <a:pt x="2856043" y="1672083"/>
                </a:lnTo>
                <a:lnTo>
                  <a:pt x="2884618" y="1672083"/>
                </a:lnTo>
                <a:lnTo>
                  <a:pt x="2884618" y="1700658"/>
                </a:lnTo>
                <a:close/>
              </a:path>
              <a:path w="6200775" h="1701165">
                <a:moveTo>
                  <a:pt x="2827468" y="1700658"/>
                </a:moveTo>
                <a:lnTo>
                  <a:pt x="2798893" y="1700658"/>
                </a:lnTo>
                <a:lnTo>
                  <a:pt x="2798893" y="1672083"/>
                </a:lnTo>
                <a:lnTo>
                  <a:pt x="2827468" y="1672083"/>
                </a:lnTo>
                <a:lnTo>
                  <a:pt x="2827468" y="1700658"/>
                </a:lnTo>
                <a:close/>
              </a:path>
              <a:path w="6200775" h="1701165">
                <a:moveTo>
                  <a:pt x="2770319" y="1700658"/>
                </a:moveTo>
                <a:lnTo>
                  <a:pt x="2741744" y="1700658"/>
                </a:lnTo>
                <a:lnTo>
                  <a:pt x="2741744" y="1672083"/>
                </a:lnTo>
                <a:lnTo>
                  <a:pt x="2770319" y="1672083"/>
                </a:lnTo>
                <a:lnTo>
                  <a:pt x="2770319" y="1700658"/>
                </a:lnTo>
                <a:close/>
              </a:path>
              <a:path w="6200775" h="1701165">
                <a:moveTo>
                  <a:pt x="2713169" y="1700658"/>
                </a:moveTo>
                <a:lnTo>
                  <a:pt x="2684594" y="1700658"/>
                </a:lnTo>
                <a:lnTo>
                  <a:pt x="2684594" y="1672083"/>
                </a:lnTo>
                <a:lnTo>
                  <a:pt x="2713169" y="1672083"/>
                </a:lnTo>
                <a:lnTo>
                  <a:pt x="2713169" y="1700658"/>
                </a:lnTo>
                <a:close/>
              </a:path>
              <a:path w="6200775" h="1701165">
                <a:moveTo>
                  <a:pt x="2656019" y="1700658"/>
                </a:moveTo>
                <a:lnTo>
                  <a:pt x="2627444" y="1700658"/>
                </a:lnTo>
                <a:lnTo>
                  <a:pt x="2627444" y="1672083"/>
                </a:lnTo>
                <a:lnTo>
                  <a:pt x="2656019" y="1672083"/>
                </a:lnTo>
                <a:lnTo>
                  <a:pt x="2656019" y="1700658"/>
                </a:lnTo>
                <a:close/>
              </a:path>
              <a:path w="6200775" h="1701165">
                <a:moveTo>
                  <a:pt x="2598869" y="1700658"/>
                </a:moveTo>
                <a:lnTo>
                  <a:pt x="2570294" y="1700658"/>
                </a:lnTo>
                <a:lnTo>
                  <a:pt x="2570294" y="1672083"/>
                </a:lnTo>
                <a:lnTo>
                  <a:pt x="2598869" y="1672083"/>
                </a:lnTo>
                <a:lnTo>
                  <a:pt x="2598869" y="1700658"/>
                </a:lnTo>
                <a:close/>
              </a:path>
              <a:path w="6200775" h="1701165">
                <a:moveTo>
                  <a:pt x="2541719" y="1700658"/>
                </a:moveTo>
                <a:lnTo>
                  <a:pt x="2513144" y="1700658"/>
                </a:lnTo>
                <a:lnTo>
                  <a:pt x="2513144" y="1672083"/>
                </a:lnTo>
                <a:lnTo>
                  <a:pt x="2541719" y="1672083"/>
                </a:lnTo>
                <a:lnTo>
                  <a:pt x="2541719" y="1700658"/>
                </a:lnTo>
                <a:close/>
              </a:path>
              <a:path w="6200775" h="1701165">
                <a:moveTo>
                  <a:pt x="2484569" y="1700658"/>
                </a:moveTo>
                <a:lnTo>
                  <a:pt x="2455994" y="1700658"/>
                </a:lnTo>
                <a:lnTo>
                  <a:pt x="2455994" y="1672083"/>
                </a:lnTo>
                <a:lnTo>
                  <a:pt x="2484569" y="1672083"/>
                </a:lnTo>
                <a:lnTo>
                  <a:pt x="2484569" y="1700658"/>
                </a:lnTo>
                <a:close/>
              </a:path>
              <a:path w="6200775" h="1701165">
                <a:moveTo>
                  <a:pt x="2427419" y="1700658"/>
                </a:moveTo>
                <a:lnTo>
                  <a:pt x="2398844" y="1700658"/>
                </a:lnTo>
                <a:lnTo>
                  <a:pt x="2398844" y="1672083"/>
                </a:lnTo>
                <a:lnTo>
                  <a:pt x="2427419" y="1672083"/>
                </a:lnTo>
                <a:lnTo>
                  <a:pt x="2427419" y="1700658"/>
                </a:lnTo>
                <a:close/>
              </a:path>
              <a:path w="6200775" h="1701165">
                <a:moveTo>
                  <a:pt x="2370269" y="1700658"/>
                </a:moveTo>
                <a:lnTo>
                  <a:pt x="2341694" y="1700658"/>
                </a:lnTo>
                <a:lnTo>
                  <a:pt x="2341694" y="1672083"/>
                </a:lnTo>
                <a:lnTo>
                  <a:pt x="2370269" y="1672083"/>
                </a:lnTo>
                <a:lnTo>
                  <a:pt x="2370269" y="1700658"/>
                </a:lnTo>
                <a:close/>
              </a:path>
              <a:path w="6200775" h="1701165">
                <a:moveTo>
                  <a:pt x="2313119" y="1700658"/>
                </a:moveTo>
                <a:lnTo>
                  <a:pt x="2284544" y="1700658"/>
                </a:lnTo>
                <a:lnTo>
                  <a:pt x="2284544" y="1672083"/>
                </a:lnTo>
                <a:lnTo>
                  <a:pt x="2313119" y="1672083"/>
                </a:lnTo>
                <a:lnTo>
                  <a:pt x="2313119" y="1700658"/>
                </a:lnTo>
                <a:close/>
              </a:path>
              <a:path w="6200775" h="1701165">
                <a:moveTo>
                  <a:pt x="2255969" y="1700658"/>
                </a:moveTo>
                <a:lnTo>
                  <a:pt x="2227394" y="1700658"/>
                </a:lnTo>
                <a:lnTo>
                  <a:pt x="2227394" y="1672083"/>
                </a:lnTo>
                <a:lnTo>
                  <a:pt x="2255969" y="1672083"/>
                </a:lnTo>
                <a:lnTo>
                  <a:pt x="2255969" y="1700658"/>
                </a:lnTo>
                <a:close/>
              </a:path>
              <a:path w="6200775" h="1701165">
                <a:moveTo>
                  <a:pt x="2198819" y="1700658"/>
                </a:moveTo>
                <a:lnTo>
                  <a:pt x="2170244" y="1700658"/>
                </a:lnTo>
                <a:lnTo>
                  <a:pt x="2170244" y="1672083"/>
                </a:lnTo>
                <a:lnTo>
                  <a:pt x="2198819" y="1672083"/>
                </a:lnTo>
                <a:lnTo>
                  <a:pt x="2198819" y="1700658"/>
                </a:lnTo>
                <a:close/>
              </a:path>
              <a:path w="6200775" h="1701165">
                <a:moveTo>
                  <a:pt x="2141669" y="1700658"/>
                </a:moveTo>
                <a:lnTo>
                  <a:pt x="2113094" y="1700658"/>
                </a:lnTo>
                <a:lnTo>
                  <a:pt x="2113094" y="1672083"/>
                </a:lnTo>
                <a:lnTo>
                  <a:pt x="2141669" y="1672083"/>
                </a:lnTo>
                <a:lnTo>
                  <a:pt x="2141669" y="1700658"/>
                </a:lnTo>
                <a:close/>
              </a:path>
              <a:path w="6200775" h="1701165">
                <a:moveTo>
                  <a:pt x="2084519" y="1700658"/>
                </a:moveTo>
                <a:lnTo>
                  <a:pt x="2055944" y="1700658"/>
                </a:lnTo>
                <a:lnTo>
                  <a:pt x="2055944" y="1672083"/>
                </a:lnTo>
                <a:lnTo>
                  <a:pt x="2084519" y="1672083"/>
                </a:lnTo>
                <a:lnTo>
                  <a:pt x="2084519" y="1700658"/>
                </a:lnTo>
                <a:close/>
              </a:path>
              <a:path w="6200775" h="1701165">
                <a:moveTo>
                  <a:pt x="2027369" y="1700658"/>
                </a:moveTo>
                <a:lnTo>
                  <a:pt x="1998794" y="1700658"/>
                </a:lnTo>
                <a:lnTo>
                  <a:pt x="1998794" y="1672083"/>
                </a:lnTo>
                <a:lnTo>
                  <a:pt x="2027369" y="1672083"/>
                </a:lnTo>
                <a:lnTo>
                  <a:pt x="2027369" y="1700658"/>
                </a:lnTo>
                <a:close/>
              </a:path>
              <a:path w="6200775" h="1701165">
                <a:moveTo>
                  <a:pt x="1970219" y="1700658"/>
                </a:moveTo>
                <a:lnTo>
                  <a:pt x="1941644" y="1700658"/>
                </a:lnTo>
                <a:lnTo>
                  <a:pt x="1941644" y="1672083"/>
                </a:lnTo>
                <a:lnTo>
                  <a:pt x="1970219" y="1672083"/>
                </a:lnTo>
                <a:lnTo>
                  <a:pt x="1970219" y="1700658"/>
                </a:lnTo>
                <a:close/>
              </a:path>
              <a:path w="6200775" h="1701165">
                <a:moveTo>
                  <a:pt x="1913069" y="1700658"/>
                </a:moveTo>
                <a:lnTo>
                  <a:pt x="1884494" y="1700658"/>
                </a:lnTo>
                <a:lnTo>
                  <a:pt x="1884494" y="1672083"/>
                </a:lnTo>
                <a:lnTo>
                  <a:pt x="1913069" y="1672083"/>
                </a:lnTo>
                <a:lnTo>
                  <a:pt x="1913069" y="1700658"/>
                </a:lnTo>
                <a:close/>
              </a:path>
              <a:path w="6200775" h="1701165">
                <a:moveTo>
                  <a:pt x="1855919" y="1700658"/>
                </a:moveTo>
                <a:lnTo>
                  <a:pt x="1827344" y="1700658"/>
                </a:lnTo>
                <a:lnTo>
                  <a:pt x="1827344" y="1672083"/>
                </a:lnTo>
                <a:lnTo>
                  <a:pt x="1855919" y="1672083"/>
                </a:lnTo>
                <a:lnTo>
                  <a:pt x="1855919" y="1700658"/>
                </a:lnTo>
                <a:close/>
              </a:path>
              <a:path w="6200775" h="1701165">
                <a:moveTo>
                  <a:pt x="1798769" y="1700658"/>
                </a:moveTo>
                <a:lnTo>
                  <a:pt x="1770194" y="1700658"/>
                </a:lnTo>
                <a:lnTo>
                  <a:pt x="1770194" y="1672083"/>
                </a:lnTo>
                <a:lnTo>
                  <a:pt x="1798769" y="1672083"/>
                </a:lnTo>
                <a:lnTo>
                  <a:pt x="1798769" y="1700658"/>
                </a:lnTo>
                <a:close/>
              </a:path>
              <a:path w="6200775" h="1701165">
                <a:moveTo>
                  <a:pt x="1741619" y="1700658"/>
                </a:moveTo>
                <a:lnTo>
                  <a:pt x="1713044" y="1700658"/>
                </a:lnTo>
                <a:lnTo>
                  <a:pt x="1713044" y="1672083"/>
                </a:lnTo>
                <a:lnTo>
                  <a:pt x="1741619" y="1672083"/>
                </a:lnTo>
                <a:lnTo>
                  <a:pt x="1741619" y="1700658"/>
                </a:lnTo>
                <a:close/>
              </a:path>
              <a:path w="6200775" h="1701165">
                <a:moveTo>
                  <a:pt x="1684469" y="1700658"/>
                </a:moveTo>
                <a:lnTo>
                  <a:pt x="1655894" y="1700658"/>
                </a:lnTo>
                <a:lnTo>
                  <a:pt x="1655894" y="1672083"/>
                </a:lnTo>
                <a:lnTo>
                  <a:pt x="1684469" y="1672083"/>
                </a:lnTo>
                <a:lnTo>
                  <a:pt x="1684469" y="1700658"/>
                </a:lnTo>
                <a:close/>
              </a:path>
              <a:path w="6200775" h="1701165">
                <a:moveTo>
                  <a:pt x="1627319" y="1700658"/>
                </a:moveTo>
                <a:lnTo>
                  <a:pt x="1598744" y="1700658"/>
                </a:lnTo>
                <a:lnTo>
                  <a:pt x="1598744" y="1672083"/>
                </a:lnTo>
                <a:lnTo>
                  <a:pt x="1627319" y="1672083"/>
                </a:lnTo>
                <a:lnTo>
                  <a:pt x="1627319" y="1700658"/>
                </a:lnTo>
                <a:close/>
              </a:path>
              <a:path w="6200775" h="1701165">
                <a:moveTo>
                  <a:pt x="1570169" y="1700658"/>
                </a:moveTo>
                <a:lnTo>
                  <a:pt x="1541594" y="1700658"/>
                </a:lnTo>
                <a:lnTo>
                  <a:pt x="1541594" y="1672083"/>
                </a:lnTo>
                <a:lnTo>
                  <a:pt x="1570169" y="1672083"/>
                </a:lnTo>
                <a:lnTo>
                  <a:pt x="1570169" y="1700658"/>
                </a:lnTo>
                <a:close/>
              </a:path>
              <a:path w="6200775" h="1701165">
                <a:moveTo>
                  <a:pt x="1513019" y="1700658"/>
                </a:moveTo>
                <a:lnTo>
                  <a:pt x="1484444" y="1700658"/>
                </a:lnTo>
                <a:lnTo>
                  <a:pt x="1484444" y="1672083"/>
                </a:lnTo>
                <a:lnTo>
                  <a:pt x="1513019" y="1672083"/>
                </a:lnTo>
                <a:lnTo>
                  <a:pt x="1513019" y="1700658"/>
                </a:lnTo>
                <a:close/>
              </a:path>
              <a:path w="6200775" h="1701165">
                <a:moveTo>
                  <a:pt x="1455869" y="1700658"/>
                </a:moveTo>
                <a:lnTo>
                  <a:pt x="1427294" y="1700658"/>
                </a:lnTo>
                <a:lnTo>
                  <a:pt x="1427294" y="1672083"/>
                </a:lnTo>
                <a:lnTo>
                  <a:pt x="1455869" y="1672083"/>
                </a:lnTo>
                <a:lnTo>
                  <a:pt x="1455869" y="1700658"/>
                </a:lnTo>
                <a:close/>
              </a:path>
              <a:path w="6200775" h="1701165">
                <a:moveTo>
                  <a:pt x="1398719" y="1700658"/>
                </a:moveTo>
                <a:lnTo>
                  <a:pt x="1370144" y="1700658"/>
                </a:lnTo>
                <a:lnTo>
                  <a:pt x="1370144" y="1672083"/>
                </a:lnTo>
                <a:lnTo>
                  <a:pt x="1398719" y="1672083"/>
                </a:lnTo>
                <a:lnTo>
                  <a:pt x="1398719" y="1700658"/>
                </a:lnTo>
                <a:close/>
              </a:path>
              <a:path w="6200775" h="1701165">
                <a:moveTo>
                  <a:pt x="1341569" y="1700658"/>
                </a:moveTo>
                <a:lnTo>
                  <a:pt x="1312994" y="1700658"/>
                </a:lnTo>
                <a:lnTo>
                  <a:pt x="1312994" y="1672083"/>
                </a:lnTo>
                <a:lnTo>
                  <a:pt x="1341569" y="1672083"/>
                </a:lnTo>
                <a:lnTo>
                  <a:pt x="1341569" y="1700658"/>
                </a:lnTo>
                <a:close/>
              </a:path>
              <a:path w="6200775" h="1701165">
                <a:moveTo>
                  <a:pt x="1284419" y="1700658"/>
                </a:moveTo>
                <a:lnTo>
                  <a:pt x="1255844" y="1700658"/>
                </a:lnTo>
                <a:lnTo>
                  <a:pt x="1255844" y="1672083"/>
                </a:lnTo>
                <a:lnTo>
                  <a:pt x="1284419" y="1672083"/>
                </a:lnTo>
                <a:lnTo>
                  <a:pt x="1284419" y="1700658"/>
                </a:lnTo>
                <a:close/>
              </a:path>
              <a:path w="6200775" h="1701165">
                <a:moveTo>
                  <a:pt x="1227269" y="1700658"/>
                </a:moveTo>
                <a:lnTo>
                  <a:pt x="1198694" y="1700658"/>
                </a:lnTo>
                <a:lnTo>
                  <a:pt x="1198694" y="1672083"/>
                </a:lnTo>
                <a:lnTo>
                  <a:pt x="1227269" y="1672083"/>
                </a:lnTo>
                <a:lnTo>
                  <a:pt x="1227269" y="1700658"/>
                </a:lnTo>
                <a:close/>
              </a:path>
              <a:path w="6200775" h="1701165">
                <a:moveTo>
                  <a:pt x="1170119" y="1700658"/>
                </a:moveTo>
                <a:lnTo>
                  <a:pt x="1141544" y="1700658"/>
                </a:lnTo>
                <a:lnTo>
                  <a:pt x="1141544" y="1672083"/>
                </a:lnTo>
                <a:lnTo>
                  <a:pt x="1170119" y="1672083"/>
                </a:lnTo>
                <a:lnTo>
                  <a:pt x="1170119" y="1700658"/>
                </a:lnTo>
                <a:close/>
              </a:path>
              <a:path w="6200775" h="1701165">
                <a:moveTo>
                  <a:pt x="1112969" y="1700658"/>
                </a:moveTo>
                <a:lnTo>
                  <a:pt x="1084394" y="1700658"/>
                </a:lnTo>
                <a:lnTo>
                  <a:pt x="1084394" y="1672083"/>
                </a:lnTo>
                <a:lnTo>
                  <a:pt x="1112969" y="1672083"/>
                </a:lnTo>
                <a:lnTo>
                  <a:pt x="1112969" y="1700658"/>
                </a:lnTo>
                <a:close/>
              </a:path>
              <a:path w="6200775" h="1701165">
                <a:moveTo>
                  <a:pt x="1055819" y="1700658"/>
                </a:moveTo>
                <a:lnTo>
                  <a:pt x="1027244" y="1700658"/>
                </a:lnTo>
                <a:lnTo>
                  <a:pt x="1027244" y="1672083"/>
                </a:lnTo>
                <a:lnTo>
                  <a:pt x="1055819" y="1672083"/>
                </a:lnTo>
                <a:lnTo>
                  <a:pt x="1055819" y="1700658"/>
                </a:lnTo>
                <a:close/>
              </a:path>
              <a:path w="6200775" h="1701165">
                <a:moveTo>
                  <a:pt x="998669" y="1700658"/>
                </a:moveTo>
                <a:lnTo>
                  <a:pt x="970094" y="1700658"/>
                </a:lnTo>
                <a:lnTo>
                  <a:pt x="970094" y="1672083"/>
                </a:lnTo>
                <a:lnTo>
                  <a:pt x="998669" y="1672083"/>
                </a:lnTo>
                <a:lnTo>
                  <a:pt x="998669" y="1700658"/>
                </a:lnTo>
                <a:close/>
              </a:path>
              <a:path w="6200775" h="1701165">
                <a:moveTo>
                  <a:pt x="941519" y="1700658"/>
                </a:moveTo>
                <a:lnTo>
                  <a:pt x="912944" y="1700658"/>
                </a:lnTo>
                <a:lnTo>
                  <a:pt x="912944" y="1672083"/>
                </a:lnTo>
                <a:lnTo>
                  <a:pt x="941519" y="1672083"/>
                </a:lnTo>
                <a:lnTo>
                  <a:pt x="941519" y="1700658"/>
                </a:lnTo>
                <a:close/>
              </a:path>
              <a:path w="6200775" h="1701165">
                <a:moveTo>
                  <a:pt x="884369" y="1700658"/>
                </a:moveTo>
                <a:lnTo>
                  <a:pt x="855794" y="1700658"/>
                </a:lnTo>
                <a:lnTo>
                  <a:pt x="855794" y="1672083"/>
                </a:lnTo>
                <a:lnTo>
                  <a:pt x="884369" y="1672083"/>
                </a:lnTo>
                <a:lnTo>
                  <a:pt x="884369" y="1700658"/>
                </a:lnTo>
                <a:close/>
              </a:path>
              <a:path w="6200775" h="1701165">
                <a:moveTo>
                  <a:pt x="827219" y="1700658"/>
                </a:moveTo>
                <a:lnTo>
                  <a:pt x="798644" y="1700658"/>
                </a:lnTo>
                <a:lnTo>
                  <a:pt x="798644" y="1672083"/>
                </a:lnTo>
                <a:lnTo>
                  <a:pt x="827219" y="1672083"/>
                </a:lnTo>
                <a:lnTo>
                  <a:pt x="827219" y="1700658"/>
                </a:lnTo>
                <a:close/>
              </a:path>
              <a:path w="6200775" h="1701165">
                <a:moveTo>
                  <a:pt x="770069" y="1700658"/>
                </a:moveTo>
                <a:lnTo>
                  <a:pt x="741494" y="1700658"/>
                </a:lnTo>
                <a:lnTo>
                  <a:pt x="741494" y="1672083"/>
                </a:lnTo>
                <a:lnTo>
                  <a:pt x="770069" y="1672083"/>
                </a:lnTo>
                <a:lnTo>
                  <a:pt x="770069" y="1700658"/>
                </a:lnTo>
                <a:close/>
              </a:path>
              <a:path w="6200775" h="1701165">
                <a:moveTo>
                  <a:pt x="712919" y="1700658"/>
                </a:moveTo>
                <a:lnTo>
                  <a:pt x="684344" y="1700658"/>
                </a:lnTo>
                <a:lnTo>
                  <a:pt x="684344" y="1672083"/>
                </a:lnTo>
                <a:lnTo>
                  <a:pt x="712919" y="1672083"/>
                </a:lnTo>
                <a:lnTo>
                  <a:pt x="712919" y="1700658"/>
                </a:lnTo>
                <a:close/>
              </a:path>
              <a:path w="6200775" h="1701165">
                <a:moveTo>
                  <a:pt x="655769" y="1700658"/>
                </a:moveTo>
                <a:lnTo>
                  <a:pt x="627194" y="1700658"/>
                </a:lnTo>
                <a:lnTo>
                  <a:pt x="627194" y="1672083"/>
                </a:lnTo>
                <a:lnTo>
                  <a:pt x="655769" y="1672083"/>
                </a:lnTo>
                <a:lnTo>
                  <a:pt x="655769" y="1700658"/>
                </a:lnTo>
                <a:close/>
              </a:path>
              <a:path w="6200775" h="1701165">
                <a:moveTo>
                  <a:pt x="598619" y="1700658"/>
                </a:moveTo>
                <a:lnTo>
                  <a:pt x="570044" y="1700658"/>
                </a:lnTo>
                <a:lnTo>
                  <a:pt x="570044" y="1672083"/>
                </a:lnTo>
                <a:lnTo>
                  <a:pt x="598619" y="1672083"/>
                </a:lnTo>
                <a:lnTo>
                  <a:pt x="598619" y="1700658"/>
                </a:lnTo>
                <a:close/>
              </a:path>
              <a:path w="6200775" h="1701165">
                <a:moveTo>
                  <a:pt x="541469" y="1700658"/>
                </a:moveTo>
                <a:lnTo>
                  <a:pt x="512894" y="1700658"/>
                </a:lnTo>
                <a:lnTo>
                  <a:pt x="512894" y="1672083"/>
                </a:lnTo>
                <a:lnTo>
                  <a:pt x="541469" y="1672083"/>
                </a:lnTo>
                <a:lnTo>
                  <a:pt x="541469" y="1700658"/>
                </a:lnTo>
                <a:close/>
              </a:path>
              <a:path w="6200775" h="1701165">
                <a:moveTo>
                  <a:pt x="484319" y="1700658"/>
                </a:moveTo>
                <a:lnTo>
                  <a:pt x="455744" y="1700658"/>
                </a:lnTo>
                <a:lnTo>
                  <a:pt x="455744" y="1672083"/>
                </a:lnTo>
                <a:lnTo>
                  <a:pt x="484319" y="1672083"/>
                </a:lnTo>
                <a:lnTo>
                  <a:pt x="484319" y="1700658"/>
                </a:lnTo>
                <a:close/>
              </a:path>
              <a:path w="6200775" h="1701165">
                <a:moveTo>
                  <a:pt x="427169" y="1700658"/>
                </a:moveTo>
                <a:lnTo>
                  <a:pt x="398594" y="1700658"/>
                </a:lnTo>
                <a:lnTo>
                  <a:pt x="398594" y="1672083"/>
                </a:lnTo>
                <a:lnTo>
                  <a:pt x="427169" y="1672083"/>
                </a:lnTo>
                <a:lnTo>
                  <a:pt x="427169" y="1700658"/>
                </a:lnTo>
                <a:close/>
              </a:path>
              <a:path w="6200775" h="1701165">
                <a:moveTo>
                  <a:pt x="370019" y="1700658"/>
                </a:moveTo>
                <a:lnTo>
                  <a:pt x="341444" y="1700658"/>
                </a:lnTo>
                <a:lnTo>
                  <a:pt x="341444" y="1672083"/>
                </a:lnTo>
                <a:lnTo>
                  <a:pt x="370019" y="1672083"/>
                </a:lnTo>
                <a:lnTo>
                  <a:pt x="370019" y="1700658"/>
                </a:lnTo>
                <a:close/>
              </a:path>
              <a:path w="6200775" h="1701165">
                <a:moveTo>
                  <a:pt x="312869" y="1700658"/>
                </a:moveTo>
                <a:lnTo>
                  <a:pt x="284294" y="1700658"/>
                </a:lnTo>
                <a:lnTo>
                  <a:pt x="284294" y="1672083"/>
                </a:lnTo>
                <a:lnTo>
                  <a:pt x="312869" y="1672083"/>
                </a:lnTo>
                <a:lnTo>
                  <a:pt x="312869" y="1700658"/>
                </a:lnTo>
                <a:close/>
              </a:path>
              <a:path w="6200775" h="1701165">
                <a:moveTo>
                  <a:pt x="255719" y="1700658"/>
                </a:moveTo>
                <a:lnTo>
                  <a:pt x="227144" y="1700658"/>
                </a:lnTo>
                <a:lnTo>
                  <a:pt x="227144" y="1672083"/>
                </a:lnTo>
                <a:lnTo>
                  <a:pt x="255719" y="1672083"/>
                </a:lnTo>
                <a:lnTo>
                  <a:pt x="255719" y="1700658"/>
                </a:lnTo>
                <a:close/>
              </a:path>
              <a:path w="6200775" h="1701165">
                <a:moveTo>
                  <a:pt x="198569" y="1700658"/>
                </a:moveTo>
                <a:lnTo>
                  <a:pt x="169994" y="1700658"/>
                </a:lnTo>
                <a:lnTo>
                  <a:pt x="169994" y="1672083"/>
                </a:lnTo>
                <a:lnTo>
                  <a:pt x="198569" y="1672083"/>
                </a:lnTo>
                <a:lnTo>
                  <a:pt x="198569" y="1700658"/>
                </a:lnTo>
                <a:close/>
              </a:path>
              <a:path w="6200775" h="1701165">
                <a:moveTo>
                  <a:pt x="141286" y="1698618"/>
                </a:moveTo>
                <a:lnTo>
                  <a:pt x="130176" y="1697519"/>
                </a:lnTo>
                <a:lnTo>
                  <a:pt x="113438" y="1692432"/>
                </a:lnTo>
                <a:lnTo>
                  <a:pt x="121804" y="1665909"/>
                </a:lnTo>
                <a:lnTo>
                  <a:pt x="129337" y="1668285"/>
                </a:lnTo>
                <a:lnTo>
                  <a:pt x="137019" y="1669978"/>
                </a:lnTo>
                <a:lnTo>
                  <a:pt x="144850" y="1670988"/>
                </a:lnTo>
                <a:lnTo>
                  <a:pt x="141286" y="1698618"/>
                </a:lnTo>
                <a:close/>
              </a:path>
              <a:path w="6200775" h="1701165">
                <a:moveTo>
                  <a:pt x="87197" y="1681525"/>
                </a:moveTo>
                <a:lnTo>
                  <a:pt x="72082" y="1673455"/>
                </a:lnTo>
                <a:lnTo>
                  <a:pt x="63168" y="1666147"/>
                </a:lnTo>
                <a:lnTo>
                  <a:pt x="80229" y="1644136"/>
                </a:lnTo>
                <a:lnTo>
                  <a:pt x="86470" y="1648974"/>
                </a:lnTo>
                <a:lnTo>
                  <a:pt x="93091" y="1653224"/>
                </a:lnTo>
                <a:lnTo>
                  <a:pt x="100089" y="1656886"/>
                </a:lnTo>
                <a:lnTo>
                  <a:pt x="87197" y="1681525"/>
                </a:lnTo>
                <a:close/>
              </a:path>
              <a:path w="6200775" h="1701165">
                <a:moveTo>
                  <a:pt x="41974" y="1646592"/>
                </a:moveTo>
                <a:lnTo>
                  <a:pt x="27202" y="1628576"/>
                </a:lnTo>
                <a:lnTo>
                  <a:pt x="24629" y="1623756"/>
                </a:lnTo>
                <a:lnTo>
                  <a:pt x="48549" y="1608945"/>
                </a:lnTo>
                <a:lnTo>
                  <a:pt x="52722" y="1615685"/>
                </a:lnTo>
                <a:lnTo>
                  <a:pt x="57460" y="1622003"/>
                </a:lnTo>
                <a:lnTo>
                  <a:pt x="62761" y="1627899"/>
                </a:lnTo>
                <a:lnTo>
                  <a:pt x="41974" y="1646592"/>
                </a:lnTo>
                <a:close/>
              </a:path>
              <a:path w="6200775" h="1701165">
                <a:moveTo>
                  <a:pt x="11618" y="1598385"/>
                </a:moveTo>
                <a:lnTo>
                  <a:pt x="3313" y="1571054"/>
                </a:lnTo>
                <a:lnTo>
                  <a:pt x="31257" y="1565361"/>
                </a:lnTo>
                <a:lnTo>
                  <a:pt x="32829" y="1573080"/>
                </a:lnTo>
                <a:lnTo>
                  <a:pt x="35069" y="1580602"/>
                </a:lnTo>
                <a:lnTo>
                  <a:pt x="37975" y="1587926"/>
                </a:lnTo>
                <a:lnTo>
                  <a:pt x="11618" y="1598385"/>
                </a:lnTo>
                <a:close/>
              </a:path>
              <a:path w="6200775" h="1701165">
                <a:moveTo>
                  <a:pt x="362" y="1542411"/>
                </a:moveTo>
                <a:lnTo>
                  <a:pt x="0" y="1538748"/>
                </a:lnTo>
                <a:lnTo>
                  <a:pt x="0" y="1513777"/>
                </a:lnTo>
                <a:lnTo>
                  <a:pt x="28574" y="1513777"/>
                </a:lnTo>
                <a:lnTo>
                  <a:pt x="28609" y="1541771"/>
                </a:lnTo>
                <a:lnTo>
                  <a:pt x="362" y="1542411"/>
                </a:lnTo>
                <a:close/>
              </a:path>
              <a:path w="6200775" h="1701165">
                <a:moveTo>
                  <a:pt x="28574" y="1485202"/>
                </a:moveTo>
                <a:lnTo>
                  <a:pt x="0" y="1485202"/>
                </a:lnTo>
                <a:lnTo>
                  <a:pt x="0" y="1456627"/>
                </a:lnTo>
                <a:lnTo>
                  <a:pt x="28574" y="1456627"/>
                </a:lnTo>
                <a:lnTo>
                  <a:pt x="28574" y="1485202"/>
                </a:lnTo>
                <a:close/>
              </a:path>
              <a:path w="6200775" h="1701165">
                <a:moveTo>
                  <a:pt x="28574" y="1428052"/>
                </a:moveTo>
                <a:lnTo>
                  <a:pt x="0" y="1428052"/>
                </a:lnTo>
                <a:lnTo>
                  <a:pt x="0" y="1399477"/>
                </a:lnTo>
                <a:lnTo>
                  <a:pt x="28574" y="1399477"/>
                </a:lnTo>
                <a:lnTo>
                  <a:pt x="28574" y="1428052"/>
                </a:lnTo>
                <a:close/>
              </a:path>
              <a:path w="6200775" h="1701165">
                <a:moveTo>
                  <a:pt x="28574" y="1370902"/>
                </a:moveTo>
                <a:lnTo>
                  <a:pt x="0" y="1370902"/>
                </a:lnTo>
                <a:lnTo>
                  <a:pt x="0" y="1342327"/>
                </a:lnTo>
                <a:lnTo>
                  <a:pt x="28574" y="1342327"/>
                </a:lnTo>
                <a:lnTo>
                  <a:pt x="28574" y="1370902"/>
                </a:lnTo>
                <a:close/>
              </a:path>
              <a:path w="6200775" h="1701165">
                <a:moveTo>
                  <a:pt x="28574" y="1313752"/>
                </a:moveTo>
                <a:lnTo>
                  <a:pt x="0" y="1313752"/>
                </a:lnTo>
                <a:lnTo>
                  <a:pt x="0" y="1285177"/>
                </a:lnTo>
                <a:lnTo>
                  <a:pt x="28574" y="1285177"/>
                </a:lnTo>
                <a:lnTo>
                  <a:pt x="28574" y="1313752"/>
                </a:lnTo>
                <a:close/>
              </a:path>
              <a:path w="6200775" h="1701165">
                <a:moveTo>
                  <a:pt x="28574" y="1256602"/>
                </a:moveTo>
                <a:lnTo>
                  <a:pt x="0" y="1256602"/>
                </a:lnTo>
                <a:lnTo>
                  <a:pt x="0" y="1228027"/>
                </a:lnTo>
                <a:lnTo>
                  <a:pt x="28574" y="1228027"/>
                </a:lnTo>
                <a:lnTo>
                  <a:pt x="28574" y="1256602"/>
                </a:lnTo>
                <a:close/>
              </a:path>
              <a:path w="6200775" h="1701165">
                <a:moveTo>
                  <a:pt x="28574" y="1199452"/>
                </a:moveTo>
                <a:lnTo>
                  <a:pt x="0" y="1199452"/>
                </a:lnTo>
                <a:lnTo>
                  <a:pt x="0" y="1170877"/>
                </a:lnTo>
                <a:lnTo>
                  <a:pt x="28574" y="1170877"/>
                </a:lnTo>
                <a:lnTo>
                  <a:pt x="28574" y="1199452"/>
                </a:lnTo>
                <a:close/>
              </a:path>
              <a:path w="6200775" h="1701165">
                <a:moveTo>
                  <a:pt x="28574" y="1142302"/>
                </a:moveTo>
                <a:lnTo>
                  <a:pt x="0" y="1142302"/>
                </a:lnTo>
                <a:lnTo>
                  <a:pt x="0" y="1113727"/>
                </a:lnTo>
                <a:lnTo>
                  <a:pt x="28574" y="1113727"/>
                </a:lnTo>
                <a:lnTo>
                  <a:pt x="28574" y="1142302"/>
                </a:lnTo>
                <a:close/>
              </a:path>
              <a:path w="6200775" h="1701165">
                <a:moveTo>
                  <a:pt x="28574" y="1085152"/>
                </a:moveTo>
                <a:lnTo>
                  <a:pt x="0" y="1085152"/>
                </a:lnTo>
                <a:lnTo>
                  <a:pt x="0" y="1056577"/>
                </a:lnTo>
                <a:lnTo>
                  <a:pt x="28574" y="1056577"/>
                </a:lnTo>
                <a:lnTo>
                  <a:pt x="28574" y="1085152"/>
                </a:lnTo>
                <a:close/>
              </a:path>
              <a:path w="6200775" h="1701165">
                <a:moveTo>
                  <a:pt x="28574" y="1028002"/>
                </a:moveTo>
                <a:lnTo>
                  <a:pt x="0" y="1028002"/>
                </a:lnTo>
                <a:lnTo>
                  <a:pt x="0" y="999427"/>
                </a:lnTo>
                <a:lnTo>
                  <a:pt x="28574" y="999427"/>
                </a:lnTo>
                <a:lnTo>
                  <a:pt x="28574" y="1028002"/>
                </a:lnTo>
                <a:close/>
              </a:path>
              <a:path w="6200775" h="1701165">
                <a:moveTo>
                  <a:pt x="28574" y="970852"/>
                </a:moveTo>
                <a:lnTo>
                  <a:pt x="0" y="970852"/>
                </a:lnTo>
                <a:lnTo>
                  <a:pt x="0" y="942277"/>
                </a:lnTo>
                <a:lnTo>
                  <a:pt x="28574" y="942277"/>
                </a:lnTo>
                <a:lnTo>
                  <a:pt x="28574" y="970852"/>
                </a:lnTo>
                <a:close/>
              </a:path>
              <a:path w="6200775" h="1701165">
                <a:moveTo>
                  <a:pt x="28574" y="913702"/>
                </a:moveTo>
                <a:lnTo>
                  <a:pt x="0" y="913702"/>
                </a:lnTo>
                <a:lnTo>
                  <a:pt x="0" y="885127"/>
                </a:lnTo>
                <a:lnTo>
                  <a:pt x="28574" y="885127"/>
                </a:lnTo>
                <a:lnTo>
                  <a:pt x="28574" y="913702"/>
                </a:lnTo>
                <a:close/>
              </a:path>
              <a:path w="6200775" h="1701165">
                <a:moveTo>
                  <a:pt x="28574" y="856552"/>
                </a:moveTo>
                <a:lnTo>
                  <a:pt x="0" y="856552"/>
                </a:lnTo>
                <a:lnTo>
                  <a:pt x="0" y="827977"/>
                </a:lnTo>
                <a:lnTo>
                  <a:pt x="28574" y="827977"/>
                </a:lnTo>
                <a:lnTo>
                  <a:pt x="28574" y="856552"/>
                </a:lnTo>
                <a:close/>
              </a:path>
              <a:path w="6200775" h="1701165">
                <a:moveTo>
                  <a:pt x="28574" y="799402"/>
                </a:moveTo>
                <a:lnTo>
                  <a:pt x="0" y="799402"/>
                </a:lnTo>
                <a:lnTo>
                  <a:pt x="0" y="770827"/>
                </a:lnTo>
                <a:lnTo>
                  <a:pt x="28574" y="770827"/>
                </a:lnTo>
                <a:lnTo>
                  <a:pt x="28574" y="799402"/>
                </a:lnTo>
                <a:close/>
              </a:path>
              <a:path w="6200775" h="1701165">
                <a:moveTo>
                  <a:pt x="28574" y="742252"/>
                </a:moveTo>
                <a:lnTo>
                  <a:pt x="0" y="742252"/>
                </a:lnTo>
                <a:lnTo>
                  <a:pt x="0" y="713677"/>
                </a:lnTo>
                <a:lnTo>
                  <a:pt x="28574" y="713677"/>
                </a:lnTo>
                <a:lnTo>
                  <a:pt x="28574" y="742252"/>
                </a:lnTo>
                <a:close/>
              </a:path>
              <a:path w="6200775" h="1701165">
                <a:moveTo>
                  <a:pt x="28574" y="685102"/>
                </a:moveTo>
                <a:lnTo>
                  <a:pt x="0" y="685102"/>
                </a:lnTo>
                <a:lnTo>
                  <a:pt x="0" y="656527"/>
                </a:lnTo>
                <a:lnTo>
                  <a:pt x="28574" y="656527"/>
                </a:lnTo>
                <a:lnTo>
                  <a:pt x="28574" y="685102"/>
                </a:lnTo>
                <a:close/>
              </a:path>
              <a:path w="6200775" h="1701165">
                <a:moveTo>
                  <a:pt x="28574" y="627952"/>
                </a:moveTo>
                <a:lnTo>
                  <a:pt x="0" y="627952"/>
                </a:lnTo>
                <a:lnTo>
                  <a:pt x="0" y="599377"/>
                </a:lnTo>
                <a:lnTo>
                  <a:pt x="28574" y="599377"/>
                </a:lnTo>
                <a:lnTo>
                  <a:pt x="28574" y="627952"/>
                </a:lnTo>
                <a:close/>
              </a:path>
              <a:path w="6200775" h="1701165">
                <a:moveTo>
                  <a:pt x="28574" y="570802"/>
                </a:moveTo>
                <a:lnTo>
                  <a:pt x="0" y="570802"/>
                </a:lnTo>
                <a:lnTo>
                  <a:pt x="0" y="542227"/>
                </a:lnTo>
                <a:lnTo>
                  <a:pt x="28574" y="542227"/>
                </a:lnTo>
                <a:lnTo>
                  <a:pt x="28574" y="570802"/>
                </a:lnTo>
                <a:close/>
              </a:path>
              <a:path w="6200775" h="1701165">
                <a:moveTo>
                  <a:pt x="28574" y="513652"/>
                </a:moveTo>
                <a:lnTo>
                  <a:pt x="0" y="513652"/>
                </a:lnTo>
                <a:lnTo>
                  <a:pt x="0" y="485077"/>
                </a:lnTo>
                <a:lnTo>
                  <a:pt x="28574" y="485077"/>
                </a:lnTo>
                <a:lnTo>
                  <a:pt x="28574" y="513652"/>
                </a:lnTo>
                <a:close/>
              </a:path>
              <a:path w="6200775" h="1701165">
                <a:moveTo>
                  <a:pt x="28574" y="456502"/>
                </a:moveTo>
                <a:lnTo>
                  <a:pt x="0" y="456502"/>
                </a:lnTo>
                <a:lnTo>
                  <a:pt x="0" y="427927"/>
                </a:lnTo>
                <a:lnTo>
                  <a:pt x="28574" y="427927"/>
                </a:lnTo>
                <a:lnTo>
                  <a:pt x="28574" y="456502"/>
                </a:lnTo>
                <a:close/>
              </a:path>
              <a:path w="6200775" h="1701165">
                <a:moveTo>
                  <a:pt x="28574" y="399352"/>
                </a:moveTo>
                <a:lnTo>
                  <a:pt x="0" y="399352"/>
                </a:lnTo>
                <a:lnTo>
                  <a:pt x="0" y="370777"/>
                </a:lnTo>
                <a:lnTo>
                  <a:pt x="28574" y="370777"/>
                </a:lnTo>
                <a:lnTo>
                  <a:pt x="28574" y="399352"/>
                </a:lnTo>
                <a:close/>
              </a:path>
              <a:path w="6200775" h="1701165">
                <a:moveTo>
                  <a:pt x="28574" y="342202"/>
                </a:moveTo>
                <a:lnTo>
                  <a:pt x="0" y="342202"/>
                </a:lnTo>
                <a:lnTo>
                  <a:pt x="0" y="313627"/>
                </a:lnTo>
                <a:lnTo>
                  <a:pt x="28574" y="313627"/>
                </a:lnTo>
                <a:lnTo>
                  <a:pt x="28574" y="342202"/>
                </a:lnTo>
                <a:close/>
              </a:path>
              <a:path w="6200775" h="1701165">
                <a:moveTo>
                  <a:pt x="28574" y="285052"/>
                </a:moveTo>
                <a:lnTo>
                  <a:pt x="0" y="285052"/>
                </a:lnTo>
                <a:lnTo>
                  <a:pt x="0" y="256477"/>
                </a:lnTo>
                <a:lnTo>
                  <a:pt x="28574" y="256477"/>
                </a:lnTo>
                <a:lnTo>
                  <a:pt x="28574" y="285052"/>
                </a:lnTo>
                <a:close/>
              </a:path>
              <a:path w="6200775" h="1701165">
                <a:moveTo>
                  <a:pt x="28574" y="227902"/>
                </a:moveTo>
                <a:lnTo>
                  <a:pt x="0" y="227902"/>
                </a:lnTo>
                <a:lnTo>
                  <a:pt x="0" y="199327"/>
                </a:lnTo>
                <a:lnTo>
                  <a:pt x="28574" y="199327"/>
                </a:lnTo>
                <a:lnTo>
                  <a:pt x="28574" y="227902"/>
                </a:lnTo>
                <a:close/>
              </a:path>
              <a:path w="6200775" h="1701165">
                <a:moveTo>
                  <a:pt x="28574" y="170752"/>
                </a:moveTo>
                <a:lnTo>
                  <a:pt x="0" y="170752"/>
                </a:lnTo>
                <a:lnTo>
                  <a:pt x="0" y="161910"/>
                </a:lnTo>
                <a:lnTo>
                  <a:pt x="1965" y="142044"/>
                </a:lnTo>
                <a:lnTo>
                  <a:pt x="29591" y="145475"/>
                </a:lnTo>
                <a:lnTo>
                  <a:pt x="28913" y="150930"/>
                </a:lnTo>
                <a:lnTo>
                  <a:pt x="28574" y="156409"/>
                </a:lnTo>
                <a:lnTo>
                  <a:pt x="28574" y="170752"/>
                </a:lnTo>
                <a:close/>
              </a:path>
              <a:path w="6200775" h="1701165">
                <a:moveTo>
                  <a:pt x="34562" y="122401"/>
                </a:moveTo>
                <a:lnTo>
                  <a:pt x="8006" y="114161"/>
                </a:lnTo>
                <a:lnTo>
                  <a:pt x="12324" y="99950"/>
                </a:lnTo>
                <a:lnTo>
                  <a:pt x="18777" y="87863"/>
                </a:lnTo>
                <a:lnTo>
                  <a:pt x="43483" y="100644"/>
                </a:lnTo>
                <a:lnTo>
                  <a:pt x="39868" y="107633"/>
                </a:lnTo>
                <a:lnTo>
                  <a:pt x="36894" y="114885"/>
                </a:lnTo>
                <a:lnTo>
                  <a:pt x="34562" y="122401"/>
                </a:lnTo>
                <a:close/>
              </a:path>
              <a:path w="6200775" h="1701165">
                <a:moveTo>
                  <a:pt x="56137" y="80727"/>
                </a:moveTo>
                <a:lnTo>
                  <a:pt x="34028" y="63757"/>
                </a:lnTo>
                <a:lnTo>
                  <a:pt x="47422" y="47422"/>
                </a:lnTo>
                <a:lnTo>
                  <a:pt x="53473" y="42461"/>
                </a:lnTo>
                <a:lnTo>
                  <a:pt x="72289" y="63186"/>
                </a:lnTo>
                <a:lnTo>
                  <a:pt x="70700" y="64629"/>
                </a:lnTo>
                <a:lnTo>
                  <a:pt x="69146" y="66109"/>
                </a:lnTo>
                <a:lnTo>
                  <a:pt x="63510" y="71745"/>
                </a:lnTo>
                <a:lnTo>
                  <a:pt x="59680" y="76112"/>
                </a:lnTo>
                <a:lnTo>
                  <a:pt x="56137" y="80727"/>
                </a:lnTo>
                <a:close/>
              </a:path>
              <a:path w="6200775" h="1701165">
                <a:moveTo>
                  <a:pt x="91181" y="48880"/>
                </a:moveTo>
                <a:lnTo>
                  <a:pt x="76231" y="24987"/>
                </a:lnTo>
                <a:lnTo>
                  <a:pt x="99950" y="12324"/>
                </a:lnTo>
                <a:lnTo>
                  <a:pt x="101546" y="11839"/>
                </a:lnTo>
                <a:lnTo>
                  <a:pt x="112152" y="38207"/>
                </a:lnTo>
                <a:lnTo>
                  <a:pt x="104846" y="41146"/>
                </a:lnTo>
                <a:lnTo>
                  <a:pt x="97855" y="44703"/>
                </a:lnTo>
                <a:lnTo>
                  <a:pt x="91181" y="48880"/>
                </a:lnTo>
                <a:close/>
              </a:path>
              <a:path w="6200775" h="1701165">
                <a:moveTo>
                  <a:pt x="134682" y="31383"/>
                </a:moveTo>
                <a:lnTo>
                  <a:pt x="128872" y="3535"/>
                </a:lnTo>
                <a:lnTo>
                  <a:pt x="130176" y="3139"/>
                </a:lnTo>
                <a:lnTo>
                  <a:pt x="157479" y="438"/>
                </a:lnTo>
                <a:lnTo>
                  <a:pt x="158252" y="28625"/>
                </a:lnTo>
                <a:lnTo>
                  <a:pt x="150312" y="28842"/>
                </a:lnTo>
                <a:lnTo>
                  <a:pt x="142455" y="29762"/>
                </a:lnTo>
                <a:lnTo>
                  <a:pt x="134682" y="31383"/>
                </a:lnTo>
                <a:close/>
              </a:path>
              <a:path w="6200775" h="1701165">
                <a:moveTo>
                  <a:pt x="190485" y="28574"/>
                </a:moveTo>
                <a:lnTo>
                  <a:pt x="161910" y="28574"/>
                </a:lnTo>
                <a:lnTo>
                  <a:pt x="161910" y="0"/>
                </a:lnTo>
                <a:lnTo>
                  <a:pt x="190485" y="0"/>
                </a:lnTo>
                <a:lnTo>
                  <a:pt x="190485" y="28574"/>
                </a:lnTo>
                <a:close/>
              </a:path>
            </a:pathLst>
          </a:custGeom>
          <a:solidFill>
            <a:srgbClr val="3185F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32929" y="3735500"/>
            <a:ext cx="9855070" cy="5619749"/>
          </a:xfrm>
          <a:prstGeom prst="rect">
            <a:avLst/>
          </a:prstGeom>
        </p:spPr>
      </p:pic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66235" algn="l"/>
                <a:tab pos="5822950" algn="l"/>
              </a:tabLst>
            </a:pPr>
            <a:r>
              <a:rPr dirty="0" spc="-10"/>
              <a:t>RESEARCH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REFERENCES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575" y="122062"/>
            <a:ext cx="1643252" cy="154343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3758605" y="21440"/>
            <a:ext cx="4303395" cy="2512060"/>
            <a:chOff x="13758605" y="21440"/>
            <a:chExt cx="4303395" cy="251206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50352" y="21440"/>
              <a:ext cx="2511647" cy="251164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58605" y="304561"/>
              <a:ext cx="1791674" cy="1528857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9621591" y="2422830"/>
            <a:ext cx="595630" cy="31750"/>
          </a:xfrm>
          <a:custGeom>
            <a:avLst/>
            <a:gdLst/>
            <a:ahLst/>
            <a:cxnLst/>
            <a:rect l="l" t="t" r="r" b="b"/>
            <a:pathLst>
              <a:path w="595629" h="31750">
                <a:moveTo>
                  <a:pt x="595251" y="31183"/>
                </a:moveTo>
                <a:lnTo>
                  <a:pt x="0" y="31183"/>
                </a:lnTo>
                <a:lnTo>
                  <a:pt x="0" y="0"/>
                </a:lnTo>
                <a:lnTo>
                  <a:pt x="595251" y="0"/>
                </a:lnTo>
                <a:lnTo>
                  <a:pt x="595251" y="311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609576" y="1790813"/>
            <a:ext cx="13710285" cy="7457440"/>
          </a:xfrm>
          <a:prstGeom prst="rect">
            <a:avLst/>
          </a:prstGeom>
        </p:spPr>
        <p:txBody>
          <a:bodyPr wrap="square" lIns="0" tIns="22987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810"/>
              </a:spcBef>
            </a:pPr>
            <a:r>
              <a:rPr dirty="0" sz="3000" b="1">
                <a:latin typeface="Arial"/>
                <a:cs typeface="Arial"/>
              </a:rPr>
              <a:t>OpenWeather</a:t>
            </a:r>
            <a:r>
              <a:rPr dirty="0" sz="3000" spc="-9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API</a:t>
            </a:r>
            <a:r>
              <a:rPr dirty="0" sz="3000" spc="2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–</a:t>
            </a:r>
            <a:r>
              <a:rPr dirty="0" sz="3000" spc="25" b="1">
                <a:latin typeface="Arial"/>
                <a:cs typeface="Arial"/>
              </a:rPr>
              <a:t> 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https://openweathermap</a:t>
            </a:r>
            <a:r>
              <a:rPr dirty="0" sz="3000" spc="-10" b="1">
                <a:latin typeface="Arial"/>
                <a:cs typeface="Arial"/>
                <a:hlinkClick r:id="rId5"/>
              </a:rPr>
              <a:t>.org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5"/>
              </a:rPr>
              <a:t>/api</a:t>
            </a:r>
            <a:endParaRPr sz="3000">
              <a:latin typeface="Arial"/>
              <a:cs typeface="Arial"/>
            </a:endParaRPr>
          </a:p>
          <a:p>
            <a:pPr algn="just" marL="12700" marR="1019810">
              <a:lnSpc>
                <a:spcPct val="147800"/>
              </a:lnSpc>
            </a:pPr>
            <a:r>
              <a:rPr dirty="0" sz="3000" b="1">
                <a:latin typeface="Arial"/>
                <a:cs typeface="Arial"/>
              </a:rPr>
              <a:t>Indian</a:t>
            </a:r>
            <a:r>
              <a:rPr dirty="0" sz="3000" spc="4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Meteorological</a:t>
            </a:r>
            <a:r>
              <a:rPr dirty="0" sz="3000" spc="4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Department</a:t>
            </a:r>
            <a:r>
              <a:rPr dirty="0" sz="3000" spc="4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(IMD)</a:t>
            </a:r>
            <a:r>
              <a:rPr dirty="0" sz="3000" spc="4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–</a:t>
            </a:r>
            <a:r>
              <a:rPr dirty="0" sz="3000" spc="40" b="1">
                <a:latin typeface="Arial"/>
                <a:cs typeface="Arial"/>
              </a:rPr>
              <a:t> 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6"/>
              </a:rPr>
              <a:t>https://mausam.imd.gov.in/</a:t>
            </a:r>
            <a:r>
              <a:rPr dirty="0" sz="3000" spc="-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NOAA</a:t>
            </a:r>
            <a:r>
              <a:rPr dirty="0" sz="3000" spc="-6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Climate</a:t>
            </a:r>
            <a:r>
              <a:rPr dirty="0" sz="3000" spc="5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Data</a:t>
            </a:r>
            <a:r>
              <a:rPr dirty="0" sz="3000" spc="5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–</a:t>
            </a:r>
            <a:r>
              <a:rPr dirty="0" sz="3000" spc="65" b="1">
                <a:latin typeface="Arial"/>
                <a:cs typeface="Arial"/>
              </a:rPr>
              <a:t> 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7"/>
              </a:rPr>
              <a:t>https://www.ncei.noaa.gov/</a:t>
            </a:r>
            <a:endParaRPr sz="3000">
              <a:latin typeface="Arial"/>
              <a:cs typeface="Arial"/>
            </a:endParaRPr>
          </a:p>
          <a:p>
            <a:pPr algn="just" marL="12700" marR="606425">
              <a:lnSpc>
                <a:spcPct val="147800"/>
              </a:lnSpc>
            </a:pPr>
            <a:r>
              <a:rPr dirty="0" sz="3000" b="1">
                <a:latin typeface="Arial"/>
                <a:cs typeface="Arial"/>
              </a:rPr>
              <a:t>World</a:t>
            </a:r>
            <a:r>
              <a:rPr dirty="0" sz="3000" spc="-12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Air</a:t>
            </a:r>
            <a:r>
              <a:rPr dirty="0" sz="3000" spc="-1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Quality</a:t>
            </a:r>
            <a:r>
              <a:rPr dirty="0" sz="3000" spc="-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Index</a:t>
            </a:r>
            <a:r>
              <a:rPr dirty="0" sz="3000" spc="-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(WAQI)-</a:t>
            </a:r>
            <a:r>
              <a:rPr dirty="0" sz="3000" spc="-10" b="1"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8"/>
              </a:rPr>
              <a:t>https://aqicn.org/data-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8"/>
              </a:rPr>
              <a:t>platform/register/</a:t>
            </a:r>
            <a:r>
              <a:rPr dirty="0" sz="3000" spc="-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WHO</a:t>
            </a:r>
            <a:r>
              <a:rPr dirty="0" sz="3000" spc="8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–</a:t>
            </a:r>
            <a:r>
              <a:rPr dirty="0" sz="3000" spc="8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Climate</a:t>
            </a:r>
            <a:r>
              <a:rPr dirty="0" sz="3000" spc="8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Change</a:t>
            </a:r>
            <a:r>
              <a:rPr dirty="0" sz="3000" spc="8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&amp;</a:t>
            </a:r>
            <a:r>
              <a:rPr dirty="0" sz="3000" spc="8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Health</a:t>
            </a:r>
            <a:r>
              <a:rPr dirty="0" sz="3000" spc="8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–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9"/>
              </a:rPr>
              <a:t>https://www.who.int/news-room/fact-</a:t>
            </a:r>
            <a:r>
              <a:rPr dirty="0" sz="3000" spc="-10" b="1"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9"/>
              </a:rPr>
              <a:t>sheets/detail/climate-change-and-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9"/>
              </a:rPr>
              <a:t>health</a:t>
            </a:r>
            <a:endParaRPr sz="3000">
              <a:latin typeface="Arial"/>
              <a:cs typeface="Arial"/>
            </a:endParaRPr>
          </a:p>
          <a:p>
            <a:pPr marL="12700" marR="489584">
              <a:lnSpc>
                <a:spcPct val="147800"/>
              </a:lnSpc>
            </a:pP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CDC</a:t>
            </a:r>
            <a:r>
              <a:rPr dirty="0" u="sng" sz="3000" spc="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–</a:t>
            </a:r>
            <a:r>
              <a:rPr dirty="0" u="sng" sz="3000" spc="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Heat</a:t>
            </a:r>
            <a:r>
              <a:rPr dirty="0" u="sng" sz="3000" spc="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&amp;</a:t>
            </a:r>
            <a:r>
              <a:rPr dirty="0" u="sng" sz="3000" spc="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Health</a:t>
            </a:r>
            <a:r>
              <a:rPr dirty="0" u="sng" sz="3000" spc="4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Data</a:t>
            </a:r>
            <a:r>
              <a:rPr dirty="0" u="sng" sz="3000" spc="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–</a:t>
            </a:r>
            <a:r>
              <a:rPr dirty="0" sz="3000" spc="-50" b="1"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10"/>
              </a:rPr>
              <a:t>https://www.cdc.gov/climateandhealth/effects/heat-related-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10"/>
              </a:rPr>
              <a:t>illnesses.htm</a:t>
            </a:r>
            <a:r>
              <a:rPr dirty="0" sz="3000" spc="-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UCI</a:t>
            </a:r>
            <a:r>
              <a:rPr dirty="0" sz="3000" spc="3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Machine</a:t>
            </a:r>
            <a:r>
              <a:rPr dirty="0" sz="3000" spc="4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Learning</a:t>
            </a:r>
            <a:r>
              <a:rPr dirty="0" sz="3000" spc="4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Repository</a:t>
            </a:r>
            <a:r>
              <a:rPr dirty="0" sz="3000" spc="4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–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11"/>
              </a:rPr>
              <a:t>https://archive.ics.uci.edu/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z="3000" b="1">
                <a:latin typeface="Arial"/>
                <a:cs typeface="Arial"/>
              </a:rPr>
              <a:t>Kaggle</a:t>
            </a:r>
            <a:r>
              <a:rPr dirty="0" sz="3000" spc="4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Health</a:t>
            </a:r>
            <a:r>
              <a:rPr dirty="0" sz="3000" spc="5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&amp;</a:t>
            </a:r>
            <a:r>
              <a:rPr dirty="0" sz="3000" spc="4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Climate</a:t>
            </a:r>
            <a:r>
              <a:rPr dirty="0" sz="3000" spc="5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Datasets</a:t>
            </a:r>
            <a:r>
              <a:rPr dirty="0" sz="3000" spc="50" b="1">
                <a:latin typeface="Arial"/>
                <a:cs typeface="Arial"/>
              </a:rPr>
              <a:t> </a:t>
            </a:r>
            <a:r>
              <a:rPr dirty="0" u="sng" sz="30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–</a:t>
            </a:r>
            <a:r>
              <a:rPr dirty="0" u="sng" sz="3000" spc="4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https://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12"/>
              </a:rPr>
              <a:t>www.ka</a:t>
            </a:r>
            <a:r>
              <a:rPr dirty="0" sz="3000" spc="-10" b="1">
                <a:latin typeface="Arial"/>
                <a:cs typeface="Arial"/>
                <a:hlinkClick r:id="rId12"/>
              </a:rPr>
              <a:t>gg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12"/>
              </a:rPr>
              <a:t>le.com/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z="3000" b="1">
                <a:latin typeface="Arial"/>
                <a:cs typeface="Arial"/>
              </a:rPr>
              <a:t>XGBoost</a:t>
            </a:r>
            <a:r>
              <a:rPr dirty="0" sz="3000" spc="210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Documentation</a:t>
            </a:r>
            <a:r>
              <a:rPr dirty="0" sz="3000" spc="210" b="1">
                <a:latin typeface="Arial"/>
                <a:cs typeface="Arial"/>
              </a:rPr>
              <a:t> </a:t>
            </a:r>
            <a:r>
              <a:rPr dirty="0" sz="3000" spc="-10" b="1">
                <a:latin typeface="Arial"/>
                <a:cs typeface="Arial"/>
              </a:rPr>
              <a:t>–</a:t>
            </a:r>
            <a:r>
              <a:rPr dirty="0" u="sng" sz="30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13"/>
              </a:rPr>
              <a:t>https://xgboost.readthedocs.io/en/release_3.2.0/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080196" y="1907341"/>
            <a:ext cx="14687550" cy="7551420"/>
          </a:xfrm>
          <a:custGeom>
            <a:avLst/>
            <a:gdLst/>
            <a:ahLst/>
            <a:cxnLst/>
            <a:rect l="l" t="t" r="r" b="b"/>
            <a:pathLst>
              <a:path w="14687550" h="7551420">
                <a:moveTo>
                  <a:pt x="247710" y="28574"/>
                </a:moveTo>
                <a:lnTo>
                  <a:pt x="219135" y="28574"/>
                </a:lnTo>
                <a:lnTo>
                  <a:pt x="219135" y="0"/>
                </a:lnTo>
                <a:lnTo>
                  <a:pt x="247710" y="0"/>
                </a:lnTo>
                <a:lnTo>
                  <a:pt x="247710" y="28574"/>
                </a:lnTo>
                <a:close/>
              </a:path>
              <a:path w="14687550" h="7551420">
                <a:moveTo>
                  <a:pt x="304860" y="28574"/>
                </a:moveTo>
                <a:lnTo>
                  <a:pt x="276285" y="28574"/>
                </a:lnTo>
                <a:lnTo>
                  <a:pt x="276285" y="0"/>
                </a:lnTo>
                <a:lnTo>
                  <a:pt x="304860" y="0"/>
                </a:lnTo>
                <a:lnTo>
                  <a:pt x="304860" y="28574"/>
                </a:lnTo>
                <a:close/>
              </a:path>
              <a:path w="14687550" h="7551420">
                <a:moveTo>
                  <a:pt x="362010" y="28574"/>
                </a:moveTo>
                <a:lnTo>
                  <a:pt x="333435" y="28574"/>
                </a:lnTo>
                <a:lnTo>
                  <a:pt x="333435" y="0"/>
                </a:lnTo>
                <a:lnTo>
                  <a:pt x="362010" y="0"/>
                </a:lnTo>
                <a:lnTo>
                  <a:pt x="362010" y="28574"/>
                </a:lnTo>
                <a:close/>
              </a:path>
              <a:path w="14687550" h="7551420">
                <a:moveTo>
                  <a:pt x="419160" y="28574"/>
                </a:moveTo>
                <a:lnTo>
                  <a:pt x="390585" y="28574"/>
                </a:lnTo>
                <a:lnTo>
                  <a:pt x="390585" y="0"/>
                </a:lnTo>
                <a:lnTo>
                  <a:pt x="419160" y="0"/>
                </a:lnTo>
                <a:lnTo>
                  <a:pt x="419160" y="28574"/>
                </a:lnTo>
                <a:close/>
              </a:path>
              <a:path w="14687550" h="7551420">
                <a:moveTo>
                  <a:pt x="476310" y="28574"/>
                </a:moveTo>
                <a:lnTo>
                  <a:pt x="447735" y="28574"/>
                </a:lnTo>
                <a:lnTo>
                  <a:pt x="447735" y="0"/>
                </a:lnTo>
                <a:lnTo>
                  <a:pt x="476310" y="0"/>
                </a:lnTo>
                <a:lnTo>
                  <a:pt x="476310" y="28574"/>
                </a:lnTo>
                <a:close/>
              </a:path>
              <a:path w="14687550" h="7551420">
                <a:moveTo>
                  <a:pt x="533460" y="28574"/>
                </a:moveTo>
                <a:lnTo>
                  <a:pt x="504885" y="28574"/>
                </a:lnTo>
                <a:lnTo>
                  <a:pt x="504885" y="0"/>
                </a:lnTo>
                <a:lnTo>
                  <a:pt x="533460" y="0"/>
                </a:lnTo>
                <a:lnTo>
                  <a:pt x="533460" y="28574"/>
                </a:lnTo>
                <a:close/>
              </a:path>
              <a:path w="14687550" h="7551420">
                <a:moveTo>
                  <a:pt x="590610" y="28574"/>
                </a:moveTo>
                <a:lnTo>
                  <a:pt x="562035" y="28574"/>
                </a:lnTo>
                <a:lnTo>
                  <a:pt x="562035" y="0"/>
                </a:lnTo>
                <a:lnTo>
                  <a:pt x="590610" y="0"/>
                </a:lnTo>
                <a:lnTo>
                  <a:pt x="590610" y="28574"/>
                </a:lnTo>
                <a:close/>
              </a:path>
              <a:path w="14687550" h="7551420">
                <a:moveTo>
                  <a:pt x="647760" y="28574"/>
                </a:moveTo>
                <a:lnTo>
                  <a:pt x="619185" y="28574"/>
                </a:lnTo>
                <a:lnTo>
                  <a:pt x="619185" y="0"/>
                </a:lnTo>
                <a:lnTo>
                  <a:pt x="647760" y="0"/>
                </a:lnTo>
                <a:lnTo>
                  <a:pt x="647760" y="28574"/>
                </a:lnTo>
                <a:close/>
              </a:path>
              <a:path w="14687550" h="7551420">
                <a:moveTo>
                  <a:pt x="704910" y="28574"/>
                </a:moveTo>
                <a:lnTo>
                  <a:pt x="676335" y="28574"/>
                </a:lnTo>
                <a:lnTo>
                  <a:pt x="676335" y="0"/>
                </a:lnTo>
                <a:lnTo>
                  <a:pt x="704910" y="0"/>
                </a:lnTo>
                <a:lnTo>
                  <a:pt x="704910" y="28574"/>
                </a:lnTo>
                <a:close/>
              </a:path>
              <a:path w="14687550" h="7551420">
                <a:moveTo>
                  <a:pt x="762060" y="28574"/>
                </a:moveTo>
                <a:lnTo>
                  <a:pt x="733485" y="28574"/>
                </a:lnTo>
                <a:lnTo>
                  <a:pt x="733485" y="0"/>
                </a:lnTo>
                <a:lnTo>
                  <a:pt x="762060" y="0"/>
                </a:lnTo>
                <a:lnTo>
                  <a:pt x="762060" y="28574"/>
                </a:lnTo>
                <a:close/>
              </a:path>
              <a:path w="14687550" h="7551420">
                <a:moveTo>
                  <a:pt x="819210" y="28574"/>
                </a:moveTo>
                <a:lnTo>
                  <a:pt x="790635" y="28574"/>
                </a:lnTo>
                <a:lnTo>
                  <a:pt x="790635" y="0"/>
                </a:lnTo>
                <a:lnTo>
                  <a:pt x="819210" y="0"/>
                </a:lnTo>
                <a:lnTo>
                  <a:pt x="819210" y="28574"/>
                </a:lnTo>
                <a:close/>
              </a:path>
              <a:path w="14687550" h="7551420">
                <a:moveTo>
                  <a:pt x="876360" y="28574"/>
                </a:moveTo>
                <a:lnTo>
                  <a:pt x="847785" y="28574"/>
                </a:lnTo>
                <a:lnTo>
                  <a:pt x="847785" y="0"/>
                </a:lnTo>
                <a:lnTo>
                  <a:pt x="876360" y="0"/>
                </a:lnTo>
                <a:lnTo>
                  <a:pt x="876360" y="28574"/>
                </a:lnTo>
                <a:close/>
              </a:path>
              <a:path w="14687550" h="7551420">
                <a:moveTo>
                  <a:pt x="933510" y="28574"/>
                </a:moveTo>
                <a:lnTo>
                  <a:pt x="904935" y="28574"/>
                </a:lnTo>
                <a:lnTo>
                  <a:pt x="904935" y="0"/>
                </a:lnTo>
                <a:lnTo>
                  <a:pt x="933510" y="0"/>
                </a:lnTo>
                <a:lnTo>
                  <a:pt x="933510" y="28574"/>
                </a:lnTo>
                <a:close/>
              </a:path>
              <a:path w="14687550" h="7551420">
                <a:moveTo>
                  <a:pt x="990660" y="28574"/>
                </a:moveTo>
                <a:lnTo>
                  <a:pt x="962085" y="28574"/>
                </a:lnTo>
                <a:lnTo>
                  <a:pt x="962085" y="0"/>
                </a:lnTo>
                <a:lnTo>
                  <a:pt x="990660" y="0"/>
                </a:lnTo>
                <a:lnTo>
                  <a:pt x="990660" y="28574"/>
                </a:lnTo>
                <a:close/>
              </a:path>
              <a:path w="14687550" h="7551420">
                <a:moveTo>
                  <a:pt x="1047810" y="28574"/>
                </a:moveTo>
                <a:lnTo>
                  <a:pt x="1019235" y="28574"/>
                </a:lnTo>
                <a:lnTo>
                  <a:pt x="1019235" y="0"/>
                </a:lnTo>
                <a:lnTo>
                  <a:pt x="1047810" y="0"/>
                </a:lnTo>
                <a:lnTo>
                  <a:pt x="1047810" y="28574"/>
                </a:lnTo>
                <a:close/>
              </a:path>
              <a:path w="14687550" h="7551420">
                <a:moveTo>
                  <a:pt x="1104960" y="28574"/>
                </a:moveTo>
                <a:lnTo>
                  <a:pt x="1076385" y="28574"/>
                </a:lnTo>
                <a:lnTo>
                  <a:pt x="1076385" y="0"/>
                </a:lnTo>
                <a:lnTo>
                  <a:pt x="1104960" y="0"/>
                </a:lnTo>
                <a:lnTo>
                  <a:pt x="1104960" y="28574"/>
                </a:lnTo>
                <a:close/>
              </a:path>
              <a:path w="14687550" h="7551420">
                <a:moveTo>
                  <a:pt x="1162110" y="28574"/>
                </a:moveTo>
                <a:lnTo>
                  <a:pt x="1133535" y="28574"/>
                </a:lnTo>
                <a:lnTo>
                  <a:pt x="1133535" y="0"/>
                </a:lnTo>
                <a:lnTo>
                  <a:pt x="1162110" y="0"/>
                </a:lnTo>
                <a:lnTo>
                  <a:pt x="1162110" y="28574"/>
                </a:lnTo>
                <a:close/>
              </a:path>
              <a:path w="14687550" h="7551420">
                <a:moveTo>
                  <a:pt x="1219260" y="28574"/>
                </a:moveTo>
                <a:lnTo>
                  <a:pt x="1190685" y="28574"/>
                </a:lnTo>
                <a:lnTo>
                  <a:pt x="1190685" y="0"/>
                </a:lnTo>
                <a:lnTo>
                  <a:pt x="1219260" y="0"/>
                </a:lnTo>
                <a:lnTo>
                  <a:pt x="1219260" y="28574"/>
                </a:lnTo>
                <a:close/>
              </a:path>
              <a:path w="14687550" h="7551420">
                <a:moveTo>
                  <a:pt x="1276410" y="28574"/>
                </a:moveTo>
                <a:lnTo>
                  <a:pt x="1247835" y="28574"/>
                </a:lnTo>
                <a:lnTo>
                  <a:pt x="1247835" y="0"/>
                </a:lnTo>
                <a:lnTo>
                  <a:pt x="1276410" y="0"/>
                </a:lnTo>
                <a:lnTo>
                  <a:pt x="1276410" y="28574"/>
                </a:lnTo>
                <a:close/>
              </a:path>
              <a:path w="14687550" h="7551420">
                <a:moveTo>
                  <a:pt x="1333560" y="28574"/>
                </a:moveTo>
                <a:lnTo>
                  <a:pt x="1304985" y="28574"/>
                </a:lnTo>
                <a:lnTo>
                  <a:pt x="1304985" y="0"/>
                </a:lnTo>
                <a:lnTo>
                  <a:pt x="1333560" y="0"/>
                </a:lnTo>
                <a:lnTo>
                  <a:pt x="1333560" y="28574"/>
                </a:lnTo>
                <a:close/>
              </a:path>
              <a:path w="14687550" h="7551420">
                <a:moveTo>
                  <a:pt x="1390710" y="28574"/>
                </a:moveTo>
                <a:lnTo>
                  <a:pt x="1362135" y="28574"/>
                </a:lnTo>
                <a:lnTo>
                  <a:pt x="1362135" y="0"/>
                </a:lnTo>
                <a:lnTo>
                  <a:pt x="1390710" y="0"/>
                </a:lnTo>
                <a:lnTo>
                  <a:pt x="1390710" y="28574"/>
                </a:lnTo>
                <a:close/>
              </a:path>
              <a:path w="14687550" h="7551420">
                <a:moveTo>
                  <a:pt x="1447860" y="28574"/>
                </a:moveTo>
                <a:lnTo>
                  <a:pt x="1419285" y="28574"/>
                </a:lnTo>
                <a:lnTo>
                  <a:pt x="1419285" y="0"/>
                </a:lnTo>
                <a:lnTo>
                  <a:pt x="1447860" y="0"/>
                </a:lnTo>
                <a:lnTo>
                  <a:pt x="1447860" y="28574"/>
                </a:lnTo>
                <a:close/>
              </a:path>
              <a:path w="14687550" h="7551420">
                <a:moveTo>
                  <a:pt x="1505010" y="28574"/>
                </a:moveTo>
                <a:lnTo>
                  <a:pt x="1476435" y="28574"/>
                </a:lnTo>
                <a:lnTo>
                  <a:pt x="1476435" y="0"/>
                </a:lnTo>
                <a:lnTo>
                  <a:pt x="1505010" y="0"/>
                </a:lnTo>
                <a:lnTo>
                  <a:pt x="1505010" y="28574"/>
                </a:lnTo>
                <a:close/>
              </a:path>
              <a:path w="14687550" h="7551420">
                <a:moveTo>
                  <a:pt x="1562160" y="28574"/>
                </a:moveTo>
                <a:lnTo>
                  <a:pt x="1533585" y="28574"/>
                </a:lnTo>
                <a:lnTo>
                  <a:pt x="1533585" y="0"/>
                </a:lnTo>
                <a:lnTo>
                  <a:pt x="1562160" y="0"/>
                </a:lnTo>
                <a:lnTo>
                  <a:pt x="1562160" y="28574"/>
                </a:lnTo>
                <a:close/>
              </a:path>
              <a:path w="14687550" h="7551420">
                <a:moveTo>
                  <a:pt x="1619310" y="28574"/>
                </a:moveTo>
                <a:lnTo>
                  <a:pt x="1590735" y="28574"/>
                </a:lnTo>
                <a:lnTo>
                  <a:pt x="1590735" y="0"/>
                </a:lnTo>
                <a:lnTo>
                  <a:pt x="1619310" y="0"/>
                </a:lnTo>
                <a:lnTo>
                  <a:pt x="1619310" y="28574"/>
                </a:lnTo>
                <a:close/>
              </a:path>
              <a:path w="14687550" h="7551420">
                <a:moveTo>
                  <a:pt x="1676460" y="28574"/>
                </a:moveTo>
                <a:lnTo>
                  <a:pt x="1647885" y="28574"/>
                </a:lnTo>
                <a:lnTo>
                  <a:pt x="1647885" y="0"/>
                </a:lnTo>
                <a:lnTo>
                  <a:pt x="1676460" y="0"/>
                </a:lnTo>
                <a:lnTo>
                  <a:pt x="1676460" y="28574"/>
                </a:lnTo>
                <a:close/>
              </a:path>
              <a:path w="14687550" h="7551420">
                <a:moveTo>
                  <a:pt x="1733610" y="28574"/>
                </a:moveTo>
                <a:lnTo>
                  <a:pt x="1705035" y="28574"/>
                </a:lnTo>
                <a:lnTo>
                  <a:pt x="1705035" y="0"/>
                </a:lnTo>
                <a:lnTo>
                  <a:pt x="1733610" y="0"/>
                </a:lnTo>
                <a:lnTo>
                  <a:pt x="1733610" y="28574"/>
                </a:lnTo>
                <a:close/>
              </a:path>
              <a:path w="14687550" h="7551420">
                <a:moveTo>
                  <a:pt x="1790760" y="28574"/>
                </a:moveTo>
                <a:lnTo>
                  <a:pt x="1762185" y="28574"/>
                </a:lnTo>
                <a:lnTo>
                  <a:pt x="1762185" y="0"/>
                </a:lnTo>
                <a:lnTo>
                  <a:pt x="1790760" y="0"/>
                </a:lnTo>
                <a:lnTo>
                  <a:pt x="1790760" y="28574"/>
                </a:lnTo>
                <a:close/>
              </a:path>
              <a:path w="14687550" h="7551420">
                <a:moveTo>
                  <a:pt x="1847910" y="28574"/>
                </a:moveTo>
                <a:lnTo>
                  <a:pt x="1819335" y="28574"/>
                </a:lnTo>
                <a:lnTo>
                  <a:pt x="1819335" y="0"/>
                </a:lnTo>
                <a:lnTo>
                  <a:pt x="1847910" y="0"/>
                </a:lnTo>
                <a:lnTo>
                  <a:pt x="1847910" y="28574"/>
                </a:lnTo>
                <a:close/>
              </a:path>
              <a:path w="14687550" h="7551420">
                <a:moveTo>
                  <a:pt x="1905060" y="28574"/>
                </a:moveTo>
                <a:lnTo>
                  <a:pt x="1876485" y="28574"/>
                </a:lnTo>
                <a:lnTo>
                  <a:pt x="1876485" y="0"/>
                </a:lnTo>
                <a:lnTo>
                  <a:pt x="1905060" y="0"/>
                </a:lnTo>
                <a:lnTo>
                  <a:pt x="1905060" y="28574"/>
                </a:lnTo>
                <a:close/>
              </a:path>
              <a:path w="14687550" h="7551420">
                <a:moveTo>
                  <a:pt x="1962210" y="28574"/>
                </a:moveTo>
                <a:lnTo>
                  <a:pt x="1933635" y="28574"/>
                </a:lnTo>
                <a:lnTo>
                  <a:pt x="1933635" y="0"/>
                </a:lnTo>
                <a:lnTo>
                  <a:pt x="1962210" y="0"/>
                </a:lnTo>
                <a:lnTo>
                  <a:pt x="1962210" y="28574"/>
                </a:lnTo>
                <a:close/>
              </a:path>
              <a:path w="14687550" h="7551420">
                <a:moveTo>
                  <a:pt x="2019360" y="28574"/>
                </a:moveTo>
                <a:lnTo>
                  <a:pt x="1990785" y="28574"/>
                </a:lnTo>
                <a:lnTo>
                  <a:pt x="1990785" y="0"/>
                </a:lnTo>
                <a:lnTo>
                  <a:pt x="2019360" y="0"/>
                </a:lnTo>
                <a:lnTo>
                  <a:pt x="2019360" y="28574"/>
                </a:lnTo>
                <a:close/>
              </a:path>
              <a:path w="14687550" h="7551420">
                <a:moveTo>
                  <a:pt x="2076510" y="28574"/>
                </a:moveTo>
                <a:lnTo>
                  <a:pt x="2047935" y="28574"/>
                </a:lnTo>
                <a:lnTo>
                  <a:pt x="2047935" y="0"/>
                </a:lnTo>
                <a:lnTo>
                  <a:pt x="2076510" y="0"/>
                </a:lnTo>
                <a:lnTo>
                  <a:pt x="2076510" y="28574"/>
                </a:lnTo>
                <a:close/>
              </a:path>
              <a:path w="14687550" h="7551420">
                <a:moveTo>
                  <a:pt x="2133660" y="28574"/>
                </a:moveTo>
                <a:lnTo>
                  <a:pt x="2105085" y="28574"/>
                </a:lnTo>
                <a:lnTo>
                  <a:pt x="2105085" y="0"/>
                </a:lnTo>
                <a:lnTo>
                  <a:pt x="2133660" y="0"/>
                </a:lnTo>
                <a:lnTo>
                  <a:pt x="2133660" y="28574"/>
                </a:lnTo>
                <a:close/>
              </a:path>
              <a:path w="14687550" h="7551420">
                <a:moveTo>
                  <a:pt x="2190810" y="28574"/>
                </a:moveTo>
                <a:lnTo>
                  <a:pt x="2162235" y="28574"/>
                </a:lnTo>
                <a:lnTo>
                  <a:pt x="2162235" y="0"/>
                </a:lnTo>
                <a:lnTo>
                  <a:pt x="2190810" y="0"/>
                </a:lnTo>
                <a:lnTo>
                  <a:pt x="2190810" y="28574"/>
                </a:lnTo>
                <a:close/>
              </a:path>
              <a:path w="14687550" h="7551420">
                <a:moveTo>
                  <a:pt x="2247960" y="28574"/>
                </a:moveTo>
                <a:lnTo>
                  <a:pt x="2219385" y="28574"/>
                </a:lnTo>
                <a:lnTo>
                  <a:pt x="2219385" y="0"/>
                </a:lnTo>
                <a:lnTo>
                  <a:pt x="2247960" y="0"/>
                </a:lnTo>
                <a:lnTo>
                  <a:pt x="2247960" y="28574"/>
                </a:lnTo>
                <a:close/>
              </a:path>
              <a:path w="14687550" h="7551420">
                <a:moveTo>
                  <a:pt x="2305110" y="28574"/>
                </a:moveTo>
                <a:lnTo>
                  <a:pt x="2276535" y="28574"/>
                </a:lnTo>
                <a:lnTo>
                  <a:pt x="2276535" y="0"/>
                </a:lnTo>
                <a:lnTo>
                  <a:pt x="2305110" y="0"/>
                </a:lnTo>
                <a:lnTo>
                  <a:pt x="2305110" y="28574"/>
                </a:lnTo>
                <a:close/>
              </a:path>
              <a:path w="14687550" h="7551420">
                <a:moveTo>
                  <a:pt x="2362260" y="28574"/>
                </a:moveTo>
                <a:lnTo>
                  <a:pt x="2333685" y="28574"/>
                </a:lnTo>
                <a:lnTo>
                  <a:pt x="2333685" y="0"/>
                </a:lnTo>
                <a:lnTo>
                  <a:pt x="2362260" y="0"/>
                </a:lnTo>
                <a:lnTo>
                  <a:pt x="2362260" y="28574"/>
                </a:lnTo>
                <a:close/>
              </a:path>
              <a:path w="14687550" h="7551420">
                <a:moveTo>
                  <a:pt x="2419410" y="28574"/>
                </a:moveTo>
                <a:lnTo>
                  <a:pt x="2390835" y="28574"/>
                </a:lnTo>
                <a:lnTo>
                  <a:pt x="2390835" y="0"/>
                </a:lnTo>
                <a:lnTo>
                  <a:pt x="2419410" y="0"/>
                </a:lnTo>
                <a:lnTo>
                  <a:pt x="2419410" y="28574"/>
                </a:lnTo>
                <a:close/>
              </a:path>
              <a:path w="14687550" h="7551420">
                <a:moveTo>
                  <a:pt x="2476560" y="28574"/>
                </a:moveTo>
                <a:lnTo>
                  <a:pt x="2447984" y="28574"/>
                </a:lnTo>
                <a:lnTo>
                  <a:pt x="2447984" y="0"/>
                </a:lnTo>
                <a:lnTo>
                  <a:pt x="2476560" y="0"/>
                </a:lnTo>
                <a:lnTo>
                  <a:pt x="2476560" y="28574"/>
                </a:lnTo>
                <a:close/>
              </a:path>
              <a:path w="14687550" h="7551420">
                <a:moveTo>
                  <a:pt x="2533710" y="28574"/>
                </a:moveTo>
                <a:lnTo>
                  <a:pt x="2505135" y="28574"/>
                </a:lnTo>
                <a:lnTo>
                  <a:pt x="2505135" y="0"/>
                </a:lnTo>
                <a:lnTo>
                  <a:pt x="2533710" y="0"/>
                </a:lnTo>
                <a:lnTo>
                  <a:pt x="2533710" y="28574"/>
                </a:lnTo>
                <a:close/>
              </a:path>
              <a:path w="14687550" h="7551420">
                <a:moveTo>
                  <a:pt x="2590860" y="28574"/>
                </a:moveTo>
                <a:lnTo>
                  <a:pt x="2562285" y="28574"/>
                </a:lnTo>
                <a:lnTo>
                  <a:pt x="2562285" y="0"/>
                </a:lnTo>
                <a:lnTo>
                  <a:pt x="2590860" y="0"/>
                </a:lnTo>
                <a:lnTo>
                  <a:pt x="2590860" y="28574"/>
                </a:lnTo>
                <a:close/>
              </a:path>
              <a:path w="14687550" h="7551420">
                <a:moveTo>
                  <a:pt x="2648010" y="28574"/>
                </a:moveTo>
                <a:lnTo>
                  <a:pt x="2619435" y="28574"/>
                </a:lnTo>
                <a:lnTo>
                  <a:pt x="2619435" y="0"/>
                </a:lnTo>
                <a:lnTo>
                  <a:pt x="2648010" y="0"/>
                </a:lnTo>
                <a:lnTo>
                  <a:pt x="2648010" y="28574"/>
                </a:lnTo>
                <a:close/>
              </a:path>
              <a:path w="14687550" h="7551420">
                <a:moveTo>
                  <a:pt x="2705160" y="28574"/>
                </a:moveTo>
                <a:lnTo>
                  <a:pt x="2676585" y="28574"/>
                </a:lnTo>
                <a:lnTo>
                  <a:pt x="2676585" y="0"/>
                </a:lnTo>
                <a:lnTo>
                  <a:pt x="2705160" y="0"/>
                </a:lnTo>
                <a:lnTo>
                  <a:pt x="2705160" y="28574"/>
                </a:lnTo>
                <a:close/>
              </a:path>
              <a:path w="14687550" h="7551420">
                <a:moveTo>
                  <a:pt x="2762310" y="28574"/>
                </a:moveTo>
                <a:lnTo>
                  <a:pt x="2733735" y="28574"/>
                </a:lnTo>
                <a:lnTo>
                  <a:pt x="2733735" y="0"/>
                </a:lnTo>
                <a:lnTo>
                  <a:pt x="2762310" y="0"/>
                </a:lnTo>
                <a:lnTo>
                  <a:pt x="2762310" y="28574"/>
                </a:lnTo>
                <a:close/>
              </a:path>
              <a:path w="14687550" h="7551420">
                <a:moveTo>
                  <a:pt x="2819460" y="28574"/>
                </a:moveTo>
                <a:lnTo>
                  <a:pt x="2790885" y="28574"/>
                </a:lnTo>
                <a:lnTo>
                  <a:pt x="2790885" y="0"/>
                </a:lnTo>
                <a:lnTo>
                  <a:pt x="2819460" y="0"/>
                </a:lnTo>
                <a:lnTo>
                  <a:pt x="2819460" y="28574"/>
                </a:lnTo>
                <a:close/>
              </a:path>
              <a:path w="14687550" h="7551420">
                <a:moveTo>
                  <a:pt x="2876610" y="28574"/>
                </a:moveTo>
                <a:lnTo>
                  <a:pt x="2848035" y="28574"/>
                </a:lnTo>
                <a:lnTo>
                  <a:pt x="2848035" y="0"/>
                </a:lnTo>
                <a:lnTo>
                  <a:pt x="2876610" y="0"/>
                </a:lnTo>
                <a:lnTo>
                  <a:pt x="2876610" y="28574"/>
                </a:lnTo>
                <a:close/>
              </a:path>
              <a:path w="14687550" h="7551420">
                <a:moveTo>
                  <a:pt x="2933760" y="28574"/>
                </a:moveTo>
                <a:lnTo>
                  <a:pt x="2905185" y="28574"/>
                </a:lnTo>
                <a:lnTo>
                  <a:pt x="2905185" y="0"/>
                </a:lnTo>
                <a:lnTo>
                  <a:pt x="2933760" y="0"/>
                </a:lnTo>
                <a:lnTo>
                  <a:pt x="2933760" y="28574"/>
                </a:lnTo>
                <a:close/>
              </a:path>
              <a:path w="14687550" h="7551420">
                <a:moveTo>
                  <a:pt x="2990910" y="28574"/>
                </a:moveTo>
                <a:lnTo>
                  <a:pt x="2962335" y="28574"/>
                </a:lnTo>
                <a:lnTo>
                  <a:pt x="2962335" y="0"/>
                </a:lnTo>
                <a:lnTo>
                  <a:pt x="2990910" y="0"/>
                </a:lnTo>
                <a:lnTo>
                  <a:pt x="2990910" y="28574"/>
                </a:lnTo>
                <a:close/>
              </a:path>
              <a:path w="14687550" h="7551420">
                <a:moveTo>
                  <a:pt x="3048060" y="28574"/>
                </a:moveTo>
                <a:lnTo>
                  <a:pt x="3019485" y="28574"/>
                </a:lnTo>
                <a:lnTo>
                  <a:pt x="3019485" y="0"/>
                </a:lnTo>
                <a:lnTo>
                  <a:pt x="3048060" y="0"/>
                </a:lnTo>
                <a:lnTo>
                  <a:pt x="3048060" y="28574"/>
                </a:lnTo>
                <a:close/>
              </a:path>
              <a:path w="14687550" h="7551420">
                <a:moveTo>
                  <a:pt x="3105210" y="28574"/>
                </a:moveTo>
                <a:lnTo>
                  <a:pt x="3076635" y="28574"/>
                </a:lnTo>
                <a:lnTo>
                  <a:pt x="3076635" y="0"/>
                </a:lnTo>
                <a:lnTo>
                  <a:pt x="3105210" y="0"/>
                </a:lnTo>
                <a:lnTo>
                  <a:pt x="3105210" y="28574"/>
                </a:lnTo>
                <a:close/>
              </a:path>
              <a:path w="14687550" h="7551420">
                <a:moveTo>
                  <a:pt x="3162360" y="28574"/>
                </a:moveTo>
                <a:lnTo>
                  <a:pt x="3133785" y="28574"/>
                </a:lnTo>
                <a:lnTo>
                  <a:pt x="3133785" y="0"/>
                </a:lnTo>
                <a:lnTo>
                  <a:pt x="3162360" y="0"/>
                </a:lnTo>
                <a:lnTo>
                  <a:pt x="3162360" y="28574"/>
                </a:lnTo>
                <a:close/>
              </a:path>
              <a:path w="14687550" h="7551420">
                <a:moveTo>
                  <a:pt x="3219510" y="28574"/>
                </a:moveTo>
                <a:lnTo>
                  <a:pt x="3190935" y="28574"/>
                </a:lnTo>
                <a:lnTo>
                  <a:pt x="3190935" y="0"/>
                </a:lnTo>
                <a:lnTo>
                  <a:pt x="3219510" y="0"/>
                </a:lnTo>
                <a:lnTo>
                  <a:pt x="3219510" y="28574"/>
                </a:lnTo>
                <a:close/>
              </a:path>
              <a:path w="14687550" h="7551420">
                <a:moveTo>
                  <a:pt x="3276660" y="28574"/>
                </a:moveTo>
                <a:lnTo>
                  <a:pt x="3248085" y="28574"/>
                </a:lnTo>
                <a:lnTo>
                  <a:pt x="3248085" y="0"/>
                </a:lnTo>
                <a:lnTo>
                  <a:pt x="3276660" y="0"/>
                </a:lnTo>
                <a:lnTo>
                  <a:pt x="3276660" y="28574"/>
                </a:lnTo>
                <a:close/>
              </a:path>
              <a:path w="14687550" h="7551420">
                <a:moveTo>
                  <a:pt x="3333810" y="28574"/>
                </a:moveTo>
                <a:lnTo>
                  <a:pt x="3305235" y="28574"/>
                </a:lnTo>
                <a:lnTo>
                  <a:pt x="3305235" y="0"/>
                </a:lnTo>
                <a:lnTo>
                  <a:pt x="3333810" y="0"/>
                </a:lnTo>
                <a:lnTo>
                  <a:pt x="3333810" y="28574"/>
                </a:lnTo>
                <a:close/>
              </a:path>
              <a:path w="14687550" h="7551420">
                <a:moveTo>
                  <a:pt x="3390960" y="28574"/>
                </a:moveTo>
                <a:lnTo>
                  <a:pt x="3362385" y="28574"/>
                </a:lnTo>
                <a:lnTo>
                  <a:pt x="3362385" y="0"/>
                </a:lnTo>
                <a:lnTo>
                  <a:pt x="3390960" y="0"/>
                </a:lnTo>
                <a:lnTo>
                  <a:pt x="3390960" y="28574"/>
                </a:lnTo>
                <a:close/>
              </a:path>
              <a:path w="14687550" h="7551420">
                <a:moveTo>
                  <a:pt x="3448110" y="28574"/>
                </a:moveTo>
                <a:lnTo>
                  <a:pt x="3419535" y="28574"/>
                </a:lnTo>
                <a:lnTo>
                  <a:pt x="3419535" y="0"/>
                </a:lnTo>
                <a:lnTo>
                  <a:pt x="3448110" y="0"/>
                </a:lnTo>
                <a:lnTo>
                  <a:pt x="3448110" y="28574"/>
                </a:lnTo>
                <a:close/>
              </a:path>
              <a:path w="14687550" h="7551420">
                <a:moveTo>
                  <a:pt x="3505260" y="28574"/>
                </a:moveTo>
                <a:lnTo>
                  <a:pt x="3476685" y="28574"/>
                </a:lnTo>
                <a:lnTo>
                  <a:pt x="3476685" y="0"/>
                </a:lnTo>
                <a:lnTo>
                  <a:pt x="3505260" y="0"/>
                </a:lnTo>
                <a:lnTo>
                  <a:pt x="3505260" y="28574"/>
                </a:lnTo>
                <a:close/>
              </a:path>
              <a:path w="14687550" h="7551420">
                <a:moveTo>
                  <a:pt x="3562410" y="28574"/>
                </a:moveTo>
                <a:lnTo>
                  <a:pt x="3533835" y="28574"/>
                </a:lnTo>
                <a:lnTo>
                  <a:pt x="3533835" y="0"/>
                </a:lnTo>
                <a:lnTo>
                  <a:pt x="3562410" y="0"/>
                </a:lnTo>
                <a:lnTo>
                  <a:pt x="3562410" y="28574"/>
                </a:lnTo>
                <a:close/>
              </a:path>
              <a:path w="14687550" h="7551420">
                <a:moveTo>
                  <a:pt x="3619560" y="28574"/>
                </a:moveTo>
                <a:lnTo>
                  <a:pt x="3590985" y="28574"/>
                </a:lnTo>
                <a:lnTo>
                  <a:pt x="3590985" y="0"/>
                </a:lnTo>
                <a:lnTo>
                  <a:pt x="3619560" y="0"/>
                </a:lnTo>
                <a:lnTo>
                  <a:pt x="3619560" y="28574"/>
                </a:lnTo>
                <a:close/>
              </a:path>
              <a:path w="14687550" h="7551420">
                <a:moveTo>
                  <a:pt x="3676710" y="28574"/>
                </a:moveTo>
                <a:lnTo>
                  <a:pt x="3648135" y="28574"/>
                </a:lnTo>
                <a:lnTo>
                  <a:pt x="3648135" y="0"/>
                </a:lnTo>
                <a:lnTo>
                  <a:pt x="3676710" y="0"/>
                </a:lnTo>
                <a:lnTo>
                  <a:pt x="3676710" y="28574"/>
                </a:lnTo>
                <a:close/>
              </a:path>
              <a:path w="14687550" h="7551420">
                <a:moveTo>
                  <a:pt x="3733860" y="28574"/>
                </a:moveTo>
                <a:lnTo>
                  <a:pt x="3705285" y="28574"/>
                </a:lnTo>
                <a:lnTo>
                  <a:pt x="3705285" y="0"/>
                </a:lnTo>
                <a:lnTo>
                  <a:pt x="3733860" y="0"/>
                </a:lnTo>
                <a:lnTo>
                  <a:pt x="3733860" y="28574"/>
                </a:lnTo>
                <a:close/>
              </a:path>
              <a:path w="14687550" h="7551420">
                <a:moveTo>
                  <a:pt x="3791010" y="28574"/>
                </a:moveTo>
                <a:lnTo>
                  <a:pt x="3762435" y="28574"/>
                </a:lnTo>
                <a:lnTo>
                  <a:pt x="3762435" y="0"/>
                </a:lnTo>
                <a:lnTo>
                  <a:pt x="3791010" y="0"/>
                </a:lnTo>
                <a:lnTo>
                  <a:pt x="3791010" y="28574"/>
                </a:lnTo>
                <a:close/>
              </a:path>
              <a:path w="14687550" h="7551420">
                <a:moveTo>
                  <a:pt x="3848160" y="28574"/>
                </a:moveTo>
                <a:lnTo>
                  <a:pt x="3819585" y="28574"/>
                </a:lnTo>
                <a:lnTo>
                  <a:pt x="3819585" y="0"/>
                </a:lnTo>
                <a:lnTo>
                  <a:pt x="3848160" y="0"/>
                </a:lnTo>
                <a:lnTo>
                  <a:pt x="3848160" y="28574"/>
                </a:lnTo>
                <a:close/>
              </a:path>
              <a:path w="14687550" h="7551420">
                <a:moveTo>
                  <a:pt x="3905310" y="28574"/>
                </a:moveTo>
                <a:lnTo>
                  <a:pt x="3876735" y="28574"/>
                </a:lnTo>
                <a:lnTo>
                  <a:pt x="3876735" y="0"/>
                </a:lnTo>
                <a:lnTo>
                  <a:pt x="3905310" y="0"/>
                </a:lnTo>
                <a:lnTo>
                  <a:pt x="3905310" y="28574"/>
                </a:lnTo>
                <a:close/>
              </a:path>
              <a:path w="14687550" h="7551420">
                <a:moveTo>
                  <a:pt x="3962460" y="28574"/>
                </a:moveTo>
                <a:lnTo>
                  <a:pt x="3933885" y="28574"/>
                </a:lnTo>
                <a:lnTo>
                  <a:pt x="3933885" y="0"/>
                </a:lnTo>
                <a:lnTo>
                  <a:pt x="3962460" y="0"/>
                </a:lnTo>
                <a:lnTo>
                  <a:pt x="3962460" y="28574"/>
                </a:lnTo>
                <a:close/>
              </a:path>
              <a:path w="14687550" h="7551420">
                <a:moveTo>
                  <a:pt x="4019609" y="28574"/>
                </a:moveTo>
                <a:lnTo>
                  <a:pt x="3991035" y="28574"/>
                </a:lnTo>
                <a:lnTo>
                  <a:pt x="3991035" y="0"/>
                </a:lnTo>
                <a:lnTo>
                  <a:pt x="4019609" y="0"/>
                </a:lnTo>
                <a:lnTo>
                  <a:pt x="4019609" y="28574"/>
                </a:lnTo>
                <a:close/>
              </a:path>
              <a:path w="14687550" h="7551420">
                <a:moveTo>
                  <a:pt x="4076760" y="28574"/>
                </a:moveTo>
                <a:lnTo>
                  <a:pt x="4048185" y="28574"/>
                </a:lnTo>
                <a:lnTo>
                  <a:pt x="4048185" y="0"/>
                </a:lnTo>
                <a:lnTo>
                  <a:pt x="4076760" y="0"/>
                </a:lnTo>
                <a:lnTo>
                  <a:pt x="4076760" y="28574"/>
                </a:lnTo>
                <a:close/>
              </a:path>
              <a:path w="14687550" h="7551420">
                <a:moveTo>
                  <a:pt x="4133910" y="28574"/>
                </a:moveTo>
                <a:lnTo>
                  <a:pt x="4105334" y="28574"/>
                </a:lnTo>
                <a:lnTo>
                  <a:pt x="4105334" y="0"/>
                </a:lnTo>
                <a:lnTo>
                  <a:pt x="4133910" y="0"/>
                </a:lnTo>
                <a:lnTo>
                  <a:pt x="4133910" y="28574"/>
                </a:lnTo>
                <a:close/>
              </a:path>
              <a:path w="14687550" h="7551420">
                <a:moveTo>
                  <a:pt x="4191060" y="28574"/>
                </a:moveTo>
                <a:lnTo>
                  <a:pt x="4162485" y="28574"/>
                </a:lnTo>
                <a:lnTo>
                  <a:pt x="4162485" y="0"/>
                </a:lnTo>
                <a:lnTo>
                  <a:pt x="4191060" y="0"/>
                </a:lnTo>
                <a:lnTo>
                  <a:pt x="4191060" y="28574"/>
                </a:lnTo>
                <a:close/>
              </a:path>
              <a:path w="14687550" h="7551420">
                <a:moveTo>
                  <a:pt x="4248210" y="28574"/>
                </a:moveTo>
                <a:lnTo>
                  <a:pt x="4219635" y="28574"/>
                </a:lnTo>
                <a:lnTo>
                  <a:pt x="4219635" y="0"/>
                </a:lnTo>
                <a:lnTo>
                  <a:pt x="4248210" y="0"/>
                </a:lnTo>
                <a:lnTo>
                  <a:pt x="4248210" y="28574"/>
                </a:lnTo>
                <a:close/>
              </a:path>
              <a:path w="14687550" h="7551420">
                <a:moveTo>
                  <a:pt x="4305360" y="28574"/>
                </a:moveTo>
                <a:lnTo>
                  <a:pt x="4276785" y="28574"/>
                </a:lnTo>
                <a:lnTo>
                  <a:pt x="4276785" y="0"/>
                </a:lnTo>
                <a:lnTo>
                  <a:pt x="4305360" y="0"/>
                </a:lnTo>
                <a:lnTo>
                  <a:pt x="4305360" y="28574"/>
                </a:lnTo>
                <a:close/>
              </a:path>
              <a:path w="14687550" h="7551420">
                <a:moveTo>
                  <a:pt x="4362510" y="28574"/>
                </a:moveTo>
                <a:lnTo>
                  <a:pt x="4333934" y="28574"/>
                </a:lnTo>
                <a:lnTo>
                  <a:pt x="4333934" y="0"/>
                </a:lnTo>
                <a:lnTo>
                  <a:pt x="4362510" y="0"/>
                </a:lnTo>
                <a:lnTo>
                  <a:pt x="4362510" y="28574"/>
                </a:lnTo>
                <a:close/>
              </a:path>
              <a:path w="14687550" h="7551420">
                <a:moveTo>
                  <a:pt x="4419659" y="28574"/>
                </a:moveTo>
                <a:lnTo>
                  <a:pt x="4391085" y="28574"/>
                </a:lnTo>
                <a:lnTo>
                  <a:pt x="4391085" y="0"/>
                </a:lnTo>
                <a:lnTo>
                  <a:pt x="4419659" y="0"/>
                </a:lnTo>
                <a:lnTo>
                  <a:pt x="4419659" y="28574"/>
                </a:lnTo>
                <a:close/>
              </a:path>
              <a:path w="14687550" h="7551420">
                <a:moveTo>
                  <a:pt x="4476810" y="28574"/>
                </a:moveTo>
                <a:lnTo>
                  <a:pt x="4448235" y="28574"/>
                </a:lnTo>
                <a:lnTo>
                  <a:pt x="4448235" y="0"/>
                </a:lnTo>
                <a:lnTo>
                  <a:pt x="4476810" y="0"/>
                </a:lnTo>
                <a:lnTo>
                  <a:pt x="4476810" y="28574"/>
                </a:lnTo>
                <a:close/>
              </a:path>
              <a:path w="14687550" h="7551420">
                <a:moveTo>
                  <a:pt x="4533960" y="28574"/>
                </a:moveTo>
                <a:lnTo>
                  <a:pt x="4505384" y="28574"/>
                </a:lnTo>
                <a:lnTo>
                  <a:pt x="4505384" y="0"/>
                </a:lnTo>
                <a:lnTo>
                  <a:pt x="4533960" y="0"/>
                </a:lnTo>
                <a:lnTo>
                  <a:pt x="4533960" y="28574"/>
                </a:lnTo>
                <a:close/>
              </a:path>
              <a:path w="14687550" h="7551420">
                <a:moveTo>
                  <a:pt x="4591110" y="28574"/>
                </a:moveTo>
                <a:lnTo>
                  <a:pt x="4562535" y="28574"/>
                </a:lnTo>
                <a:lnTo>
                  <a:pt x="4562535" y="0"/>
                </a:lnTo>
                <a:lnTo>
                  <a:pt x="4591110" y="0"/>
                </a:lnTo>
                <a:lnTo>
                  <a:pt x="4591110" y="28574"/>
                </a:lnTo>
                <a:close/>
              </a:path>
              <a:path w="14687550" h="7551420">
                <a:moveTo>
                  <a:pt x="4648259" y="28574"/>
                </a:moveTo>
                <a:lnTo>
                  <a:pt x="4619684" y="28574"/>
                </a:lnTo>
                <a:lnTo>
                  <a:pt x="4619684" y="0"/>
                </a:lnTo>
                <a:lnTo>
                  <a:pt x="4648259" y="0"/>
                </a:lnTo>
                <a:lnTo>
                  <a:pt x="4648259" y="28574"/>
                </a:lnTo>
                <a:close/>
              </a:path>
              <a:path w="14687550" h="7551420">
                <a:moveTo>
                  <a:pt x="4705409" y="28574"/>
                </a:moveTo>
                <a:lnTo>
                  <a:pt x="4676835" y="28574"/>
                </a:lnTo>
                <a:lnTo>
                  <a:pt x="4676835" y="0"/>
                </a:lnTo>
                <a:lnTo>
                  <a:pt x="4705409" y="0"/>
                </a:lnTo>
                <a:lnTo>
                  <a:pt x="4705409" y="28574"/>
                </a:lnTo>
                <a:close/>
              </a:path>
              <a:path w="14687550" h="7551420">
                <a:moveTo>
                  <a:pt x="4762559" y="28574"/>
                </a:moveTo>
                <a:lnTo>
                  <a:pt x="4733984" y="28574"/>
                </a:lnTo>
                <a:lnTo>
                  <a:pt x="4733984" y="0"/>
                </a:lnTo>
                <a:lnTo>
                  <a:pt x="4762559" y="0"/>
                </a:lnTo>
                <a:lnTo>
                  <a:pt x="4762559" y="28574"/>
                </a:lnTo>
                <a:close/>
              </a:path>
              <a:path w="14687550" h="7551420">
                <a:moveTo>
                  <a:pt x="4819709" y="28574"/>
                </a:moveTo>
                <a:lnTo>
                  <a:pt x="4791134" y="28574"/>
                </a:lnTo>
                <a:lnTo>
                  <a:pt x="4791134" y="0"/>
                </a:lnTo>
                <a:lnTo>
                  <a:pt x="4819709" y="0"/>
                </a:lnTo>
                <a:lnTo>
                  <a:pt x="4819709" y="28574"/>
                </a:lnTo>
                <a:close/>
              </a:path>
              <a:path w="14687550" h="7551420">
                <a:moveTo>
                  <a:pt x="4876859" y="28574"/>
                </a:moveTo>
                <a:lnTo>
                  <a:pt x="4848284" y="28574"/>
                </a:lnTo>
                <a:lnTo>
                  <a:pt x="4848284" y="0"/>
                </a:lnTo>
                <a:lnTo>
                  <a:pt x="4876859" y="0"/>
                </a:lnTo>
                <a:lnTo>
                  <a:pt x="4876859" y="28574"/>
                </a:lnTo>
                <a:close/>
              </a:path>
              <a:path w="14687550" h="7551420">
                <a:moveTo>
                  <a:pt x="4934009" y="28574"/>
                </a:moveTo>
                <a:lnTo>
                  <a:pt x="4905435" y="28574"/>
                </a:lnTo>
                <a:lnTo>
                  <a:pt x="4905435" y="0"/>
                </a:lnTo>
                <a:lnTo>
                  <a:pt x="4934009" y="0"/>
                </a:lnTo>
                <a:lnTo>
                  <a:pt x="4934009" y="28574"/>
                </a:lnTo>
                <a:close/>
              </a:path>
              <a:path w="14687550" h="7551420">
                <a:moveTo>
                  <a:pt x="4991160" y="28574"/>
                </a:moveTo>
                <a:lnTo>
                  <a:pt x="4962584" y="28574"/>
                </a:lnTo>
                <a:lnTo>
                  <a:pt x="4962584" y="0"/>
                </a:lnTo>
                <a:lnTo>
                  <a:pt x="4991160" y="0"/>
                </a:lnTo>
                <a:lnTo>
                  <a:pt x="4991160" y="28574"/>
                </a:lnTo>
                <a:close/>
              </a:path>
              <a:path w="14687550" h="7551420">
                <a:moveTo>
                  <a:pt x="5048309" y="28574"/>
                </a:moveTo>
                <a:lnTo>
                  <a:pt x="5019734" y="28574"/>
                </a:lnTo>
                <a:lnTo>
                  <a:pt x="5019734" y="0"/>
                </a:lnTo>
                <a:lnTo>
                  <a:pt x="5048309" y="0"/>
                </a:lnTo>
                <a:lnTo>
                  <a:pt x="5048309" y="28574"/>
                </a:lnTo>
                <a:close/>
              </a:path>
              <a:path w="14687550" h="7551420">
                <a:moveTo>
                  <a:pt x="5105459" y="28574"/>
                </a:moveTo>
                <a:lnTo>
                  <a:pt x="5076884" y="28574"/>
                </a:lnTo>
                <a:lnTo>
                  <a:pt x="5076884" y="0"/>
                </a:lnTo>
                <a:lnTo>
                  <a:pt x="5105459" y="0"/>
                </a:lnTo>
                <a:lnTo>
                  <a:pt x="5105459" y="28574"/>
                </a:lnTo>
                <a:close/>
              </a:path>
              <a:path w="14687550" h="7551420">
                <a:moveTo>
                  <a:pt x="5162609" y="28574"/>
                </a:moveTo>
                <a:lnTo>
                  <a:pt x="5134034" y="28574"/>
                </a:lnTo>
                <a:lnTo>
                  <a:pt x="5134034" y="0"/>
                </a:lnTo>
                <a:lnTo>
                  <a:pt x="5162609" y="0"/>
                </a:lnTo>
                <a:lnTo>
                  <a:pt x="5162609" y="28574"/>
                </a:lnTo>
                <a:close/>
              </a:path>
              <a:path w="14687550" h="7551420">
                <a:moveTo>
                  <a:pt x="5219759" y="28574"/>
                </a:moveTo>
                <a:lnTo>
                  <a:pt x="5191184" y="28574"/>
                </a:lnTo>
                <a:lnTo>
                  <a:pt x="5191184" y="0"/>
                </a:lnTo>
                <a:lnTo>
                  <a:pt x="5219759" y="0"/>
                </a:lnTo>
                <a:lnTo>
                  <a:pt x="5219759" y="28574"/>
                </a:lnTo>
                <a:close/>
              </a:path>
              <a:path w="14687550" h="7551420">
                <a:moveTo>
                  <a:pt x="5276909" y="28574"/>
                </a:moveTo>
                <a:lnTo>
                  <a:pt x="5248334" y="28574"/>
                </a:lnTo>
                <a:lnTo>
                  <a:pt x="5248334" y="0"/>
                </a:lnTo>
                <a:lnTo>
                  <a:pt x="5276909" y="0"/>
                </a:lnTo>
                <a:lnTo>
                  <a:pt x="5276909" y="28574"/>
                </a:lnTo>
                <a:close/>
              </a:path>
              <a:path w="14687550" h="7551420">
                <a:moveTo>
                  <a:pt x="5334059" y="28574"/>
                </a:moveTo>
                <a:lnTo>
                  <a:pt x="5305484" y="28574"/>
                </a:lnTo>
                <a:lnTo>
                  <a:pt x="5305484" y="0"/>
                </a:lnTo>
                <a:lnTo>
                  <a:pt x="5334059" y="0"/>
                </a:lnTo>
                <a:lnTo>
                  <a:pt x="5334059" y="28574"/>
                </a:lnTo>
                <a:close/>
              </a:path>
              <a:path w="14687550" h="7551420">
                <a:moveTo>
                  <a:pt x="5391209" y="28574"/>
                </a:moveTo>
                <a:lnTo>
                  <a:pt x="5362634" y="28574"/>
                </a:lnTo>
                <a:lnTo>
                  <a:pt x="5362634" y="0"/>
                </a:lnTo>
                <a:lnTo>
                  <a:pt x="5391209" y="0"/>
                </a:lnTo>
                <a:lnTo>
                  <a:pt x="5391209" y="28574"/>
                </a:lnTo>
                <a:close/>
              </a:path>
              <a:path w="14687550" h="7551420">
                <a:moveTo>
                  <a:pt x="5448359" y="28574"/>
                </a:moveTo>
                <a:lnTo>
                  <a:pt x="5419784" y="28574"/>
                </a:lnTo>
                <a:lnTo>
                  <a:pt x="5419784" y="0"/>
                </a:lnTo>
                <a:lnTo>
                  <a:pt x="5448359" y="0"/>
                </a:lnTo>
                <a:lnTo>
                  <a:pt x="5448359" y="28574"/>
                </a:lnTo>
                <a:close/>
              </a:path>
              <a:path w="14687550" h="7551420">
                <a:moveTo>
                  <a:pt x="5505509" y="28574"/>
                </a:moveTo>
                <a:lnTo>
                  <a:pt x="5476934" y="28574"/>
                </a:lnTo>
                <a:lnTo>
                  <a:pt x="5476934" y="0"/>
                </a:lnTo>
                <a:lnTo>
                  <a:pt x="5505509" y="0"/>
                </a:lnTo>
                <a:lnTo>
                  <a:pt x="5505509" y="28574"/>
                </a:lnTo>
                <a:close/>
              </a:path>
              <a:path w="14687550" h="7551420">
                <a:moveTo>
                  <a:pt x="5562659" y="28574"/>
                </a:moveTo>
                <a:lnTo>
                  <a:pt x="5534084" y="28574"/>
                </a:lnTo>
                <a:lnTo>
                  <a:pt x="5534084" y="0"/>
                </a:lnTo>
                <a:lnTo>
                  <a:pt x="5562659" y="0"/>
                </a:lnTo>
                <a:lnTo>
                  <a:pt x="5562659" y="28574"/>
                </a:lnTo>
                <a:close/>
              </a:path>
              <a:path w="14687550" h="7551420">
                <a:moveTo>
                  <a:pt x="5619809" y="28574"/>
                </a:moveTo>
                <a:lnTo>
                  <a:pt x="5591234" y="28574"/>
                </a:lnTo>
                <a:lnTo>
                  <a:pt x="5591234" y="0"/>
                </a:lnTo>
                <a:lnTo>
                  <a:pt x="5619809" y="0"/>
                </a:lnTo>
                <a:lnTo>
                  <a:pt x="5619809" y="28574"/>
                </a:lnTo>
                <a:close/>
              </a:path>
              <a:path w="14687550" h="7551420">
                <a:moveTo>
                  <a:pt x="5676959" y="28574"/>
                </a:moveTo>
                <a:lnTo>
                  <a:pt x="5648384" y="28574"/>
                </a:lnTo>
                <a:lnTo>
                  <a:pt x="5648384" y="0"/>
                </a:lnTo>
                <a:lnTo>
                  <a:pt x="5676959" y="0"/>
                </a:lnTo>
                <a:lnTo>
                  <a:pt x="5676959" y="28574"/>
                </a:lnTo>
                <a:close/>
              </a:path>
              <a:path w="14687550" h="7551420">
                <a:moveTo>
                  <a:pt x="5734109" y="28574"/>
                </a:moveTo>
                <a:lnTo>
                  <a:pt x="5705534" y="28574"/>
                </a:lnTo>
                <a:lnTo>
                  <a:pt x="5705534" y="0"/>
                </a:lnTo>
                <a:lnTo>
                  <a:pt x="5734109" y="0"/>
                </a:lnTo>
                <a:lnTo>
                  <a:pt x="5734109" y="28574"/>
                </a:lnTo>
                <a:close/>
              </a:path>
              <a:path w="14687550" h="7551420">
                <a:moveTo>
                  <a:pt x="5791259" y="28574"/>
                </a:moveTo>
                <a:lnTo>
                  <a:pt x="5762684" y="28574"/>
                </a:lnTo>
                <a:lnTo>
                  <a:pt x="5762684" y="0"/>
                </a:lnTo>
                <a:lnTo>
                  <a:pt x="5791259" y="0"/>
                </a:lnTo>
                <a:lnTo>
                  <a:pt x="5791259" y="28574"/>
                </a:lnTo>
                <a:close/>
              </a:path>
              <a:path w="14687550" h="7551420">
                <a:moveTo>
                  <a:pt x="5848409" y="28574"/>
                </a:moveTo>
                <a:lnTo>
                  <a:pt x="5819834" y="28574"/>
                </a:lnTo>
                <a:lnTo>
                  <a:pt x="5819834" y="0"/>
                </a:lnTo>
                <a:lnTo>
                  <a:pt x="5848409" y="0"/>
                </a:lnTo>
                <a:lnTo>
                  <a:pt x="5848409" y="28574"/>
                </a:lnTo>
                <a:close/>
              </a:path>
              <a:path w="14687550" h="7551420">
                <a:moveTo>
                  <a:pt x="5905559" y="28574"/>
                </a:moveTo>
                <a:lnTo>
                  <a:pt x="5876984" y="28574"/>
                </a:lnTo>
                <a:lnTo>
                  <a:pt x="5876984" y="0"/>
                </a:lnTo>
                <a:lnTo>
                  <a:pt x="5905559" y="0"/>
                </a:lnTo>
                <a:lnTo>
                  <a:pt x="5905559" y="28574"/>
                </a:lnTo>
                <a:close/>
              </a:path>
              <a:path w="14687550" h="7551420">
                <a:moveTo>
                  <a:pt x="5962709" y="28574"/>
                </a:moveTo>
                <a:lnTo>
                  <a:pt x="5934134" y="28574"/>
                </a:lnTo>
                <a:lnTo>
                  <a:pt x="5934134" y="0"/>
                </a:lnTo>
                <a:lnTo>
                  <a:pt x="5962709" y="0"/>
                </a:lnTo>
                <a:lnTo>
                  <a:pt x="5962709" y="28574"/>
                </a:lnTo>
                <a:close/>
              </a:path>
              <a:path w="14687550" h="7551420">
                <a:moveTo>
                  <a:pt x="6019859" y="28574"/>
                </a:moveTo>
                <a:lnTo>
                  <a:pt x="5991284" y="28574"/>
                </a:lnTo>
                <a:lnTo>
                  <a:pt x="5991284" y="0"/>
                </a:lnTo>
                <a:lnTo>
                  <a:pt x="6019859" y="0"/>
                </a:lnTo>
                <a:lnTo>
                  <a:pt x="6019859" y="28574"/>
                </a:lnTo>
                <a:close/>
              </a:path>
              <a:path w="14687550" h="7551420">
                <a:moveTo>
                  <a:pt x="6077009" y="28574"/>
                </a:moveTo>
                <a:lnTo>
                  <a:pt x="6048434" y="28574"/>
                </a:lnTo>
                <a:lnTo>
                  <a:pt x="6048434" y="0"/>
                </a:lnTo>
                <a:lnTo>
                  <a:pt x="6077009" y="0"/>
                </a:lnTo>
                <a:lnTo>
                  <a:pt x="6077009" y="28574"/>
                </a:lnTo>
                <a:close/>
              </a:path>
              <a:path w="14687550" h="7551420">
                <a:moveTo>
                  <a:pt x="6134159" y="28574"/>
                </a:moveTo>
                <a:lnTo>
                  <a:pt x="6105584" y="28574"/>
                </a:lnTo>
                <a:lnTo>
                  <a:pt x="6105584" y="0"/>
                </a:lnTo>
                <a:lnTo>
                  <a:pt x="6134159" y="0"/>
                </a:lnTo>
                <a:lnTo>
                  <a:pt x="6134159" y="28574"/>
                </a:lnTo>
                <a:close/>
              </a:path>
              <a:path w="14687550" h="7551420">
                <a:moveTo>
                  <a:pt x="6191309" y="28574"/>
                </a:moveTo>
                <a:lnTo>
                  <a:pt x="6162734" y="28574"/>
                </a:lnTo>
                <a:lnTo>
                  <a:pt x="6162734" y="0"/>
                </a:lnTo>
                <a:lnTo>
                  <a:pt x="6191309" y="0"/>
                </a:lnTo>
                <a:lnTo>
                  <a:pt x="6191309" y="28574"/>
                </a:lnTo>
                <a:close/>
              </a:path>
              <a:path w="14687550" h="7551420">
                <a:moveTo>
                  <a:pt x="6248459" y="28574"/>
                </a:moveTo>
                <a:lnTo>
                  <a:pt x="6219884" y="28574"/>
                </a:lnTo>
                <a:lnTo>
                  <a:pt x="6219884" y="0"/>
                </a:lnTo>
                <a:lnTo>
                  <a:pt x="6248459" y="0"/>
                </a:lnTo>
                <a:lnTo>
                  <a:pt x="6248459" y="28574"/>
                </a:lnTo>
                <a:close/>
              </a:path>
              <a:path w="14687550" h="7551420">
                <a:moveTo>
                  <a:pt x="6305609" y="28574"/>
                </a:moveTo>
                <a:lnTo>
                  <a:pt x="6277034" y="28574"/>
                </a:lnTo>
                <a:lnTo>
                  <a:pt x="6277034" y="0"/>
                </a:lnTo>
                <a:lnTo>
                  <a:pt x="6305609" y="0"/>
                </a:lnTo>
                <a:lnTo>
                  <a:pt x="6305609" y="28574"/>
                </a:lnTo>
                <a:close/>
              </a:path>
              <a:path w="14687550" h="7551420">
                <a:moveTo>
                  <a:pt x="6362759" y="28574"/>
                </a:moveTo>
                <a:lnTo>
                  <a:pt x="6334184" y="28574"/>
                </a:lnTo>
                <a:lnTo>
                  <a:pt x="6334184" y="0"/>
                </a:lnTo>
                <a:lnTo>
                  <a:pt x="6362759" y="0"/>
                </a:lnTo>
                <a:lnTo>
                  <a:pt x="6362759" y="28574"/>
                </a:lnTo>
                <a:close/>
              </a:path>
              <a:path w="14687550" h="7551420">
                <a:moveTo>
                  <a:pt x="6419909" y="28574"/>
                </a:moveTo>
                <a:lnTo>
                  <a:pt x="6391334" y="28574"/>
                </a:lnTo>
                <a:lnTo>
                  <a:pt x="6391334" y="0"/>
                </a:lnTo>
                <a:lnTo>
                  <a:pt x="6419909" y="0"/>
                </a:lnTo>
                <a:lnTo>
                  <a:pt x="6419909" y="28574"/>
                </a:lnTo>
                <a:close/>
              </a:path>
              <a:path w="14687550" h="7551420">
                <a:moveTo>
                  <a:pt x="6477059" y="28574"/>
                </a:moveTo>
                <a:lnTo>
                  <a:pt x="6448484" y="28574"/>
                </a:lnTo>
                <a:lnTo>
                  <a:pt x="6448484" y="0"/>
                </a:lnTo>
                <a:lnTo>
                  <a:pt x="6477059" y="0"/>
                </a:lnTo>
                <a:lnTo>
                  <a:pt x="6477059" y="28574"/>
                </a:lnTo>
                <a:close/>
              </a:path>
              <a:path w="14687550" h="7551420">
                <a:moveTo>
                  <a:pt x="6534209" y="28574"/>
                </a:moveTo>
                <a:lnTo>
                  <a:pt x="6505634" y="28574"/>
                </a:lnTo>
                <a:lnTo>
                  <a:pt x="6505634" y="0"/>
                </a:lnTo>
                <a:lnTo>
                  <a:pt x="6534209" y="0"/>
                </a:lnTo>
                <a:lnTo>
                  <a:pt x="6534209" y="28574"/>
                </a:lnTo>
                <a:close/>
              </a:path>
              <a:path w="14687550" h="7551420">
                <a:moveTo>
                  <a:pt x="6591359" y="28574"/>
                </a:moveTo>
                <a:lnTo>
                  <a:pt x="6562784" y="28574"/>
                </a:lnTo>
                <a:lnTo>
                  <a:pt x="6562784" y="0"/>
                </a:lnTo>
                <a:lnTo>
                  <a:pt x="6591359" y="0"/>
                </a:lnTo>
                <a:lnTo>
                  <a:pt x="6591359" y="28574"/>
                </a:lnTo>
                <a:close/>
              </a:path>
              <a:path w="14687550" h="7551420">
                <a:moveTo>
                  <a:pt x="6648509" y="28574"/>
                </a:moveTo>
                <a:lnTo>
                  <a:pt x="6619934" y="28574"/>
                </a:lnTo>
                <a:lnTo>
                  <a:pt x="6619934" y="0"/>
                </a:lnTo>
                <a:lnTo>
                  <a:pt x="6648509" y="0"/>
                </a:lnTo>
                <a:lnTo>
                  <a:pt x="6648509" y="28574"/>
                </a:lnTo>
                <a:close/>
              </a:path>
              <a:path w="14687550" h="7551420">
                <a:moveTo>
                  <a:pt x="6705659" y="28574"/>
                </a:moveTo>
                <a:lnTo>
                  <a:pt x="6677084" y="28574"/>
                </a:lnTo>
                <a:lnTo>
                  <a:pt x="6677084" y="0"/>
                </a:lnTo>
                <a:lnTo>
                  <a:pt x="6705659" y="0"/>
                </a:lnTo>
                <a:lnTo>
                  <a:pt x="6705659" y="28574"/>
                </a:lnTo>
                <a:close/>
              </a:path>
              <a:path w="14687550" h="7551420">
                <a:moveTo>
                  <a:pt x="6762809" y="28574"/>
                </a:moveTo>
                <a:lnTo>
                  <a:pt x="6734234" y="28574"/>
                </a:lnTo>
                <a:lnTo>
                  <a:pt x="6734234" y="0"/>
                </a:lnTo>
                <a:lnTo>
                  <a:pt x="6762809" y="0"/>
                </a:lnTo>
                <a:lnTo>
                  <a:pt x="6762809" y="28574"/>
                </a:lnTo>
                <a:close/>
              </a:path>
              <a:path w="14687550" h="7551420">
                <a:moveTo>
                  <a:pt x="6819959" y="28574"/>
                </a:moveTo>
                <a:lnTo>
                  <a:pt x="6791384" y="28574"/>
                </a:lnTo>
                <a:lnTo>
                  <a:pt x="6791384" y="0"/>
                </a:lnTo>
                <a:lnTo>
                  <a:pt x="6819959" y="0"/>
                </a:lnTo>
                <a:lnTo>
                  <a:pt x="6819959" y="28574"/>
                </a:lnTo>
                <a:close/>
              </a:path>
              <a:path w="14687550" h="7551420">
                <a:moveTo>
                  <a:pt x="6877109" y="28574"/>
                </a:moveTo>
                <a:lnTo>
                  <a:pt x="6848534" y="28574"/>
                </a:lnTo>
                <a:lnTo>
                  <a:pt x="6848534" y="0"/>
                </a:lnTo>
                <a:lnTo>
                  <a:pt x="6877109" y="0"/>
                </a:lnTo>
                <a:lnTo>
                  <a:pt x="6877109" y="28574"/>
                </a:lnTo>
                <a:close/>
              </a:path>
              <a:path w="14687550" h="7551420">
                <a:moveTo>
                  <a:pt x="6934259" y="28574"/>
                </a:moveTo>
                <a:lnTo>
                  <a:pt x="6905684" y="28574"/>
                </a:lnTo>
                <a:lnTo>
                  <a:pt x="6905684" y="0"/>
                </a:lnTo>
                <a:lnTo>
                  <a:pt x="6934259" y="0"/>
                </a:lnTo>
                <a:lnTo>
                  <a:pt x="6934259" y="28574"/>
                </a:lnTo>
                <a:close/>
              </a:path>
              <a:path w="14687550" h="7551420">
                <a:moveTo>
                  <a:pt x="6991409" y="28574"/>
                </a:moveTo>
                <a:lnTo>
                  <a:pt x="6962834" y="28574"/>
                </a:lnTo>
                <a:lnTo>
                  <a:pt x="6962834" y="0"/>
                </a:lnTo>
                <a:lnTo>
                  <a:pt x="6991409" y="0"/>
                </a:lnTo>
                <a:lnTo>
                  <a:pt x="6991409" y="28574"/>
                </a:lnTo>
                <a:close/>
              </a:path>
              <a:path w="14687550" h="7551420">
                <a:moveTo>
                  <a:pt x="7048559" y="28574"/>
                </a:moveTo>
                <a:lnTo>
                  <a:pt x="7019984" y="28574"/>
                </a:lnTo>
                <a:lnTo>
                  <a:pt x="7019984" y="0"/>
                </a:lnTo>
                <a:lnTo>
                  <a:pt x="7048559" y="0"/>
                </a:lnTo>
                <a:lnTo>
                  <a:pt x="7048559" y="28574"/>
                </a:lnTo>
                <a:close/>
              </a:path>
              <a:path w="14687550" h="7551420">
                <a:moveTo>
                  <a:pt x="7105709" y="28574"/>
                </a:moveTo>
                <a:lnTo>
                  <a:pt x="7077134" y="28574"/>
                </a:lnTo>
                <a:lnTo>
                  <a:pt x="7077134" y="0"/>
                </a:lnTo>
                <a:lnTo>
                  <a:pt x="7105709" y="0"/>
                </a:lnTo>
                <a:lnTo>
                  <a:pt x="7105709" y="28574"/>
                </a:lnTo>
                <a:close/>
              </a:path>
              <a:path w="14687550" h="7551420">
                <a:moveTo>
                  <a:pt x="7162859" y="28574"/>
                </a:moveTo>
                <a:lnTo>
                  <a:pt x="7134284" y="28574"/>
                </a:lnTo>
                <a:lnTo>
                  <a:pt x="7134284" y="0"/>
                </a:lnTo>
                <a:lnTo>
                  <a:pt x="7162859" y="0"/>
                </a:lnTo>
                <a:lnTo>
                  <a:pt x="7162859" y="28574"/>
                </a:lnTo>
                <a:close/>
              </a:path>
              <a:path w="14687550" h="7551420">
                <a:moveTo>
                  <a:pt x="7220009" y="28574"/>
                </a:moveTo>
                <a:lnTo>
                  <a:pt x="7191434" y="28574"/>
                </a:lnTo>
                <a:lnTo>
                  <a:pt x="7191434" y="0"/>
                </a:lnTo>
                <a:lnTo>
                  <a:pt x="7220009" y="0"/>
                </a:lnTo>
                <a:lnTo>
                  <a:pt x="7220009" y="28574"/>
                </a:lnTo>
                <a:close/>
              </a:path>
              <a:path w="14687550" h="7551420">
                <a:moveTo>
                  <a:pt x="7277159" y="28574"/>
                </a:moveTo>
                <a:lnTo>
                  <a:pt x="7248584" y="28574"/>
                </a:lnTo>
                <a:lnTo>
                  <a:pt x="7248584" y="0"/>
                </a:lnTo>
                <a:lnTo>
                  <a:pt x="7277159" y="0"/>
                </a:lnTo>
                <a:lnTo>
                  <a:pt x="7277159" y="28574"/>
                </a:lnTo>
                <a:close/>
              </a:path>
              <a:path w="14687550" h="7551420">
                <a:moveTo>
                  <a:pt x="7334309" y="28574"/>
                </a:moveTo>
                <a:lnTo>
                  <a:pt x="7305734" y="28574"/>
                </a:lnTo>
                <a:lnTo>
                  <a:pt x="7305734" y="0"/>
                </a:lnTo>
                <a:lnTo>
                  <a:pt x="7334309" y="0"/>
                </a:lnTo>
                <a:lnTo>
                  <a:pt x="7334309" y="28574"/>
                </a:lnTo>
                <a:close/>
              </a:path>
              <a:path w="14687550" h="7551420">
                <a:moveTo>
                  <a:pt x="7391459" y="28574"/>
                </a:moveTo>
                <a:lnTo>
                  <a:pt x="7362884" y="28574"/>
                </a:lnTo>
                <a:lnTo>
                  <a:pt x="7362884" y="0"/>
                </a:lnTo>
                <a:lnTo>
                  <a:pt x="7391459" y="0"/>
                </a:lnTo>
                <a:lnTo>
                  <a:pt x="7391459" y="28574"/>
                </a:lnTo>
                <a:close/>
              </a:path>
              <a:path w="14687550" h="7551420">
                <a:moveTo>
                  <a:pt x="7448609" y="28574"/>
                </a:moveTo>
                <a:lnTo>
                  <a:pt x="7420035" y="28574"/>
                </a:lnTo>
                <a:lnTo>
                  <a:pt x="7420035" y="0"/>
                </a:lnTo>
                <a:lnTo>
                  <a:pt x="7448609" y="0"/>
                </a:lnTo>
                <a:lnTo>
                  <a:pt x="7448609" y="28574"/>
                </a:lnTo>
                <a:close/>
              </a:path>
              <a:path w="14687550" h="7551420">
                <a:moveTo>
                  <a:pt x="7505760" y="28574"/>
                </a:moveTo>
                <a:lnTo>
                  <a:pt x="7477184" y="28574"/>
                </a:lnTo>
                <a:lnTo>
                  <a:pt x="7477184" y="0"/>
                </a:lnTo>
                <a:lnTo>
                  <a:pt x="7505760" y="0"/>
                </a:lnTo>
                <a:lnTo>
                  <a:pt x="7505760" y="28574"/>
                </a:lnTo>
                <a:close/>
              </a:path>
              <a:path w="14687550" h="7551420">
                <a:moveTo>
                  <a:pt x="7562909" y="28574"/>
                </a:moveTo>
                <a:lnTo>
                  <a:pt x="7534334" y="28574"/>
                </a:lnTo>
                <a:lnTo>
                  <a:pt x="7534334" y="0"/>
                </a:lnTo>
                <a:lnTo>
                  <a:pt x="7562909" y="0"/>
                </a:lnTo>
                <a:lnTo>
                  <a:pt x="7562909" y="28574"/>
                </a:lnTo>
                <a:close/>
              </a:path>
              <a:path w="14687550" h="7551420">
                <a:moveTo>
                  <a:pt x="7620059" y="28574"/>
                </a:moveTo>
                <a:lnTo>
                  <a:pt x="7591485" y="28574"/>
                </a:lnTo>
                <a:lnTo>
                  <a:pt x="7591485" y="0"/>
                </a:lnTo>
                <a:lnTo>
                  <a:pt x="7620059" y="0"/>
                </a:lnTo>
                <a:lnTo>
                  <a:pt x="7620059" y="28574"/>
                </a:lnTo>
                <a:close/>
              </a:path>
              <a:path w="14687550" h="7551420">
                <a:moveTo>
                  <a:pt x="7677210" y="28574"/>
                </a:moveTo>
                <a:lnTo>
                  <a:pt x="7648634" y="28574"/>
                </a:lnTo>
                <a:lnTo>
                  <a:pt x="7648634" y="0"/>
                </a:lnTo>
                <a:lnTo>
                  <a:pt x="7677210" y="0"/>
                </a:lnTo>
                <a:lnTo>
                  <a:pt x="7677210" y="28574"/>
                </a:lnTo>
                <a:close/>
              </a:path>
              <a:path w="14687550" h="7551420">
                <a:moveTo>
                  <a:pt x="7734359" y="28574"/>
                </a:moveTo>
                <a:lnTo>
                  <a:pt x="7705784" y="28574"/>
                </a:lnTo>
                <a:lnTo>
                  <a:pt x="7705784" y="0"/>
                </a:lnTo>
                <a:lnTo>
                  <a:pt x="7734359" y="0"/>
                </a:lnTo>
                <a:lnTo>
                  <a:pt x="7734359" y="28574"/>
                </a:lnTo>
                <a:close/>
              </a:path>
              <a:path w="14687550" h="7551420">
                <a:moveTo>
                  <a:pt x="7791508" y="28574"/>
                </a:moveTo>
                <a:lnTo>
                  <a:pt x="7762934" y="28574"/>
                </a:lnTo>
                <a:lnTo>
                  <a:pt x="7762934" y="0"/>
                </a:lnTo>
                <a:lnTo>
                  <a:pt x="7791508" y="0"/>
                </a:lnTo>
                <a:lnTo>
                  <a:pt x="7791508" y="28574"/>
                </a:lnTo>
                <a:close/>
              </a:path>
              <a:path w="14687550" h="7551420">
                <a:moveTo>
                  <a:pt x="7848659" y="28574"/>
                </a:moveTo>
                <a:lnTo>
                  <a:pt x="7820084" y="28574"/>
                </a:lnTo>
                <a:lnTo>
                  <a:pt x="7820084" y="0"/>
                </a:lnTo>
                <a:lnTo>
                  <a:pt x="7848659" y="0"/>
                </a:lnTo>
                <a:lnTo>
                  <a:pt x="7848659" y="28574"/>
                </a:lnTo>
                <a:close/>
              </a:path>
              <a:path w="14687550" h="7551420">
                <a:moveTo>
                  <a:pt x="7905809" y="28574"/>
                </a:moveTo>
                <a:lnTo>
                  <a:pt x="7877233" y="28574"/>
                </a:lnTo>
                <a:lnTo>
                  <a:pt x="7877233" y="0"/>
                </a:lnTo>
                <a:lnTo>
                  <a:pt x="7905809" y="0"/>
                </a:lnTo>
                <a:lnTo>
                  <a:pt x="7905809" y="28574"/>
                </a:lnTo>
                <a:close/>
              </a:path>
              <a:path w="14687550" h="7551420">
                <a:moveTo>
                  <a:pt x="7962958" y="28574"/>
                </a:moveTo>
                <a:lnTo>
                  <a:pt x="7934384" y="28574"/>
                </a:lnTo>
                <a:lnTo>
                  <a:pt x="7934384" y="0"/>
                </a:lnTo>
                <a:lnTo>
                  <a:pt x="7962958" y="0"/>
                </a:lnTo>
                <a:lnTo>
                  <a:pt x="7962958" y="28574"/>
                </a:lnTo>
                <a:close/>
              </a:path>
              <a:path w="14687550" h="7551420">
                <a:moveTo>
                  <a:pt x="8020109" y="28574"/>
                </a:moveTo>
                <a:lnTo>
                  <a:pt x="7991534" y="28574"/>
                </a:lnTo>
                <a:lnTo>
                  <a:pt x="7991534" y="0"/>
                </a:lnTo>
                <a:lnTo>
                  <a:pt x="8020109" y="0"/>
                </a:lnTo>
                <a:lnTo>
                  <a:pt x="8020109" y="28574"/>
                </a:lnTo>
                <a:close/>
              </a:path>
              <a:path w="14687550" h="7551420">
                <a:moveTo>
                  <a:pt x="8077259" y="28574"/>
                </a:moveTo>
                <a:lnTo>
                  <a:pt x="8048683" y="28574"/>
                </a:lnTo>
                <a:lnTo>
                  <a:pt x="8048683" y="0"/>
                </a:lnTo>
                <a:lnTo>
                  <a:pt x="8077259" y="0"/>
                </a:lnTo>
                <a:lnTo>
                  <a:pt x="8077259" y="28574"/>
                </a:lnTo>
                <a:close/>
              </a:path>
              <a:path w="14687550" h="7551420">
                <a:moveTo>
                  <a:pt x="8134409" y="28574"/>
                </a:moveTo>
                <a:lnTo>
                  <a:pt x="8105834" y="28574"/>
                </a:lnTo>
                <a:lnTo>
                  <a:pt x="8105834" y="0"/>
                </a:lnTo>
                <a:lnTo>
                  <a:pt x="8134409" y="0"/>
                </a:lnTo>
                <a:lnTo>
                  <a:pt x="8134409" y="28574"/>
                </a:lnTo>
                <a:close/>
              </a:path>
              <a:path w="14687550" h="7551420">
                <a:moveTo>
                  <a:pt x="8191559" y="28574"/>
                </a:moveTo>
                <a:lnTo>
                  <a:pt x="8162984" y="28574"/>
                </a:lnTo>
                <a:lnTo>
                  <a:pt x="8162984" y="0"/>
                </a:lnTo>
                <a:lnTo>
                  <a:pt x="8191559" y="0"/>
                </a:lnTo>
                <a:lnTo>
                  <a:pt x="8191559" y="28574"/>
                </a:lnTo>
                <a:close/>
              </a:path>
              <a:path w="14687550" h="7551420">
                <a:moveTo>
                  <a:pt x="8248709" y="28574"/>
                </a:moveTo>
                <a:lnTo>
                  <a:pt x="8220134" y="28574"/>
                </a:lnTo>
                <a:lnTo>
                  <a:pt x="8220134" y="0"/>
                </a:lnTo>
                <a:lnTo>
                  <a:pt x="8248709" y="0"/>
                </a:lnTo>
                <a:lnTo>
                  <a:pt x="8248709" y="28574"/>
                </a:lnTo>
                <a:close/>
              </a:path>
              <a:path w="14687550" h="7551420">
                <a:moveTo>
                  <a:pt x="8305859" y="28574"/>
                </a:moveTo>
                <a:lnTo>
                  <a:pt x="8277284" y="28574"/>
                </a:lnTo>
                <a:lnTo>
                  <a:pt x="8277284" y="0"/>
                </a:lnTo>
                <a:lnTo>
                  <a:pt x="8305859" y="0"/>
                </a:lnTo>
                <a:lnTo>
                  <a:pt x="8305859" y="28574"/>
                </a:lnTo>
                <a:close/>
              </a:path>
              <a:path w="14687550" h="7551420">
                <a:moveTo>
                  <a:pt x="8363009" y="28574"/>
                </a:moveTo>
                <a:lnTo>
                  <a:pt x="8334434" y="28574"/>
                </a:lnTo>
                <a:lnTo>
                  <a:pt x="8334434" y="0"/>
                </a:lnTo>
                <a:lnTo>
                  <a:pt x="8363009" y="0"/>
                </a:lnTo>
                <a:lnTo>
                  <a:pt x="8363009" y="28574"/>
                </a:lnTo>
                <a:close/>
              </a:path>
              <a:path w="14687550" h="7551420">
                <a:moveTo>
                  <a:pt x="8420159" y="28574"/>
                </a:moveTo>
                <a:lnTo>
                  <a:pt x="8391584" y="28574"/>
                </a:lnTo>
                <a:lnTo>
                  <a:pt x="8391584" y="0"/>
                </a:lnTo>
                <a:lnTo>
                  <a:pt x="8420159" y="0"/>
                </a:lnTo>
                <a:lnTo>
                  <a:pt x="8420159" y="28574"/>
                </a:lnTo>
                <a:close/>
              </a:path>
              <a:path w="14687550" h="7551420">
                <a:moveTo>
                  <a:pt x="8477309" y="28574"/>
                </a:moveTo>
                <a:lnTo>
                  <a:pt x="8448734" y="28574"/>
                </a:lnTo>
                <a:lnTo>
                  <a:pt x="8448734" y="0"/>
                </a:lnTo>
                <a:lnTo>
                  <a:pt x="8477309" y="0"/>
                </a:lnTo>
                <a:lnTo>
                  <a:pt x="8477309" y="28574"/>
                </a:lnTo>
                <a:close/>
              </a:path>
              <a:path w="14687550" h="7551420">
                <a:moveTo>
                  <a:pt x="8534459" y="28574"/>
                </a:moveTo>
                <a:lnTo>
                  <a:pt x="8505883" y="28574"/>
                </a:lnTo>
                <a:lnTo>
                  <a:pt x="8505883" y="0"/>
                </a:lnTo>
                <a:lnTo>
                  <a:pt x="8534459" y="0"/>
                </a:lnTo>
                <a:lnTo>
                  <a:pt x="8534459" y="28574"/>
                </a:lnTo>
                <a:close/>
              </a:path>
              <a:path w="14687550" h="7551420">
                <a:moveTo>
                  <a:pt x="8591608" y="28574"/>
                </a:moveTo>
                <a:lnTo>
                  <a:pt x="8563034" y="28574"/>
                </a:lnTo>
                <a:lnTo>
                  <a:pt x="8563034" y="0"/>
                </a:lnTo>
                <a:lnTo>
                  <a:pt x="8591608" y="0"/>
                </a:lnTo>
                <a:lnTo>
                  <a:pt x="8591608" y="28574"/>
                </a:lnTo>
                <a:close/>
              </a:path>
              <a:path w="14687550" h="7551420">
                <a:moveTo>
                  <a:pt x="8648759" y="28574"/>
                </a:moveTo>
                <a:lnTo>
                  <a:pt x="8620184" y="28574"/>
                </a:lnTo>
                <a:lnTo>
                  <a:pt x="8620184" y="0"/>
                </a:lnTo>
                <a:lnTo>
                  <a:pt x="8648759" y="0"/>
                </a:lnTo>
                <a:lnTo>
                  <a:pt x="8648759" y="28574"/>
                </a:lnTo>
                <a:close/>
              </a:path>
              <a:path w="14687550" h="7551420">
                <a:moveTo>
                  <a:pt x="8705909" y="28574"/>
                </a:moveTo>
                <a:lnTo>
                  <a:pt x="8677333" y="28574"/>
                </a:lnTo>
                <a:lnTo>
                  <a:pt x="8677333" y="0"/>
                </a:lnTo>
                <a:lnTo>
                  <a:pt x="8705909" y="0"/>
                </a:lnTo>
                <a:lnTo>
                  <a:pt x="8705909" y="28574"/>
                </a:lnTo>
                <a:close/>
              </a:path>
              <a:path w="14687550" h="7551420">
                <a:moveTo>
                  <a:pt x="8763058" y="28574"/>
                </a:moveTo>
                <a:lnTo>
                  <a:pt x="8734484" y="28574"/>
                </a:lnTo>
                <a:lnTo>
                  <a:pt x="8734484" y="0"/>
                </a:lnTo>
                <a:lnTo>
                  <a:pt x="8763058" y="0"/>
                </a:lnTo>
                <a:lnTo>
                  <a:pt x="8763058" y="28574"/>
                </a:lnTo>
                <a:close/>
              </a:path>
              <a:path w="14687550" h="7551420">
                <a:moveTo>
                  <a:pt x="8820209" y="28574"/>
                </a:moveTo>
                <a:lnTo>
                  <a:pt x="8791634" y="28574"/>
                </a:lnTo>
                <a:lnTo>
                  <a:pt x="8791634" y="0"/>
                </a:lnTo>
                <a:lnTo>
                  <a:pt x="8820209" y="0"/>
                </a:lnTo>
                <a:lnTo>
                  <a:pt x="8820209" y="28574"/>
                </a:lnTo>
                <a:close/>
              </a:path>
              <a:path w="14687550" h="7551420">
                <a:moveTo>
                  <a:pt x="8877359" y="28574"/>
                </a:moveTo>
                <a:lnTo>
                  <a:pt x="8848783" y="28574"/>
                </a:lnTo>
                <a:lnTo>
                  <a:pt x="8848783" y="0"/>
                </a:lnTo>
                <a:lnTo>
                  <a:pt x="8877359" y="0"/>
                </a:lnTo>
                <a:lnTo>
                  <a:pt x="8877359" y="28574"/>
                </a:lnTo>
                <a:close/>
              </a:path>
              <a:path w="14687550" h="7551420">
                <a:moveTo>
                  <a:pt x="8934509" y="28574"/>
                </a:moveTo>
                <a:lnTo>
                  <a:pt x="8905934" y="28574"/>
                </a:lnTo>
                <a:lnTo>
                  <a:pt x="8905934" y="0"/>
                </a:lnTo>
                <a:lnTo>
                  <a:pt x="8934509" y="0"/>
                </a:lnTo>
                <a:lnTo>
                  <a:pt x="8934509" y="28574"/>
                </a:lnTo>
                <a:close/>
              </a:path>
              <a:path w="14687550" h="7551420">
                <a:moveTo>
                  <a:pt x="8991659" y="28574"/>
                </a:moveTo>
                <a:lnTo>
                  <a:pt x="8963084" y="28574"/>
                </a:lnTo>
                <a:lnTo>
                  <a:pt x="8963084" y="0"/>
                </a:lnTo>
                <a:lnTo>
                  <a:pt x="8991659" y="0"/>
                </a:lnTo>
                <a:lnTo>
                  <a:pt x="8991659" y="28574"/>
                </a:lnTo>
                <a:close/>
              </a:path>
              <a:path w="14687550" h="7551420">
                <a:moveTo>
                  <a:pt x="9048809" y="28574"/>
                </a:moveTo>
                <a:lnTo>
                  <a:pt x="9020234" y="28574"/>
                </a:lnTo>
                <a:lnTo>
                  <a:pt x="9020234" y="0"/>
                </a:lnTo>
                <a:lnTo>
                  <a:pt x="9048809" y="0"/>
                </a:lnTo>
                <a:lnTo>
                  <a:pt x="9048809" y="28574"/>
                </a:lnTo>
                <a:close/>
              </a:path>
              <a:path w="14687550" h="7551420">
                <a:moveTo>
                  <a:pt x="9105959" y="28574"/>
                </a:moveTo>
                <a:lnTo>
                  <a:pt x="9077384" y="28574"/>
                </a:lnTo>
                <a:lnTo>
                  <a:pt x="9077384" y="0"/>
                </a:lnTo>
                <a:lnTo>
                  <a:pt x="9105959" y="0"/>
                </a:lnTo>
                <a:lnTo>
                  <a:pt x="9105959" y="28574"/>
                </a:lnTo>
                <a:close/>
              </a:path>
              <a:path w="14687550" h="7551420">
                <a:moveTo>
                  <a:pt x="9163109" y="28574"/>
                </a:moveTo>
                <a:lnTo>
                  <a:pt x="9134534" y="28574"/>
                </a:lnTo>
                <a:lnTo>
                  <a:pt x="9134534" y="0"/>
                </a:lnTo>
                <a:lnTo>
                  <a:pt x="9163109" y="0"/>
                </a:lnTo>
                <a:lnTo>
                  <a:pt x="9163109" y="28574"/>
                </a:lnTo>
                <a:close/>
              </a:path>
              <a:path w="14687550" h="7551420">
                <a:moveTo>
                  <a:pt x="9220259" y="28574"/>
                </a:moveTo>
                <a:lnTo>
                  <a:pt x="9191684" y="28574"/>
                </a:lnTo>
                <a:lnTo>
                  <a:pt x="9191684" y="0"/>
                </a:lnTo>
                <a:lnTo>
                  <a:pt x="9220259" y="0"/>
                </a:lnTo>
                <a:lnTo>
                  <a:pt x="9220259" y="28574"/>
                </a:lnTo>
                <a:close/>
              </a:path>
              <a:path w="14687550" h="7551420">
                <a:moveTo>
                  <a:pt x="9277409" y="28574"/>
                </a:moveTo>
                <a:lnTo>
                  <a:pt x="9248834" y="28574"/>
                </a:lnTo>
                <a:lnTo>
                  <a:pt x="9248834" y="0"/>
                </a:lnTo>
                <a:lnTo>
                  <a:pt x="9277409" y="0"/>
                </a:lnTo>
                <a:lnTo>
                  <a:pt x="9277409" y="28574"/>
                </a:lnTo>
                <a:close/>
              </a:path>
              <a:path w="14687550" h="7551420">
                <a:moveTo>
                  <a:pt x="9334559" y="28574"/>
                </a:moveTo>
                <a:lnTo>
                  <a:pt x="9305983" y="28574"/>
                </a:lnTo>
                <a:lnTo>
                  <a:pt x="9305983" y="0"/>
                </a:lnTo>
                <a:lnTo>
                  <a:pt x="9334559" y="0"/>
                </a:lnTo>
                <a:lnTo>
                  <a:pt x="9334559" y="28574"/>
                </a:lnTo>
                <a:close/>
              </a:path>
              <a:path w="14687550" h="7551420">
                <a:moveTo>
                  <a:pt x="9391708" y="28574"/>
                </a:moveTo>
                <a:lnTo>
                  <a:pt x="9363134" y="28574"/>
                </a:lnTo>
                <a:lnTo>
                  <a:pt x="9363134" y="0"/>
                </a:lnTo>
                <a:lnTo>
                  <a:pt x="9391708" y="0"/>
                </a:lnTo>
                <a:lnTo>
                  <a:pt x="9391708" y="28574"/>
                </a:lnTo>
                <a:close/>
              </a:path>
              <a:path w="14687550" h="7551420">
                <a:moveTo>
                  <a:pt x="9448859" y="28574"/>
                </a:moveTo>
                <a:lnTo>
                  <a:pt x="9420284" y="28574"/>
                </a:lnTo>
                <a:lnTo>
                  <a:pt x="9420284" y="0"/>
                </a:lnTo>
                <a:lnTo>
                  <a:pt x="9448859" y="0"/>
                </a:lnTo>
                <a:lnTo>
                  <a:pt x="9448859" y="28574"/>
                </a:lnTo>
                <a:close/>
              </a:path>
              <a:path w="14687550" h="7551420">
                <a:moveTo>
                  <a:pt x="9506009" y="28574"/>
                </a:moveTo>
                <a:lnTo>
                  <a:pt x="9477433" y="28574"/>
                </a:lnTo>
                <a:lnTo>
                  <a:pt x="9477433" y="0"/>
                </a:lnTo>
                <a:lnTo>
                  <a:pt x="9506009" y="0"/>
                </a:lnTo>
                <a:lnTo>
                  <a:pt x="9506009" y="28574"/>
                </a:lnTo>
                <a:close/>
              </a:path>
              <a:path w="14687550" h="7551420">
                <a:moveTo>
                  <a:pt x="9563158" y="28574"/>
                </a:moveTo>
                <a:lnTo>
                  <a:pt x="9534584" y="28574"/>
                </a:lnTo>
                <a:lnTo>
                  <a:pt x="9534584" y="0"/>
                </a:lnTo>
                <a:lnTo>
                  <a:pt x="9563158" y="0"/>
                </a:lnTo>
                <a:lnTo>
                  <a:pt x="9563158" y="28574"/>
                </a:lnTo>
                <a:close/>
              </a:path>
              <a:path w="14687550" h="7551420">
                <a:moveTo>
                  <a:pt x="9620309" y="28574"/>
                </a:moveTo>
                <a:lnTo>
                  <a:pt x="9591734" y="28574"/>
                </a:lnTo>
                <a:lnTo>
                  <a:pt x="9591734" y="0"/>
                </a:lnTo>
                <a:lnTo>
                  <a:pt x="9620309" y="0"/>
                </a:lnTo>
                <a:lnTo>
                  <a:pt x="9620309" y="28574"/>
                </a:lnTo>
                <a:close/>
              </a:path>
              <a:path w="14687550" h="7551420">
                <a:moveTo>
                  <a:pt x="9677459" y="28574"/>
                </a:moveTo>
                <a:lnTo>
                  <a:pt x="9648884" y="28574"/>
                </a:lnTo>
                <a:lnTo>
                  <a:pt x="9648884" y="0"/>
                </a:lnTo>
                <a:lnTo>
                  <a:pt x="9677459" y="0"/>
                </a:lnTo>
                <a:lnTo>
                  <a:pt x="9677459" y="28574"/>
                </a:lnTo>
                <a:close/>
              </a:path>
              <a:path w="14687550" h="7551420">
                <a:moveTo>
                  <a:pt x="9734609" y="28574"/>
                </a:moveTo>
                <a:lnTo>
                  <a:pt x="9706034" y="28574"/>
                </a:lnTo>
                <a:lnTo>
                  <a:pt x="9706034" y="0"/>
                </a:lnTo>
                <a:lnTo>
                  <a:pt x="9734609" y="0"/>
                </a:lnTo>
                <a:lnTo>
                  <a:pt x="9734609" y="28574"/>
                </a:lnTo>
                <a:close/>
              </a:path>
              <a:path w="14687550" h="7551420">
                <a:moveTo>
                  <a:pt x="9791759" y="28574"/>
                </a:moveTo>
                <a:lnTo>
                  <a:pt x="9763184" y="28574"/>
                </a:lnTo>
                <a:lnTo>
                  <a:pt x="9763184" y="0"/>
                </a:lnTo>
                <a:lnTo>
                  <a:pt x="9791759" y="0"/>
                </a:lnTo>
                <a:lnTo>
                  <a:pt x="9791759" y="28574"/>
                </a:lnTo>
                <a:close/>
              </a:path>
              <a:path w="14687550" h="7551420">
                <a:moveTo>
                  <a:pt x="9848909" y="28574"/>
                </a:moveTo>
                <a:lnTo>
                  <a:pt x="9820334" y="28574"/>
                </a:lnTo>
                <a:lnTo>
                  <a:pt x="9820334" y="0"/>
                </a:lnTo>
                <a:lnTo>
                  <a:pt x="9848909" y="0"/>
                </a:lnTo>
                <a:lnTo>
                  <a:pt x="9848909" y="28574"/>
                </a:lnTo>
                <a:close/>
              </a:path>
              <a:path w="14687550" h="7551420">
                <a:moveTo>
                  <a:pt x="9906059" y="28574"/>
                </a:moveTo>
                <a:lnTo>
                  <a:pt x="9877484" y="28574"/>
                </a:lnTo>
                <a:lnTo>
                  <a:pt x="9877484" y="0"/>
                </a:lnTo>
                <a:lnTo>
                  <a:pt x="9906059" y="0"/>
                </a:lnTo>
                <a:lnTo>
                  <a:pt x="9906059" y="28574"/>
                </a:lnTo>
                <a:close/>
              </a:path>
              <a:path w="14687550" h="7551420">
                <a:moveTo>
                  <a:pt x="9963209" y="28574"/>
                </a:moveTo>
                <a:lnTo>
                  <a:pt x="9934634" y="28574"/>
                </a:lnTo>
                <a:lnTo>
                  <a:pt x="9934634" y="0"/>
                </a:lnTo>
                <a:lnTo>
                  <a:pt x="9963209" y="0"/>
                </a:lnTo>
                <a:lnTo>
                  <a:pt x="9963209" y="28574"/>
                </a:lnTo>
                <a:close/>
              </a:path>
              <a:path w="14687550" h="7551420">
                <a:moveTo>
                  <a:pt x="10020359" y="28574"/>
                </a:moveTo>
                <a:lnTo>
                  <a:pt x="9991784" y="28574"/>
                </a:lnTo>
                <a:lnTo>
                  <a:pt x="9991784" y="0"/>
                </a:lnTo>
                <a:lnTo>
                  <a:pt x="10020359" y="0"/>
                </a:lnTo>
                <a:lnTo>
                  <a:pt x="10020359" y="28574"/>
                </a:lnTo>
                <a:close/>
              </a:path>
              <a:path w="14687550" h="7551420">
                <a:moveTo>
                  <a:pt x="10077509" y="28574"/>
                </a:moveTo>
                <a:lnTo>
                  <a:pt x="10048934" y="28574"/>
                </a:lnTo>
                <a:lnTo>
                  <a:pt x="10048934" y="0"/>
                </a:lnTo>
                <a:lnTo>
                  <a:pt x="10077509" y="0"/>
                </a:lnTo>
                <a:lnTo>
                  <a:pt x="10077509" y="28574"/>
                </a:lnTo>
                <a:close/>
              </a:path>
              <a:path w="14687550" h="7551420">
                <a:moveTo>
                  <a:pt x="10134659" y="28574"/>
                </a:moveTo>
                <a:lnTo>
                  <a:pt x="10106084" y="28574"/>
                </a:lnTo>
                <a:lnTo>
                  <a:pt x="10106084" y="0"/>
                </a:lnTo>
                <a:lnTo>
                  <a:pt x="10134659" y="0"/>
                </a:lnTo>
                <a:lnTo>
                  <a:pt x="10134659" y="28574"/>
                </a:lnTo>
                <a:close/>
              </a:path>
              <a:path w="14687550" h="7551420">
                <a:moveTo>
                  <a:pt x="10191809" y="28574"/>
                </a:moveTo>
                <a:lnTo>
                  <a:pt x="10163234" y="28574"/>
                </a:lnTo>
                <a:lnTo>
                  <a:pt x="10163234" y="0"/>
                </a:lnTo>
                <a:lnTo>
                  <a:pt x="10191809" y="0"/>
                </a:lnTo>
                <a:lnTo>
                  <a:pt x="10191809" y="28574"/>
                </a:lnTo>
                <a:close/>
              </a:path>
              <a:path w="14687550" h="7551420">
                <a:moveTo>
                  <a:pt x="10248959" y="28574"/>
                </a:moveTo>
                <a:lnTo>
                  <a:pt x="10220384" y="28574"/>
                </a:lnTo>
                <a:lnTo>
                  <a:pt x="10220384" y="0"/>
                </a:lnTo>
                <a:lnTo>
                  <a:pt x="10248959" y="0"/>
                </a:lnTo>
                <a:lnTo>
                  <a:pt x="10248959" y="28574"/>
                </a:lnTo>
                <a:close/>
              </a:path>
              <a:path w="14687550" h="7551420">
                <a:moveTo>
                  <a:pt x="10306109" y="28574"/>
                </a:moveTo>
                <a:lnTo>
                  <a:pt x="10277534" y="28574"/>
                </a:lnTo>
                <a:lnTo>
                  <a:pt x="10277534" y="0"/>
                </a:lnTo>
                <a:lnTo>
                  <a:pt x="10306109" y="0"/>
                </a:lnTo>
                <a:lnTo>
                  <a:pt x="10306109" y="28574"/>
                </a:lnTo>
                <a:close/>
              </a:path>
              <a:path w="14687550" h="7551420">
                <a:moveTo>
                  <a:pt x="10363259" y="28574"/>
                </a:moveTo>
                <a:lnTo>
                  <a:pt x="10334684" y="28574"/>
                </a:lnTo>
                <a:lnTo>
                  <a:pt x="10334684" y="0"/>
                </a:lnTo>
                <a:lnTo>
                  <a:pt x="10363259" y="0"/>
                </a:lnTo>
                <a:lnTo>
                  <a:pt x="10363259" y="28574"/>
                </a:lnTo>
                <a:close/>
              </a:path>
              <a:path w="14687550" h="7551420">
                <a:moveTo>
                  <a:pt x="10420409" y="28574"/>
                </a:moveTo>
                <a:lnTo>
                  <a:pt x="10391834" y="28574"/>
                </a:lnTo>
                <a:lnTo>
                  <a:pt x="10391834" y="0"/>
                </a:lnTo>
                <a:lnTo>
                  <a:pt x="10420409" y="0"/>
                </a:lnTo>
                <a:lnTo>
                  <a:pt x="10420409" y="28574"/>
                </a:lnTo>
                <a:close/>
              </a:path>
              <a:path w="14687550" h="7551420">
                <a:moveTo>
                  <a:pt x="10477559" y="28574"/>
                </a:moveTo>
                <a:lnTo>
                  <a:pt x="10448984" y="28574"/>
                </a:lnTo>
                <a:lnTo>
                  <a:pt x="10448984" y="0"/>
                </a:lnTo>
                <a:lnTo>
                  <a:pt x="10477559" y="0"/>
                </a:lnTo>
                <a:lnTo>
                  <a:pt x="10477559" y="28574"/>
                </a:lnTo>
                <a:close/>
              </a:path>
              <a:path w="14687550" h="7551420">
                <a:moveTo>
                  <a:pt x="10534709" y="28574"/>
                </a:moveTo>
                <a:lnTo>
                  <a:pt x="10506134" y="28574"/>
                </a:lnTo>
                <a:lnTo>
                  <a:pt x="10506134" y="0"/>
                </a:lnTo>
                <a:lnTo>
                  <a:pt x="10534709" y="0"/>
                </a:lnTo>
                <a:lnTo>
                  <a:pt x="10534709" y="28574"/>
                </a:lnTo>
                <a:close/>
              </a:path>
              <a:path w="14687550" h="7551420">
                <a:moveTo>
                  <a:pt x="10591859" y="28574"/>
                </a:moveTo>
                <a:lnTo>
                  <a:pt x="10563284" y="28574"/>
                </a:lnTo>
                <a:lnTo>
                  <a:pt x="10563284" y="0"/>
                </a:lnTo>
                <a:lnTo>
                  <a:pt x="10591859" y="0"/>
                </a:lnTo>
                <a:lnTo>
                  <a:pt x="10591859" y="28574"/>
                </a:lnTo>
                <a:close/>
              </a:path>
              <a:path w="14687550" h="7551420">
                <a:moveTo>
                  <a:pt x="10649009" y="28574"/>
                </a:moveTo>
                <a:lnTo>
                  <a:pt x="10620434" y="28574"/>
                </a:lnTo>
                <a:lnTo>
                  <a:pt x="10620434" y="0"/>
                </a:lnTo>
                <a:lnTo>
                  <a:pt x="10649009" y="0"/>
                </a:lnTo>
                <a:lnTo>
                  <a:pt x="10649009" y="28574"/>
                </a:lnTo>
                <a:close/>
              </a:path>
              <a:path w="14687550" h="7551420">
                <a:moveTo>
                  <a:pt x="10706159" y="28574"/>
                </a:moveTo>
                <a:lnTo>
                  <a:pt x="10677584" y="28574"/>
                </a:lnTo>
                <a:lnTo>
                  <a:pt x="10677584" y="0"/>
                </a:lnTo>
                <a:lnTo>
                  <a:pt x="10706159" y="0"/>
                </a:lnTo>
                <a:lnTo>
                  <a:pt x="10706159" y="28574"/>
                </a:lnTo>
                <a:close/>
              </a:path>
              <a:path w="14687550" h="7551420">
                <a:moveTo>
                  <a:pt x="10763309" y="28574"/>
                </a:moveTo>
                <a:lnTo>
                  <a:pt x="10734734" y="28574"/>
                </a:lnTo>
                <a:lnTo>
                  <a:pt x="10734734" y="0"/>
                </a:lnTo>
                <a:lnTo>
                  <a:pt x="10763309" y="0"/>
                </a:lnTo>
                <a:lnTo>
                  <a:pt x="10763309" y="28574"/>
                </a:lnTo>
                <a:close/>
              </a:path>
              <a:path w="14687550" h="7551420">
                <a:moveTo>
                  <a:pt x="10820459" y="28574"/>
                </a:moveTo>
                <a:lnTo>
                  <a:pt x="10791884" y="28574"/>
                </a:lnTo>
                <a:lnTo>
                  <a:pt x="10791884" y="0"/>
                </a:lnTo>
                <a:lnTo>
                  <a:pt x="10820459" y="0"/>
                </a:lnTo>
                <a:lnTo>
                  <a:pt x="10820459" y="28574"/>
                </a:lnTo>
                <a:close/>
              </a:path>
              <a:path w="14687550" h="7551420">
                <a:moveTo>
                  <a:pt x="10877609" y="28574"/>
                </a:moveTo>
                <a:lnTo>
                  <a:pt x="10849034" y="28574"/>
                </a:lnTo>
                <a:lnTo>
                  <a:pt x="10849034" y="0"/>
                </a:lnTo>
                <a:lnTo>
                  <a:pt x="10877609" y="0"/>
                </a:lnTo>
                <a:lnTo>
                  <a:pt x="10877609" y="28574"/>
                </a:lnTo>
                <a:close/>
              </a:path>
              <a:path w="14687550" h="7551420">
                <a:moveTo>
                  <a:pt x="10934759" y="28574"/>
                </a:moveTo>
                <a:lnTo>
                  <a:pt x="10906184" y="28574"/>
                </a:lnTo>
                <a:lnTo>
                  <a:pt x="10906184" y="0"/>
                </a:lnTo>
                <a:lnTo>
                  <a:pt x="10934759" y="0"/>
                </a:lnTo>
                <a:lnTo>
                  <a:pt x="10934759" y="28574"/>
                </a:lnTo>
                <a:close/>
              </a:path>
              <a:path w="14687550" h="7551420">
                <a:moveTo>
                  <a:pt x="10991909" y="28574"/>
                </a:moveTo>
                <a:lnTo>
                  <a:pt x="10963334" y="28574"/>
                </a:lnTo>
                <a:lnTo>
                  <a:pt x="10963334" y="0"/>
                </a:lnTo>
                <a:lnTo>
                  <a:pt x="10991909" y="0"/>
                </a:lnTo>
                <a:lnTo>
                  <a:pt x="10991909" y="28574"/>
                </a:lnTo>
                <a:close/>
              </a:path>
              <a:path w="14687550" h="7551420">
                <a:moveTo>
                  <a:pt x="11049059" y="28574"/>
                </a:moveTo>
                <a:lnTo>
                  <a:pt x="11020484" y="28574"/>
                </a:lnTo>
                <a:lnTo>
                  <a:pt x="11020484" y="0"/>
                </a:lnTo>
                <a:lnTo>
                  <a:pt x="11049059" y="0"/>
                </a:lnTo>
                <a:lnTo>
                  <a:pt x="11049059" y="28574"/>
                </a:lnTo>
                <a:close/>
              </a:path>
              <a:path w="14687550" h="7551420">
                <a:moveTo>
                  <a:pt x="11106209" y="28574"/>
                </a:moveTo>
                <a:lnTo>
                  <a:pt x="11077634" y="28574"/>
                </a:lnTo>
                <a:lnTo>
                  <a:pt x="11077634" y="0"/>
                </a:lnTo>
                <a:lnTo>
                  <a:pt x="11106209" y="0"/>
                </a:lnTo>
                <a:lnTo>
                  <a:pt x="11106209" y="28574"/>
                </a:lnTo>
                <a:close/>
              </a:path>
              <a:path w="14687550" h="7551420">
                <a:moveTo>
                  <a:pt x="11163359" y="28574"/>
                </a:moveTo>
                <a:lnTo>
                  <a:pt x="11134784" y="28574"/>
                </a:lnTo>
                <a:lnTo>
                  <a:pt x="11134784" y="0"/>
                </a:lnTo>
                <a:lnTo>
                  <a:pt x="11163359" y="0"/>
                </a:lnTo>
                <a:lnTo>
                  <a:pt x="11163359" y="28574"/>
                </a:lnTo>
                <a:close/>
              </a:path>
              <a:path w="14687550" h="7551420">
                <a:moveTo>
                  <a:pt x="11220509" y="28574"/>
                </a:moveTo>
                <a:lnTo>
                  <a:pt x="11191934" y="28574"/>
                </a:lnTo>
                <a:lnTo>
                  <a:pt x="11191934" y="0"/>
                </a:lnTo>
                <a:lnTo>
                  <a:pt x="11220509" y="0"/>
                </a:lnTo>
                <a:lnTo>
                  <a:pt x="11220509" y="28574"/>
                </a:lnTo>
                <a:close/>
              </a:path>
              <a:path w="14687550" h="7551420">
                <a:moveTo>
                  <a:pt x="11277659" y="28574"/>
                </a:moveTo>
                <a:lnTo>
                  <a:pt x="11249084" y="28574"/>
                </a:lnTo>
                <a:lnTo>
                  <a:pt x="11249084" y="0"/>
                </a:lnTo>
                <a:lnTo>
                  <a:pt x="11277659" y="0"/>
                </a:lnTo>
                <a:lnTo>
                  <a:pt x="11277659" y="28574"/>
                </a:lnTo>
                <a:close/>
              </a:path>
              <a:path w="14687550" h="7551420">
                <a:moveTo>
                  <a:pt x="11334809" y="28574"/>
                </a:moveTo>
                <a:lnTo>
                  <a:pt x="11306234" y="28574"/>
                </a:lnTo>
                <a:lnTo>
                  <a:pt x="11306234" y="0"/>
                </a:lnTo>
                <a:lnTo>
                  <a:pt x="11334809" y="0"/>
                </a:lnTo>
                <a:lnTo>
                  <a:pt x="11334809" y="28574"/>
                </a:lnTo>
                <a:close/>
              </a:path>
              <a:path w="14687550" h="7551420">
                <a:moveTo>
                  <a:pt x="11391959" y="28574"/>
                </a:moveTo>
                <a:lnTo>
                  <a:pt x="11363384" y="28574"/>
                </a:lnTo>
                <a:lnTo>
                  <a:pt x="11363384" y="0"/>
                </a:lnTo>
                <a:lnTo>
                  <a:pt x="11391959" y="0"/>
                </a:lnTo>
                <a:lnTo>
                  <a:pt x="11391959" y="28574"/>
                </a:lnTo>
                <a:close/>
              </a:path>
              <a:path w="14687550" h="7551420">
                <a:moveTo>
                  <a:pt x="11449109" y="28574"/>
                </a:moveTo>
                <a:lnTo>
                  <a:pt x="11420534" y="28574"/>
                </a:lnTo>
                <a:lnTo>
                  <a:pt x="11420534" y="0"/>
                </a:lnTo>
                <a:lnTo>
                  <a:pt x="11449109" y="0"/>
                </a:lnTo>
                <a:lnTo>
                  <a:pt x="11449109" y="28574"/>
                </a:lnTo>
                <a:close/>
              </a:path>
              <a:path w="14687550" h="7551420">
                <a:moveTo>
                  <a:pt x="11506259" y="28574"/>
                </a:moveTo>
                <a:lnTo>
                  <a:pt x="11477684" y="28574"/>
                </a:lnTo>
                <a:lnTo>
                  <a:pt x="11477684" y="0"/>
                </a:lnTo>
                <a:lnTo>
                  <a:pt x="11506259" y="0"/>
                </a:lnTo>
                <a:lnTo>
                  <a:pt x="11506259" y="28574"/>
                </a:lnTo>
                <a:close/>
              </a:path>
              <a:path w="14687550" h="7551420">
                <a:moveTo>
                  <a:pt x="11563409" y="28574"/>
                </a:moveTo>
                <a:lnTo>
                  <a:pt x="11534834" y="28574"/>
                </a:lnTo>
                <a:lnTo>
                  <a:pt x="11534834" y="0"/>
                </a:lnTo>
                <a:lnTo>
                  <a:pt x="11563409" y="0"/>
                </a:lnTo>
                <a:lnTo>
                  <a:pt x="11563409" y="28574"/>
                </a:lnTo>
                <a:close/>
              </a:path>
              <a:path w="14687550" h="7551420">
                <a:moveTo>
                  <a:pt x="11620559" y="28574"/>
                </a:moveTo>
                <a:lnTo>
                  <a:pt x="11591984" y="28574"/>
                </a:lnTo>
                <a:lnTo>
                  <a:pt x="11591984" y="0"/>
                </a:lnTo>
                <a:lnTo>
                  <a:pt x="11620559" y="0"/>
                </a:lnTo>
                <a:lnTo>
                  <a:pt x="11620559" y="28574"/>
                </a:lnTo>
                <a:close/>
              </a:path>
              <a:path w="14687550" h="7551420">
                <a:moveTo>
                  <a:pt x="11677709" y="28574"/>
                </a:moveTo>
                <a:lnTo>
                  <a:pt x="11649134" y="28574"/>
                </a:lnTo>
                <a:lnTo>
                  <a:pt x="11649134" y="0"/>
                </a:lnTo>
                <a:lnTo>
                  <a:pt x="11677709" y="0"/>
                </a:lnTo>
                <a:lnTo>
                  <a:pt x="11677709" y="28574"/>
                </a:lnTo>
                <a:close/>
              </a:path>
              <a:path w="14687550" h="7551420">
                <a:moveTo>
                  <a:pt x="11734859" y="28574"/>
                </a:moveTo>
                <a:lnTo>
                  <a:pt x="11706284" y="28574"/>
                </a:lnTo>
                <a:lnTo>
                  <a:pt x="11706284" y="0"/>
                </a:lnTo>
                <a:lnTo>
                  <a:pt x="11734859" y="0"/>
                </a:lnTo>
                <a:lnTo>
                  <a:pt x="11734859" y="28574"/>
                </a:lnTo>
                <a:close/>
              </a:path>
              <a:path w="14687550" h="7551420">
                <a:moveTo>
                  <a:pt x="11792009" y="28574"/>
                </a:moveTo>
                <a:lnTo>
                  <a:pt x="11763434" y="28574"/>
                </a:lnTo>
                <a:lnTo>
                  <a:pt x="11763434" y="0"/>
                </a:lnTo>
                <a:lnTo>
                  <a:pt x="11792009" y="0"/>
                </a:lnTo>
                <a:lnTo>
                  <a:pt x="11792009" y="28574"/>
                </a:lnTo>
                <a:close/>
              </a:path>
              <a:path w="14687550" h="7551420">
                <a:moveTo>
                  <a:pt x="11849159" y="28574"/>
                </a:moveTo>
                <a:lnTo>
                  <a:pt x="11820584" y="28574"/>
                </a:lnTo>
                <a:lnTo>
                  <a:pt x="11820584" y="0"/>
                </a:lnTo>
                <a:lnTo>
                  <a:pt x="11849159" y="0"/>
                </a:lnTo>
                <a:lnTo>
                  <a:pt x="11849159" y="28574"/>
                </a:lnTo>
                <a:close/>
              </a:path>
              <a:path w="14687550" h="7551420">
                <a:moveTo>
                  <a:pt x="11906309" y="28574"/>
                </a:moveTo>
                <a:lnTo>
                  <a:pt x="11877734" y="28574"/>
                </a:lnTo>
                <a:lnTo>
                  <a:pt x="11877734" y="0"/>
                </a:lnTo>
                <a:lnTo>
                  <a:pt x="11906309" y="0"/>
                </a:lnTo>
                <a:lnTo>
                  <a:pt x="11906309" y="28574"/>
                </a:lnTo>
                <a:close/>
              </a:path>
              <a:path w="14687550" h="7551420">
                <a:moveTo>
                  <a:pt x="11963459" y="28574"/>
                </a:moveTo>
                <a:lnTo>
                  <a:pt x="11934884" y="28574"/>
                </a:lnTo>
                <a:lnTo>
                  <a:pt x="11934884" y="0"/>
                </a:lnTo>
                <a:lnTo>
                  <a:pt x="11963459" y="0"/>
                </a:lnTo>
                <a:lnTo>
                  <a:pt x="11963459" y="28574"/>
                </a:lnTo>
                <a:close/>
              </a:path>
              <a:path w="14687550" h="7551420">
                <a:moveTo>
                  <a:pt x="12020609" y="28574"/>
                </a:moveTo>
                <a:lnTo>
                  <a:pt x="11992034" y="28574"/>
                </a:lnTo>
                <a:lnTo>
                  <a:pt x="11992034" y="0"/>
                </a:lnTo>
                <a:lnTo>
                  <a:pt x="12020609" y="0"/>
                </a:lnTo>
                <a:lnTo>
                  <a:pt x="12020609" y="28574"/>
                </a:lnTo>
                <a:close/>
              </a:path>
              <a:path w="14687550" h="7551420">
                <a:moveTo>
                  <a:pt x="12077759" y="28574"/>
                </a:moveTo>
                <a:lnTo>
                  <a:pt x="12049184" y="28574"/>
                </a:lnTo>
                <a:lnTo>
                  <a:pt x="12049184" y="0"/>
                </a:lnTo>
                <a:lnTo>
                  <a:pt x="12077759" y="0"/>
                </a:lnTo>
                <a:lnTo>
                  <a:pt x="12077759" y="28574"/>
                </a:lnTo>
                <a:close/>
              </a:path>
              <a:path w="14687550" h="7551420">
                <a:moveTo>
                  <a:pt x="12134909" y="28574"/>
                </a:moveTo>
                <a:lnTo>
                  <a:pt x="12106334" y="28574"/>
                </a:lnTo>
                <a:lnTo>
                  <a:pt x="12106334" y="0"/>
                </a:lnTo>
                <a:lnTo>
                  <a:pt x="12134909" y="0"/>
                </a:lnTo>
                <a:lnTo>
                  <a:pt x="12134909" y="28574"/>
                </a:lnTo>
                <a:close/>
              </a:path>
              <a:path w="14687550" h="7551420">
                <a:moveTo>
                  <a:pt x="12192059" y="28574"/>
                </a:moveTo>
                <a:lnTo>
                  <a:pt x="12163484" y="28574"/>
                </a:lnTo>
                <a:lnTo>
                  <a:pt x="12163484" y="0"/>
                </a:lnTo>
                <a:lnTo>
                  <a:pt x="12192059" y="0"/>
                </a:lnTo>
                <a:lnTo>
                  <a:pt x="12192059" y="28574"/>
                </a:lnTo>
                <a:close/>
              </a:path>
              <a:path w="14687550" h="7551420">
                <a:moveTo>
                  <a:pt x="12249209" y="28574"/>
                </a:moveTo>
                <a:lnTo>
                  <a:pt x="12220634" y="28574"/>
                </a:lnTo>
                <a:lnTo>
                  <a:pt x="12220634" y="0"/>
                </a:lnTo>
                <a:lnTo>
                  <a:pt x="12249209" y="0"/>
                </a:lnTo>
                <a:lnTo>
                  <a:pt x="12249209" y="28574"/>
                </a:lnTo>
                <a:close/>
              </a:path>
              <a:path w="14687550" h="7551420">
                <a:moveTo>
                  <a:pt x="12306359" y="28574"/>
                </a:moveTo>
                <a:lnTo>
                  <a:pt x="12277784" y="28574"/>
                </a:lnTo>
                <a:lnTo>
                  <a:pt x="12277784" y="0"/>
                </a:lnTo>
                <a:lnTo>
                  <a:pt x="12306359" y="0"/>
                </a:lnTo>
                <a:lnTo>
                  <a:pt x="12306359" y="28574"/>
                </a:lnTo>
                <a:close/>
              </a:path>
              <a:path w="14687550" h="7551420">
                <a:moveTo>
                  <a:pt x="12363509" y="28574"/>
                </a:moveTo>
                <a:lnTo>
                  <a:pt x="12334934" y="28574"/>
                </a:lnTo>
                <a:lnTo>
                  <a:pt x="12334934" y="0"/>
                </a:lnTo>
                <a:lnTo>
                  <a:pt x="12363509" y="0"/>
                </a:lnTo>
                <a:lnTo>
                  <a:pt x="12363509" y="28574"/>
                </a:lnTo>
                <a:close/>
              </a:path>
              <a:path w="14687550" h="7551420">
                <a:moveTo>
                  <a:pt x="12420659" y="28574"/>
                </a:moveTo>
                <a:lnTo>
                  <a:pt x="12392084" y="28574"/>
                </a:lnTo>
                <a:lnTo>
                  <a:pt x="12392084" y="0"/>
                </a:lnTo>
                <a:lnTo>
                  <a:pt x="12420659" y="0"/>
                </a:lnTo>
                <a:lnTo>
                  <a:pt x="12420659" y="28574"/>
                </a:lnTo>
                <a:close/>
              </a:path>
              <a:path w="14687550" h="7551420">
                <a:moveTo>
                  <a:pt x="12477809" y="28574"/>
                </a:moveTo>
                <a:lnTo>
                  <a:pt x="12449234" y="28574"/>
                </a:lnTo>
                <a:lnTo>
                  <a:pt x="12449234" y="0"/>
                </a:lnTo>
                <a:lnTo>
                  <a:pt x="12477809" y="0"/>
                </a:lnTo>
                <a:lnTo>
                  <a:pt x="12477809" y="28574"/>
                </a:lnTo>
                <a:close/>
              </a:path>
              <a:path w="14687550" h="7551420">
                <a:moveTo>
                  <a:pt x="12534959" y="28574"/>
                </a:moveTo>
                <a:lnTo>
                  <a:pt x="12506384" y="28574"/>
                </a:lnTo>
                <a:lnTo>
                  <a:pt x="12506384" y="0"/>
                </a:lnTo>
                <a:lnTo>
                  <a:pt x="12534959" y="0"/>
                </a:lnTo>
                <a:lnTo>
                  <a:pt x="12534959" y="28574"/>
                </a:lnTo>
                <a:close/>
              </a:path>
              <a:path w="14687550" h="7551420">
                <a:moveTo>
                  <a:pt x="12592109" y="28574"/>
                </a:moveTo>
                <a:lnTo>
                  <a:pt x="12563534" y="28574"/>
                </a:lnTo>
                <a:lnTo>
                  <a:pt x="12563534" y="0"/>
                </a:lnTo>
                <a:lnTo>
                  <a:pt x="12592109" y="0"/>
                </a:lnTo>
                <a:lnTo>
                  <a:pt x="12592109" y="28574"/>
                </a:lnTo>
                <a:close/>
              </a:path>
              <a:path w="14687550" h="7551420">
                <a:moveTo>
                  <a:pt x="12649259" y="28574"/>
                </a:moveTo>
                <a:lnTo>
                  <a:pt x="12620684" y="28574"/>
                </a:lnTo>
                <a:lnTo>
                  <a:pt x="12620684" y="0"/>
                </a:lnTo>
                <a:lnTo>
                  <a:pt x="12649259" y="0"/>
                </a:lnTo>
                <a:lnTo>
                  <a:pt x="12649259" y="28574"/>
                </a:lnTo>
                <a:close/>
              </a:path>
              <a:path w="14687550" h="7551420">
                <a:moveTo>
                  <a:pt x="12706409" y="28574"/>
                </a:moveTo>
                <a:lnTo>
                  <a:pt x="12677834" y="28574"/>
                </a:lnTo>
                <a:lnTo>
                  <a:pt x="12677834" y="0"/>
                </a:lnTo>
                <a:lnTo>
                  <a:pt x="12706409" y="0"/>
                </a:lnTo>
                <a:lnTo>
                  <a:pt x="12706409" y="28574"/>
                </a:lnTo>
                <a:close/>
              </a:path>
              <a:path w="14687550" h="7551420">
                <a:moveTo>
                  <a:pt x="12763559" y="28574"/>
                </a:moveTo>
                <a:lnTo>
                  <a:pt x="12734984" y="28574"/>
                </a:lnTo>
                <a:lnTo>
                  <a:pt x="12734984" y="0"/>
                </a:lnTo>
                <a:lnTo>
                  <a:pt x="12763559" y="0"/>
                </a:lnTo>
                <a:lnTo>
                  <a:pt x="12763559" y="28574"/>
                </a:lnTo>
                <a:close/>
              </a:path>
              <a:path w="14687550" h="7551420">
                <a:moveTo>
                  <a:pt x="12820709" y="28574"/>
                </a:moveTo>
                <a:lnTo>
                  <a:pt x="12792134" y="28574"/>
                </a:lnTo>
                <a:lnTo>
                  <a:pt x="12792134" y="0"/>
                </a:lnTo>
                <a:lnTo>
                  <a:pt x="12820709" y="0"/>
                </a:lnTo>
                <a:lnTo>
                  <a:pt x="12820709" y="28574"/>
                </a:lnTo>
                <a:close/>
              </a:path>
              <a:path w="14687550" h="7551420">
                <a:moveTo>
                  <a:pt x="12877859" y="28574"/>
                </a:moveTo>
                <a:lnTo>
                  <a:pt x="12849284" y="28574"/>
                </a:lnTo>
                <a:lnTo>
                  <a:pt x="12849284" y="0"/>
                </a:lnTo>
                <a:lnTo>
                  <a:pt x="12877859" y="0"/>
                </a:lnTo>
                <a:lnTo>
                  <a:pt x="12877859" y="28574"/>
                </a:lnTo>
                <a:close/>
              </a:path>
              <a:path w="14687550" h="7551420">
                <a:moveTo>
                  <a:pt x="12935009" y="28574"/>
                </a:moveTo>
                <a:lnTo>
                  <a:pt x="12906434" y="28574"/>
                </a:lnTo>
                <a:lnTo>
                  <a:pt x="12906434" y="0"/>
                </a:lnTo>
                <a:lnTo>
                  <a:pt x="12935009" y="0"/>
                </a:lnTo>
                <a:lnTo>
                  <a:pt x="12935009" y="28574"/>
                </a:lnTo>
                <a:close/>
              </a:path>
              <a:path w="14687550" h="7551420">
                <a:moveTo>
                  <a:pt x="12992159" y="28574"/>
                </a:moveTo>
                <a:lnTo>
                  <a:pt x="12963584" y="28574"/>
                </a:lnTo>
                <a:lnTo>
                  <a:pt x="12963584" y="0"/>
                </a:lnTo>
                <a:lnTo>
                  <a:pt x="12992159" y="0"/>
                </a:lnTo>
                <a:lnTo>
                  <a:pt x="12992159" y="28574"/>
                </a:lnTo>
                <a:close/>
              </a:path>
              <a:path w="14687550" h="7551420">
                <a:moveTo>
                  <a:pt x="13049309" y="28574"/>
                </a:moveTo>
                <a:lnTo>
                  <a:pt x="13020734" y="28574"/>
                </a:lnTo>
                <a:lnTo>
                  <a:pt x="13020734" y="0"/>
                </a:lnTo>
                <a:lnTo>
                  <a:pt x="13049309" y="0"/>
                </a:lnTo>
                <a:lnTo>
                  <a:pt x="13049309" y="28574"/>
                </a:lnTo>
                <a:close/>
              </a:path>
              <a:path w="14687550" h="7551420">
                <a:moveTo>
                  <a:pt x="13106459" y="28574"/>
                </a:moveTo>
                <a:lnTo>
                  <a:pt x="13077884" y="28574"/>
                </a:lnTo>
                <a:lnTo>
                  <a:pt x="13077884" y="0"/>
                </a:lnTo>
                <a:lnTo>
                  <a:pt x="13106459" y="0"/>
                </a:lnTo>
                <a:lnTo>
                  <a:pt x="13106459" y="28574"/>
                </a:lnTo>
                <a:close/>
              </a:path>
              <a:path w="14687550" h="7551420">
                <a:moveTo>
                  <a:pt x="13163609" y="28574"/>
                </a:moveTo>
                <a:lnTo>
                  <a:pt x="13135034" y="28574"/>
                </a:lnTo>
                <a:lnTo>
                  <a:pt x="13135034" y="0"/>
                </a:lnTo>
                <a:lnTo>
                  <a:pt x="13163609" y="0"/>
                </a:lnTo>
                <a:lnTo>
                  <a:pt x="13163609" y="28574"/>
                </a:lnTo>
                <a:close/>
              </a:path>
              <a:path w="14687550" h="7551420">
                <a:moveTo>
                  <a:pt x="13220759" y="28574"/>
                </a:moveTo>
                <a:lnTo>
                  <a:pt x="13192184" y="28574"/>
                </a:lnTo>
                <a:lnTo>
                  <a:pt x="13192184" y="0"/>
                </a:lnTo>
                <a:lnTo>
                  <a:pt x="13220759" y="0"/>
                </a:lnTo>
                <a:lnTo>
                  <a:pt x="13220759" y="28574"/>
                </a:lnTo>
                <a:close/>
              </a:path>
              <a:path w="14687550" h="7551420">
                <a:moveTo>
                  <a:pt x="13277909" y="28574"/>
                </a:moveTo>
                <a:lnTo>
                  <a:pt x="13249334" y="28574"/>
                </a:lnTo>
                <a:lnTo>
                  <a:pt x="13249334" y="0"/>
                </a:lnTo>
                <a:lnTo>
                  <a:pt x="13277909" y="0"/>
                </a:lnTo>
                <a:lnTo>
                  <a:pt x="13277909" y="28574"/>
                </a:lnTo>
                <a:close/>
              </a:path>
              <a:path w="14687550" h="7551420">
                <a:moveTo>
                  <a:pt x="13335059" y="28574"/>
                </a:moveTo>
                <a:lnTo>
                  <a:pt x="13306484" y="28574"/>
                </a:lnTo>
                <a:lnTo>
                  <a:pt x="13306484" y="0"/>
                </a:lnTo>
                <a:lnTo>
                  <a:pt x="13335059" y="0"/>
                </a:lnTo>
                <a:lnTo>
                  <a:pt x="13335059" y="28574"/>
                </a:lnTo>
                <a:close/>
              </a:path>
              <a:path w="14687550" h="7551420">
                <a:moveTo>
                  <a:pt x="13392209" y="28574"/>
                </a:moveTo>
                <a:lnTo>
                  <a:pt x="13363634" y="28574"/>
                </a:lnTo>
                <a:lnTo>
                  <a:pt x="13363634" y="0"/>
                </a:lnTo>
                <a:lnTo>
                  <a:pt x="13392209" y="0"/>
                </a:lnTo>
                <a:lnTo>
                  <a:pt x="13392209" y="28574"/>
                </a:lnTo>
                <a:close/>
              </a:path>
              <a:path w="14687550" h="7551420">
                <a:moveTo>
                  <a:pt x="13449359" y="28574"/>
                </a:moveTo>
                <a:lnTo>
                  <a:pt x="13420784" y="28574"/>
                </a:lnTo>
                <a:lnTo>
                  <a:pt x="13420784" y="0"/>
                </a:lnTo>
                <a:lnTo>
                  <a:pt x="13449359" y="0"/>
                </a:lnTo>
                <a:lnTo>
                  <a:pt x="13449359" y="28574"/>
                </a:lnTo>
                <a:close/>
              </a:path>
              <a:path w="14687550" h="7551420">
                <a:moveTo>
                  <a:pt x="13506509" y="28574"/>
                </a:moveTo>
                <a:lnTo>
                  <a:pt x="13477934" y="28574"/>
                </a:lnTo>
                <a:lnTo>
                  <a:pt x="13477934" y="0"/>
                </a:lnTo>
                <a:lnTo>
                  <a:pt x="13506509" y="0"/>
                </a:lnTo>
                <a:lnTo>
                  <a:pt x="13506509" y="28574"/>
                </a:lnTo>
                <a:close/>
              </a:path>
              <a:path w="14687550" h="7551420">
                <a:moveTo>
                  <a:pt x="13563659" y="28574"/>
                </a:moveTo>
                <a:lnTo>
                  <a:pt x="13535084" y="28574"/>
                </a:lnTo>
                <a:lnTo>
                  <a:pt x="13535084" y="0"/>
                </a:lnTo>
                <a:lnTo>
                  <a:pt x="13563659" y="0"/>
                </a:lnTo>
                <a:lnTo>
                  <a:pt x="13563659" y="28574"/>
                </a:lnTo>
                <a:close/>
              </a:path>
              <a:path w="14687550" h="7551420">
                <a:moveTo>
                  <a:pt x="13620809" y="28574"/>
                </a:moveTo>
                <a:lnTo>
                  <a:pt x="13592234" y="28574"/>
                </a:lnTo>
                <a:lnTo>
                  <a:pt x="13592234" y="0"/>
                </a:lnTo>
                <a:lnTo>
                  <a:pt x="13620809" y="0"/>
                </a:lnTo>
                <a:lnTo>
                  <a:pt x="13620809" y="28574"/>
                </a:lnTo>
                <a:close/>
              </a:path>
              <a:path w="14687550" h="7551420">
                <a:moveTo>
                  <a:pt x="13677959" y="28574"/>
                </a:moveTo>
                <a:lnTo>
                  <a:pt x="13649384" y="28574"/>
                </a:lnTo>
                <a:lnTo>
                  <a:pt x="13649384" y="0"/>
                </a:lnTo>
                <a:lnTo>
                  <a:pt x="13677959" y="0"/>
                </a:lnTo>
                <a:lnTo>
                  <a:pt x="13677959" y="28574"/>
                </a:lnTo>
                <a:close/>
              </a:path>
              <a:path w="14687550" h="7551420">
                <a:moveTo>
                  <a:pt x="13735109" y="28574"/>
                </a:moveTo>
                <a:lnTo>
                  <a:pt x="13706534" y="28574"/>
                </a:lnTo>
                <a:lnTo>
                  <a:pt x="13706534" y="0"/>
                </a:lnTo>
                <a:lnTo>
                  <a:pt x="13735109" y="0"/>
                </a:lnTo>
                <a:lnTo>
                  <a:pt x="13735109" y="28574"/>
                </a:lnTo>
                <a:close/>
              </a:path>
              <a:path w="14687550" h="7551420">
                <a:moveTo>
                  <a:pt x="13792259" y="28574"/>
                </a:moveTo>
                <a:lnTo>
                  <a:pt x="13763684" y="28574"/>
                </a:lnTo>
                <a:lnTo>
                  <a:pt x="13763684" y="0"/>
                </a:lnTo>
                <a:lnTo>
                  <a:pt x="13792259" y="0"/>
                </a:lnTo>
                <a:lnTo>
                  <a:pt x="13792259" y="28574"/>
                </a:lnTo>
                <a:close/>
              </a:path>
              <a:path w="14687550" h="7551420">
                <a:moveTo>
                  <a:pt x="13849409" y="28574"/>
                </a:moveTo>
                <a:lnTo>
                  <a:pt x="13820834" y="28574"/>
                </a:lnTo>
                <a:lnTo>
                  <a:pt x="13820834" y="0"/>
                </a:lnTo>
                <a:lnTo>
                  <a:pt x="13849409" y="0"/>
                </a:lnTo>
                <a:lnTo>
                  <a:pt x="13849409" y="28574"/>
                </a:lnTo>
                <a:close/>
              </a:path>
              <a:path w="14687550" h="7551420">
                <a:moveTo>
                  <a:pt x="13906559" y="28574"/>
                </a:moveTo>
                <a:lnTo>
                  <a:pt x="13877984" y="28574"/>
                </a:lnTo>
                <a:lnTo>
                  <a:pt x="13877984" y="0"/>
                </a:lnTo>
                <a:lnTo>
                  <a:pt x="13906559" y="0"/>
                </a:lnTo>
                <a:lnTo>
                  <a:pt x="13906559" y="28574"/>
                </a:lnTo>
                <a:close/>
              </a:path>
              <a:path w="14687550" h="7551420">
                <a:moveTo>
                  <a:pt x="13963709" y="28574"/>
                </a:moveTo>
                <a:lnTo>
                  <a:pt x="13935134" y="28574"/>
                </a:lnTo>
                <a:lnTo>
                  <a:pt x="13935134" y="0"/>
                </a:lnTo>
                <a:lnTo>
                  <a:pt x="13963709" y="0"/>
                </a:lnTo>
                <a:lnTo>
                  <a:pt x="13963709" y="28574"/>
                </a:lnTo>
                <a:close/>
              </a:path>
              <a:path w="14687550" h="7551420">
                <a:moveTo>
                  <a:pt x="14020859" y="28574"/>
                </a:moveTo>
                <a:lnTo>
                  <a:pt x="13992284" y="28574"/>
                </a:lnTo>
                <a:lnTo>
                  <a:pt x="13992284" y="0"/>
                </a:lnTo>
                <a:lnTo>
                  <a:pt x="14020859" y="0"/>
                </a:lnTo>
                <a:lnTo>
                  <a:pt x="14020859" y="28574"/>
                </a:lnTo>
                <a:close/>
              </a:path>
              <a:path w="14687550" h="7551420">
                <a:moveTo>
                  <a:pt x="14078009" y="28574"/>
                </a:moveTo>
                <a:lnTo>
                  <a:pt x="14049434" y="28574"/>
                </a:lnTo>
                <a:lnTo>
                  <a:pt x="14049434" y="0"/>
                </a:lnTo>
                <a:lnTo>
                  <a:pt x="14078009" y="0"/>
                </a:lnTo>
                <a:lnTo>
                  <a:pt x="14078009" y="28574"/>
                </a:lnTo>
                <a:close/>
              </a:path>
              <a:path w="14687550" h="7551420">
                <a:moveTo>
                  <a:pt x="14135159" y="28574"/>
                </a:moveTo>
                <a:lnTo>
                  <a:pt x="14106584" y="28574"/>
                </a:lnTo>
                <a:lnTo>
                  <a:pt x="14106584" y="0"/>
                </a:lnTo>
                <a:lnTo>
                  <a:pt x="14135159" y="0"/>
                </a:lnTo>
                <a:lnTo>
                  <a:pt x="14135159" y="28574"/>
                </a:lnTo>
                <a:close/>
              </a:path>
              <a:path w="14687550" h="7551420">
                <a:moveTo>
                  <a:pt x="14192309" y="28574"/>
                </a:moveTo>
                <a:lnTo>
                  <a:pt x="14163734" y="28574"/>
                </a:lnTo>
                <a:lnTo>
                  <a:pt x="14163734" y="0"/>
                </a:lnTo>
                <a:lnTo>
                  <a:pt x="14192309" y="0"/>
                </a:lnTo>
                <a:lnTo>
                  <a:pt x="14192309" y="28574"/>
                </a:lnTo>
                <a:close/>
              </a:path>
              <a:path w="14687550" h="7551420">
                <a:moveTo>
                  <a:pt x="14249459" y="28574"/>
                </a:moveTo>
                <a:lnTo>
                  <a:pt x="14220884" y="28574"/>
                </a:lnTo>
                <a:lnTo>
                  <a:pt x="14220884" y="0"/>
                </a:lnTo>
                <a:lnTo>
                  <a:pt x="14249459" y="0"/>
                </a:lnTo>
                <a:lnTo>
                  <a:pt x="14249459" y="28574"/>
                </a:lnTo>
                <a:close/>
              </a:path>
              <a:path w="14687550" h="7551420">
                <a:moveTo>
                  <a:pt x="14306609" y="28574"/>
                </a:moveTo>
                <a:lnTo>
                  <a:pt x="14278034" y="28574"/>
                </a:lnTo>
                <a:lnTo>
                  <a:pt x="14278034" y="0"/>
                </a:lnTo>
                <a:lnTo>
                  <a:pt x="14306609" y="0"/>
                </a:lnTo>
                <a:lnTo>
                  <a:pt x="14306609" y="28574"/>
                </a:lnTo>
                <a:close/>
              </a:path>
              <a:path w="14687550" h="7551420">
                <a:moveTo>
                  <a:pt x="14363759" y="28574"/>
                </a:moveTo>
                <a:lnTo>
                  <a:pt x="14335184" y="28574"/>
                </a:lnTo>
                <a:lnTo>
                  <a:pt x="14335184" y="0"/>
                </a:lnTo>
                <a:lnTo>
                  <a:pt x="14363759" y="0"/>
                </a:lnTo>
                <a:lnTo>
                  <a:pt x="14363759" y="28574"/>
                </a:lnTo>
                <a:close/>
              </a:path>
              <a:path w="14687550" h="7551420">
                <a:moveTo>
                  <a:pt x="14420909" y="28574"/>
                </a:moveTo>
                <a:lnTo>
                  <a:pt x="14392334" y="28574"/>
                </a:lnTo>
                <a:lnTo>
                  <a:pt x="14392334" y="0"/>
                </a:lnTo>
                <a:lnTo>
                  <a:pt x="14420909" y="0"/>
                </a:lnTo>
                <a:lnTo>
                  <a:pt x="14420909" y="28574"/>
                </a:lnTo>
                <a:close/>
              </a:path>
              <a:path w="14687550" h="7551420">
                <a:moveTo>
                  <a:pt x="14478059" y="28574"/>
                </a:moveTo>
                <a:lnTo>
                  <a:pt x="14449484" y="28574"/>
                </a:lnTo>
                <a:lnTo>
                  <a:pt x="14449484" y="0"/>
                </a:lnTo>
                <a:lnTo>
                  <a:pt x="14478059" y="0"/>
                </a:lnTo>
                <a:lnTo>
                  <a:pt x="14478059" y="28574"/>
                </a:lnTo>
                <a:close/>
              </a:path>
              <a:path w="14687550" h="7551420">
                <a:moveTo>
                  <a:pt x="14534350" y="28574"/>
                </a:moveTo>
                <a:lnTo>
                  <a:pt x="14506634" y="28574"/>
                </a:lnTo>
                <a:lnTo>
                  <a:pt x="14506634" y="0"/>
                </a:lnTo>
                <a:lnTo>
                  <a:pt x="14529880" y="0"/>
                </a:lnTo>
                <a:lnTo>
                  <a:pt x="14535288" y="535"/>
                </a:lnTo>
                <a:lnTo>
                  <a:pt x="14534350" y="28574"/>
                </a:lnTo>
                <a:close/>
              </a:path>
              <a:path w="14687550" h="7551420">
                <a:moveTo>
                  <a:pt x="14580377" y="38506"/>
                </a:moveTo>
                <a:lnTo>
                  <a:pt x="14573088" y="35523"/>
                </a:lnTo>
                <a:lnTo>
                  <a:pt x="14565592" y="33204"/>
                </a:lnTo>
                <a:lnTo>
                  <a:pt x="14557890" y="31549"/>
                </a:lnTo>
                <a:lnTo>
                  <a:pt x="14563849" y="3818"/>
                </a:lnTo>
                <a:lnTo>
                  <a:pt x="14591173" y="12121"/>
                </a:lnTo>
                <a:lnTo>
                  <a:pt x="14580377" y="38506"/>
                </a:lnTo>
                <a:close/>
              </a:path>
              <a:path w="14687550" h="7551420">
                <a:moveTo>
                  <a:pt x="14620099" y="63730"/>
                </a:moveTo>
                <a:lnTo>
                  <a:pt x="14614256" y="58361"/>
                </a:lnTo>
                <a:lnTo>
                  <a:pt x="14607986" y="53553"/>
                </a:lnTo>
                <a:lnTo>
                  <a:pt x="14601286" y="49305"/>
                </a:lnTo>
                <a:lnTo>
                  <a:pt x="14616416" y="25443"/>
                </a:lnTo>
                <a:lnTo>
                  <a:pt x="14619714" y="27204"/>
                </a:lnTo>
                <a:lnTo>
                  <a:pt x="14639076" y="43079"/>
                </a:lnTo>
                <a:lnTo>
                  <a:pt x="14620099" y="63730"/>
                </a:lnTo>
                <a:close/>
              </a:path>
              <a:path w="14687550" h="7551420">
                <a:moveTo>
                  <a:pt x="14648674" y="101349"/>
                </a:moveTo>
                <a:lnTo>
                  <a:pt x="14645087" y="94314"/>
                </a:lnTo>
                <a:lnTo>
                  <a:pt x="14640911" y="87652"/>
                </a:lnTo>
                <a:lnTo>
                  <a:pt x="14636143" y="81366"/>
                </a:lnTo>
                <a:lnTo>
                  <a:pt x="14658380" y="64505"/>
                </a:lnTo>
                <a:lnTo>
                  <a:pt x="14664597" y="72087"/>
                </a:lnTo>
                <a:lnTo>
                  <a:pt x="14673471" y="88708"/>
                </a:lnTo>
                <a:lnTo>
                  <a:pt x="14648674" y="101349"/>
                </a:lnTo>
                <a:close/>
              </a:path>
              <a:path w="14687550" h="7551420">
                <a:moveTo>
                  <a:pt x="14662306" y="146267"/>
                </a:moveTo>
                <a:lnTo>
                  <a:pt x="14661379" y="138426"/>
                </a:lnTo>
                <a:lnTo>
                  <a:pt x="14659768" y="130724"/>
                </a:lnTo>
                <a:lnTo>
                  <a:pt x="14657469" y="123160"/>
                </a:lnTo>
                <a:lnTo>
                  <a:pt x="14684071" y="115077"/>
                </a:lnTo>
                <a:lnTo>
                  <a:pt x="14687549" y="126523"/>
                </a:lnTo>
                <a:lnTo>
                  <a:pt x="14687549" y="143285"/>
                </a:lnTo>
                <a:lnTo>
                  <a:pt x="14662306" y="146267"/>
                </a:lnTo>
                <a:close/>
              </a:path>
              <a:path w="14687550" h="7551420">
                <a:moveTo>
                  <a:pt x="14687549" y="200287"/>
                </a:moveTo>
                <a:lnTo>
                  <a:pt x="14663227" y="200287"/>
                </a:lnTo>
                <a:lnTo>
                  <a:pt x="14663227" y="171712"/>
                </a:lnTo>
                <a:lnTo>
                  <a:pt x="14687549" y="171712"/>
                </a:lnTo>
                <a:lnTo>
                  <a:pt x="14687549" y="200287"/>
                </a:lnTo>
                <a:close/>
              </a:path>
              <a:path w="14687550" h="7551420">
                <a:moveTo>
                  <a:pt x="14687549" y="257437"/>
                </a:moveTo>
                <a:lnTo>
                  <a:pt x="14663227" y="257437"/>
                </a:lnTo>
                <a:lnTo>
                  <a:pt x="14663227" y="228862"/>
                </a:lnTo>
                <a:lnTo>
                  <a:pt x="14687549" y="228862"/>
                </a:lnTo>
                <a:lnTo>
                  <a:pt x="14687549" y="257437"/>
                </a:lnTo>
                <a:close/>
              </a:path>
              <a:path w="14687550" h="7551420">
                <a:moveTo>
                  <a:pt x="14687549" y="314587"/>
                </a:moveTo>
                <a:lnTo>
                  <a:pt x="14663227" y="314587"/>
                </a:lnTo>
                <a:lnTo>
                  <a:pt x="14663227" y="286012"/>
                </a:lnTo>
                <a:lnTo>
                  <a:pt x="14687549" y="286012"/>
                </a:lnTo>
                <a:lnTo>
                  <a:pt x="14687549" y="314587"/>
                </a:lnTo>
                <a:close/>
              </a:path>
              <a:path w="14687550" h="7551420">
                <a:moveTo>
                  <a:pt x="14687549" y="371737"/>
                </a:moveTo>
                <a:lnTo>
                  <a:pt x="14663227" y="371737"/>
                </a:lnTo>
                <a:lnTo>
                  <a:pt x="14663227" y="343162"/>
                </a:lnTo>
                <a:lnTo>
                  <a:pt x="14687549" y="343162"/>
                </a:lnTo>
                <a:lnTo>
                  <a:pt x="14687549" y="371737"/>
                </a:lnTo>
                <a:close/>
              </a:path>
              <a:path w="14687550" h="7551420">
                <a:moveTo>
                  <a:pt x="14687549" y="428887"/>
                </a:moveTo>
                <a:lnTo>
                  <a:pt x="14663227" y="428887"/>
                </a:lnTo>
                <a:lnTo>
                  <a:pt x="14663227" y="400312"/>
                </a:lnTo>
                <a:lnTo>
                  <a:pt x="14687549" y="400312"/>
                </a:lnTo>
                <a:lnTo>
                  <a:pt x="14687549" y="428887"/>
                </a:lnTo>
                <a:close/>
              </a:path>
              <a:path w="14687550" h="7551420">
                <a:moveTo>
                  <a:pt x="14687549" y="486037"/>
                </a:moveTo>
                <a:lnTo>
                  <a:pt x="14663227" y="486037"/>
                </a:lnTo>
                <a:lnTo>
                  <a:pt x="14663227" y="457462"/>
                </a:lnTo>
                <a:lnTo>
                  <a:pt x="14687549" y="457462"/>
                </a:lnTo>
                <a:lnTo>
                  <a:pt x="14687549" y="486037"/>
                </a:lnTo>
                <a:close/>
              </a:path>
              <a:path w="14687550" h="7551420">
                <a:moveTo>
                  <a:pt x="14687549" y="543187"/>
                </a:moveTo>
                <a:lnTo>
                  <a:pt x="14663227" y="543187"/>
                </a:lnTo>
                <a:lnTo>
                  <a:pt x="14663227" y="514612"/>
                </a:lnTo>
                <a:lnTo>
                  <a:pt x="14687549" y="514612"/>
                </a:lnTo>
                <a:lnTo>
                  <a:pt x="14687549" y="543187"/>
                </a:lnTo>
                <a:close/>
              </a:path>
              <a:path w="14687550" h="7551420">
                <a:moveTo>
                  <a:pt x="14687549" y="600337"/>
                </a:moveTo>
                <a:lnTo>
                  <a:pt x="14663227" y="600337"/>
                </a:lnTo>
                <a:lnTo>
                  <a:pt x="14663227" y="571762"/>
                </a:lnTo>
                <a:lnTo>
                  <a:pt x="14687549" y="571762"/>
                </a:lnTo>
                <a:lnTo>
                  <a:pt x="14687549" y="600337"/>
                </a:lnTo>
                <a:close/>
              </a:path>
              <a:path w="14687550" h="7551420">
                <a:moveTo>
                  <a:pt x="14687549" y="657487"/>
                </a:moveTo>
                <a:lnTo>
                  <a:pt x="14663227" y="657487"/>
                </a:lnTo>
                <a:lnTo>
                  <a:pt x="14663227" y="628912"/>
                </a:lnTo>
                <a:lnTo>
                  <a:pt x="14687549" y="628912"/>
                </a:lnTo>
                <a:lnTo>
                  <a:pt x="14687549" y="657487"/>
                </a:lnTo>
                <a:close/>
              </a:path>
              <a:path w="14687550" h="7551420">
                <a:moveTo>
                  <a:pt x="14687549" y="714637"/>
                </a:moveTo>
                <a:lnTo>
                  <a:pt x="14663227" y="714637"/>
                </a:lnTo>
                <a:lnTo>
                  <a:pt x="14663227" y="686062"/>
                </a:lnTo>
                <a:lnTo>
                  <a:pt x="14687549" y="686062"/>
                </a:lnTo>
                <a:lnTo>
                  <a:pt x="14687549" y="714637"/>
                </a:lnTo>
                <a:close/>
              </a:path>
              <a:path w="14687550" h="7551420">
                <a:moveTo>
                  <a:pt x="14687549" y="771787"/>
                </a:moveTo>
                <a:lnTo>
                  <a:pt x="14663227" y="771787"/>
                </a:lnTo>
                <a:lnTo>
                  <a:pt x="14663227" y="743212"/>
                </a:lnTo>
                <a:lnTo>
                  <a:pt x="14687549" y="743212"/>
                </a:lnTo>
                <a:lnTo>
                  <a:pt x="14687549" y="771787"/>
                </a:lnTo>
                <a:close/>
              </a:path>
              <a:path w="14687550" h="7551420">
                <a:moveTo>
                  <a:pt x="14687549" y="828937"/>
                </a:moveTo>
                <a:lnTo>
                  <a:pt x="14663227" y="828937"/>
                </a:lnTo>
                <a:lnTo>
                  <a:pt x="14663227" y="800362"/>
                </a:lnTo>
                <a:lnTo>
                  <a:pt x="14687549" y="800362"/>
                </a:lnTo>
                <a:lnTo>
                  <a:pt x="14687549" y="828937"/>
                </a:lnTo>
                <a:close/>
              </a:path>
              <a:path w="14687550" h="7551420">
                <a:moveTo>
                  <a:pt x="14687549" y="886087"/>
                </a:moveTo>
                <a:lnTo>
                  <a:pt x="14663227" y="886087"/>
                </a:lnTo>
                <a:lnTo>
                  <a:pt x="14663227" y="857512"/>
                </a:lnTo>
                <a:lnTo>
                  <a:pt x="14687549" y="857512"/>
                </a:lnTo>
                <a:lnTo>
                  <a:pt x="14687549" y="886087"/>
                </a:lnTo>
                <a:close/>
              </a:path>
              <a:path w="14687550" h="7551420">
                <a:moveTo>
                  <a:pt x="14687549" y="943237"/>
                </a:moveTo>
                <a:lnTo>
                  <a:pt x="14663227" y="943237"/>
                </a:lnTo>
                <a:lnTo>
                  <a:pt x="14663227" y="914662"/>
                </a:lnTo>
                <a:lnTo>
                  <a:pt x="14687549" y="914662"/>
                </a:lnTo>
                <a:lnTo>
                  <a:pt x="14687549" y="943237"/>
                </a:lnTo>
                <a:close/>
              </a:path>
              <a:path w="14687550" h="7551420">
                <a:moveTo>
                  <a:pt x="14687549" y="1000387"/>
                </a:moveTo>
                <a:lnTo>
                  <a:pt x="14663227" y="1000387"/>
                </a:lnTo>
                <a:lnTo>
                  <a:pt x="14663227" y="971812"/>
                </a:lnTo>
                <a:lnTo>
                  <a:pt x="14687549" y="971812"/>
                </a:lnTo>
                <a:lnTo>
                  <a:pt x="14687549" y="1000387"/>
                </a:lnTo>
                <a:close/>
              </a:path>
              <a:path w="14687550" h="7551420">
                <a:moveTo>
                  <a:pt x="14687549" y="1057537"/>
                </a:moveTo>
                <a:lnTo>
                  <a:pt x="14663227" y="1057537"/>
                </a:lnTo>
                <a:lnTo>
                  <a:pt x="14663227" y="1028962"/>
                </a:lnTo>
                <a:lnTo>
                  <a:pt x="14687549" y="1028962"/>
                </a:lnTo>
                <a:lnTo>
                  <a:pt x="14687549" y="1057537"/>
                </a:lnTo>
                <a:close/>
              </a:path>
              <a:path w="14687550" h="7551420">
                <a:moveTo>
                  <a:pt x="14687549" y="1114687"/>
                </a:moveTo>
                <a:lnTo>
                  <a:pt x="14663227" y="1114687"/>
                </a:lnTo>
                <a:lnTo>
                  <a:pt x="14663227" y="1086112"/>
                </a:lnTo>
                <a:lnTo>
                  <a:pt x="14687549" y="1086112"/>
                </a:lnTo>
                <a:lnTo>
                  <a:pt x="14687549" y="1114687"/>
                </a:lnTo>
                <a:close/>
              </a:path>
              <a:path w="14687550" h="7551420">
                <a:moveTo>
                  <a:pt x="14687549" y="1171837"/>
                </a:moveTo>
                <a:lnTo>
                  <a:pt x="14663227" y="1171837"/>
                </a:lnTo>
                <a:lnTo>
                  <a:pt x="14663227" y="1143262"/>
                </a:lnTo>
                <a:lnTo>
                  <a:pt x="14687549" y="1143262"/>
                </a:lnTo>
                <a:lnTo>
                  <a:pt x="14687549" y="1171837"/>
                </a:lnTo>
                <a:close/>
              </a:path>
              <a:path w="14687550" h="7551420">
                <a:moveTo>
                  <a:pt x="14687549" y="1228987"/>
                </a:moveTo>
                <a:lnTo>
                  <a:pt x="14663227" y="1228987"/>
                </a:lnTo>
                <a:lnTo>
                  <a:pt x="14663227" y="1200412"/>
                </a:lnTo>
                <a:lnTo>
                  <a:pt x="14687549" y="1200412"/>
                </a:lnTo>
                <a:lnTo>
                  <a:pt x="14687549" y="1228987"/>
                </a:lnTo>
                <a:close/>
              </a:path>
              <a:path w="14687550" h="7551420">
                <a:moveTo>
                  <a:pt x="14687549" y="1286137"/>
                </a:moveTo>
                <a:lnTo>
                  <a:pt x="14663227" y="1286137"/>
                </a:lnTo>
                <a:lnTo>
                  <a:pt x="14663227" y="1257562"/>
                </a:lnTo>
                <a:lnTo>
                  <a:pt x="14687549" y="1257562"/>
                </a:lnTo>
                <a:lnTo>
                  <a:pt x="14687549" y="1286137"/>
                </a:lnTo>
                <a:close/>
              </a:path>
              <a:path w="14687550" h="7551420">
                <a:moveTo>
                  <a:pt x="14687549" y="1343287"/>
                </a:moveTo>
                <a:lnTo>
                  <a:pt x="14663227" y="1343287"/>
                </a:lnTo>
                <a:lnTo>
                  <a:pt x="14663227" y="1314712"/>
                </a:lnTo>
                <a:lnTo>
                  <a:pt x="14687549" y="1314712"/>
                </a:lnTo>
                <a:lnTo>
                  <a:pt x="14687549" y="1343287"/>
                </a:lnTo>
                <a:close/>
              </a:path>
              <a:path w="14687550" h="7551420">
                <a:moveTo>
                  <a:pt x="14687549" y="1400437"/>
                </a:moveTo>
                <a:lnTo>
                  <a:pt x="14663227" y="1400437"/>
                </a:lnTo>
                <a:lnTo>
                  <a:pt x="14663227" y="1371862"/>
                </a:lnTo>
                <a:lnTo>
                  <a:pt x="14687549" y="1371862"/>
                </a:lnTo>
                <a:lnTo>
                  <a:pt x="14687549" y="1400437"/>
                </a:lnTo>
                <a:close/>
              </a:path>
              <a:path w="14687550" h="7551420">
                <a:moveTo>
                  <a:pt x="14687549" y="1457587"/>
                </a:moveTo>
                <a:lnTo>
                  <a:pt x="14663227" y="1457587"/>
                </a:lnTo>
                <a:lnTo>
                  <a:pt x="14663227" y="1429012"/>
                </a:lnTo>
                <a:lnTo>
                  <a:pt x="14687549" y="1429012"/>
                </a:lnTo>
                <a:lnTo>
                  <a:pt x="14687549" y="1457587"/>
                </a:lnTo>
                <a:close/>
              </a:path>
              <a:path w="14687550" h="7551420">
                <a:moveTo>
                  <a:pt x="14687549" y="1514737"/>
                </a:moveTo>
                <a:lnTo>
                  <a:pt x="14663227" y="1514737"/>
                </a:lnTo>
                <a:lnTo>
                  <a:pt x="14663227" y="1486162"/>
                </a:lnTo>
                <a:lnTo>
                  <a:pt x="14687549" y="1486162"/>
                </a:lnTo>
                <a:lnTo>
                  <a:pt x="14687549" y="1514737"/>
                </a:lnTo>
                <a:close/>
              </a:path>
              <a:path w="14687550" h="7551420">
                <a:moveTo>
                  <a:pt x="14687549" y="1571887"/>
                </a:moveTo>
                <a:lnTo>
                  <a:pt x="14663227" y="1571887"/>
                </a:lnTo>
                <a:lnTo>
                  <a:pt x="14663227" y="1543312"/>
                </a:lnTo>
                <a:lnTo>
                  <a:pt x="14687549" y="1543312"/>
                </a:lnTo>
                <a:lnTo>
                  <a:pt x="14687549" y="1571887"/>
                </a:lnTo>
                <a:close/>
              </a:path>
              <a:path w="14687550" h="7551420">
                <a:moveTo>
                  <a:pt x="14687549" y="1629037"/>
                </a:moveTo>
                <a:lnTo>
                  <a:pt x="14663227" y="1629037"/>
                </a:lnTo>
                <a:lnTo>
                  <a:pt x="14663227" y="1600462"/>
                </a:lnTo>
                <a:lnTo>
                  <a:pt x="14687549" y="1600462"/>
                </a:lnTo>
                <a:lnTo>
                  <a:pt x="14687549" y="1629037"/>
                </a:lnTo>
                <a:close/>
              </a:path>
              <a:path w="14687550" h="7551420">
                <a:moveTo>
                  <a:pt x="14687549" y="1686187"/>
                </a:moveTo>
                <a:lnTo>
                  <a:pt x="14663227" y="1686187"/>
                </a:lnTo>
                <a:lnTo>
                  <a:pt x="14663227" y="1657612"/>
                </a:lnTo>
                <a:lnTo>
                  <a:pt x="14687549" y="1657612"/>
                </a:lnTo>
                <a:lnTo>
                  <a:pt x="14687549" y="1686187"/>
                </a:lnTo>
                <a:close/>
              </a:path>
              <a:path w="14687550" h="7551420">
                <a:moveTo>
                  <a:pt x="14687549" y="1743337"/>
                </a:moveTo>
                <a:lnTo>
                  <a:pt x="14663227" y="1743337"/>
                </a:lnTo>
                <a:lnTo>
                  <a:pt x="14663227" y="1714762"/>
                </a:lnTo>
                <a:lnTo>
                  <a:pt x="14687549" y="1714762"/>
                </a:lnTo>
                <a:lnTo>
                  <a:pt x="14687549" y="1743337"/>
                </a:lnTo>
                <a:close/>
              </a:path>
              <a:path w="14687550" h="7551420">
                <a:moveTo>
                  <a:pt x="14687549" y="1800487"/>
                </a:moveTo>
                <a:lnTo>
                  <a:pt x="14663227" y="1800487"/>
                </a:lnTo>
                <a:lnTo>
                  <a:pt x="14663227" y="1771912"/>
                </a:lnTo>
                <a:lnTo>
                  <a:pt x="14687549" y="1771912"/>
                </a:lnTo>
                <a:lnTo>
                  <a:pt x="14687549" y="1800487"/>
                </a:lnTo>
                <a:close/>
              </a:path>
              <a:path w="14687550" h="7551420">
                <a:moveTo>
                  <a:pt x="14687549" y="1857637"/>
                </a:moveTo>
                <a:lnTo>
                  <a:pt x="14663227" y="1857637"/>
                </a:lnTo>
                <a:lnTo>
                  <a:pt x="14663227" y="1829062"/>
                </a:lnTo>
                <a:lnTo>
                  <a:pt x="14687549" y="1829062"/>
                </a:lnTo>
                <a:lnTo>
                  <a:pt x="14687549" y="1857637"/>
                </a:lnTo>
                <a:close/>
              </a:path>
              <a:path w="14687550" h="7551420">
                <a:moveTo>
                  <a:pt x="14687549" y="1914787"/>
                </a:moveTo>
                <a:lnTo>
                  <a:pt x="14663227" y="1914787"/>
                </a:lnTo>
                <a:lnTo>
                  <a:pt x="14663227" y="1886212"/>
                </a:lnTo>
                <a:lnTo>
                  <a:pt x="14687549" y="1886212"/>
                </a:lnTo>
                <a:lnTo>
                  <a:pt x="14687549" y="1914787"/>
                </a:lnTo>
                <a:close/>
              </a:path>
              <a:path w="14687550" h="7551420">
                <a:moveTo>
                  <a:pt x="14687549" y="1971937"/>
                </a:moveTo>
                <a:lnTo>
                  <a:pt x="14663227" y="1971937"/>
                </a:lnTo>
                <a:lnTo>
                  <a:pt x="14663227" y="1943362"/>
                </a:lnTo>
                <a:lnTo>
                  <a:pt x="14687549" y="1943362"/>
                </a:lnTo>
                <a:lnTo>
                  <a:pt x="14687549" y="1971937"/>
                </a:lnTo>
                <a:close/>
              </a:path>
              <a:path w="14687550" h="7551420">
                <a:moveTo>
                  <a:pt x="14687549" y="2029087"/>
                </a:moveTo>
                <a:lnTo>
                  <a:pt x="14663227" y="2029087"/>
                </a:lnTo>
                <a:lnTo>
                  <a:pt x="14663227" y="2000512"/>
                </a:lnTo>
                <a:lnTo>
                  <a:pt x="14687549" y="2000512"/>
                </a:lnTo>
                <a:lnTo>
                  <a:pt x="14687549" y="2029087"/>
                </a:lnTo>
                <a:close/>
              </a:path>
              <a:path w="14687550" h="7551420">
                <a:moveTo>
                  <a:pt x="14687549" y="2086237"/>
                </a:moveTo>
                <a:lnTo>
                  <a:pt x="14663227" y="2086237"/>
                </a:lnTo>
                <a:lnTo>
                  <a:pt x="14663227" y="2057662"/>
                </a:lnTo>
                <a:lnTo>
                  <a:pt x="14687549" y="2057662"/>
                </a:lnTo>
                <a:lnTo>
                  <a:pt x="14687549" y="2086237"/>
                </a:lnTo>
                <a:close/>
              </a:path>
              <a:path w="14687550" h="7551420">
                <a:moveTo>
                  <a:pt x="14687549" y="2143387"/>
                </a:moveTo>
                <a:lnTo>
                  <a:pt x="14663227" y="2143387"/>
                </a:lnTo>
                <a:lnTo>
                  <a:pt x="14663227" y="2114812"/>
                </a:lnTo>
                <a:lnTo>
                  <a:pt x="14687549" y="2114812"/>
                </a:lnTo>
                <a:lnTo>
                  <a:pt x="14687549" y="2143387"/>
                </a:lnTo>
                <a:close/>
              </a:path>
              <a:path w="14687550" h="7551420">
                <a:moveTo>
                  <a:pt x="14687549" y="2200537"/>
                </a:moveTo>
                <a:lnTo>
                  <a:pt x="14663227" y="2200537"/>
                </a:lnTo>
                <a:lnTo>
                  <a:pt x="14663227" y="2171962"/>
                </a:lnTo>
                <a:lnTo>
                  <a:pt x="14687549" y="2171962"/>
                </a:lnTo>
                <a:lnTo>
                  <a:pt x="14687549" y="2200537"/>
                </a:lnTo>
                <a:close/>
              </a:path>
              <a:path w="14687550" h="7551420">
                <a:moveTo>
                  <a:pt x="14687549" y="2257687"/>
                </a:moveTo>
                <a:lnTo>
                  <a:pt x="14663227" y="2257687"/>
                </a:lnTo>
                <a:lnTo>
                  <a:pt x="14663227" y="2229112"/>
                </a:lnTo>
                <a:lnTo>
                  <a:pt x="14687549" y="2229112"/>
                </a:lnTo>
                <a:lnTo>
                  <a:pt x="14687549" y="2257687"/>
                </a:lnTo>
                <a:close/>
              </a:path>
              <a:path w="14687550" h="7551420">
                <a:moveTo>
                  <a:pt x="14687549" y="2314837"/>
                </a:moveTo>
                <a:lnTo>
                  <a:pt x="14663227" y="2314837"/>
                </a:lnTo>
                <a:lnTo>
                  <a:pt x="14663227" y="2286262"/>
                </a:lnTo>
                <a:lnTo>
                  <a:pt x="14687549" y="2286262"/>
                </a:lnTo>
                <a:lnTo>
                  <a:pt x="14687549" y="2314837"/>
                </a:lnTo>
                <a:close/>
              </a:path>
              <a:path w="14687550" h="7551420">
                <a:moveTo>
                  <a:pt x="14687549" y="2371987"/>
                </a:moveTo>
                <a:lnTo>
                  <a:pt x="14663227" y="2371987"/>
                </a:lnTo>
                <a:lnTo>
                  <a:pt x="14663227" y="2343412"/>
                </a:lnTo>
                <a:lnTo>
                  <a:pt x="14687549" y="2343412"/>
                </a:lnTo>
                <a:lnTo>
                  <a:pt x="14687549" y="2371987"/>
                </a:lnTo>
                <a:close/>
              </a:path>
              <a:path w="14687550" h="7551420">
                <a:moveTo>
                  <a:pt x="14687549" y="2429137"/>
                </a:moveTo>
                <a:lnTo>
                  <a:pt x="14663227" y="2429137"/>
                </a:lnTo>
                <a:lnTo>
                  <a:pt x="14663227" y="2400562"/>
                </a:lnTo>
                <a:lnTo>
                  <a:pt x="14687549" y="2400562"/>
                </a:lnTo>
                <a:lnTo>
                  <a:pt x="14687549" y="2429137"/>
                </a:lnTo>
                <a:close/>
              </a:path>
              <a:path w="14687550" h="7551420">
                <a:moveTo>
                  <a:pt x="14687549" y="2486287"/>
                </a:moveTo>
                <a:lnTo>
                  <a:pt x="14663227" y="2486287"/>
                </a:lnTo>
                <a:lnTo>
                  <a:pt x="14663227" y="2457712"/>
                </a:lnTo>
                <a:lnTo>
                  <a:pt x="14687549" y="2457712"/>
                </a:lnTo>
                <a:lnTo>
                  <a:pt x="14687549" y="2486287"/>
                </a:lnTo>
                <a:close/>
              </a:path>
              <a:path w="14687550" h="7551420">
                <a:moveTo>
                  <a:pt x="14687549" y="2543437"/>
                </a:moveTo>
                <a:lnTo>
                  <a:pt x="14663227" y="2543437"/>
                </a:lnTo>
                <a:lnTo>
                  <a:pt x="14663227" y="2514862"/>
                </a:lnTo>
                <a:lnTo>
                  <a:pt x="14687549" y="2514862"/>
                </a:lnTo>
                <a:lnTo>
                  <a:pt x="14687549" y="2543437"/>
                </a:lnTo>
                <a:close/>
              </a:path>
              <a:path w="14687550" h="7551420">
                <a:moveTo>
                  <a:pt x="14687549" y="2600587"/>
                </a:moveTo>
                <a:lnTo>
                  <a:pt x="14663227" y="2600587"/>
                </a:lnTo>
                <a:lnTo>
                  <a:pt x="14663227" y="2572012"/>
                </a:lnTo>
                <a:lnTo>
                  <a:pt x="14687549" y="2572012"/>
                </a:lnTo>
                <a:lnTo>
                  <a:pt x="14687549" y="2600587"/>
                </a:lnTo>
                <a:close/>
              </a:path>
              <a:path w="14687550" h="7551420">
                <a:moveTo>
                  <a:pt x="14687549" y="2657737"/>
                </a:moveTo>
                <a:lnTo>
                  <a:pt x="14663227" y="2657737"/>
                </a:lnTo>
                <a:lnTo>
                  <a:pt x="14663227" y="2629162"/>
                </a:lnTo>
                <a:lnTo>
                  <a:pt x="14687549" y="2629162"/>
                </a:lnTo>
                <a:lnTo>
                  <a:pt x="14687549" y="2657737"/>
                </a:lnTo>
                <a:close/>
              </a:path>
              <a:path w="14687550" h="7551420">
                <a:moveTo>
                  <a:pt x="14687549" y="2714887"/>
                </a:moveTo>
                <a:lnTo>
                  <a:pt x="14663227" y="2714887"/>
                </a:lnTo>
                <a:lnTo>
                  <a:pt x="14663227" y="2686312"/>
                </a:lnTo>
                <a:lnTo>
                  <a:pt x="14687549" y="2686312"/>
                </a:lnTo>
                <a:lnTo>
                  <a:pt x="14687549" y="2714887"/>
                </a:lnTo>
                <a:close/>
              </a:path>
              <a:path w="14687550" h="7551420">
                <a:moveTo>
                  <a:pt x="14687549" y="2772037"/>
                </a:moveTo>
                <a:lnTo>
                  <a:pt x="14663227" y="2772037"/>
                </a:lnTo>
                <a:lnTo>
                  <a:pt x="14663227" y="2743462"/>
                </a:lnTo>
                <a:lnTo>
                  <a:pt x="14687549" y="2743462"/>
                </a:lnTo>
                <a:lnTo>
                  <a:pt x="14687549" y="2772037"/>
                </a:lnTo>
                <a:close/>
              </a:path>
              <a:path w="14687550" h="7551420">
                <a:moveTo>
                  <a:pt x="14687549" y="2829187"/>
                </a:moveTo>
                <a:lnTo>
                  <a:pt x="14663227" y="2829187"/>
                </a:lnTo>
                <a:lnTo>
                  <a:pt x="14663227" y="2800612"/>
                </a:lnTo>
                <a:lnTo>
                  <a:pt x="14687549" y="2800612"/>
                </a:lnTo>
                <a:lnTo>
                  <a:pt x="14687549" y="2829187"/>
                </a:lnTo>
                <a:close/>
              </a:path>
              <a:path w="14687550" h="7551420">
                <a:moveTo>
                  <a:pt x="14687549" y="2886337"/>
                </a:moveTo>
                <a:lnTo>
                  <a:pt x="14663227" y="2886337"/>
                </a:lnTo>
                <a:lnTo>
                  <a:pt x="14663227" y="2857762"/>
                </a:lnTo>
                <a:lnTo>
                  <a:pt x="14687549" y="2857762"/>
                </a:lnTo>
                <a:lnTo>
                  <a:pt x="14687549" y="2886337"/>
                </a:lnTo>
                <a:close/>
              </a:path>
              <a:path w="14687550" h="7551420">
                <a:moveTo>
                  <a:pt x="14687549" y="2943487"/>
                </a:moveTo>
                <a:lnTo>
                  <a:pt x="14663227" y="2943487"/>
                </a:lnTo>
                <a:lnTo>
                  <a:pt x="14663227" y="2914912"/>
                </a:lnTo>
                <a:lnTo>
                  <a:pt x="14687549" y="2914912"/>
                </a:lnTo>
                <a:lnTo>
                  <a:pt x="14687549" y="2943487"/>
                </a:lnTo>
                <a:close/>
              </a:path>
              <a:path w="14687550" h="7551420">
                <a:moveTo>
                  <a:pt x="14687549" y="3000637"/>
                </a:moveTo>
                <a:lnTo>
                  <a:pt x="14663227" y="3000637"/>
                </a:lnTo>
                <a:lnTo>
                  <a:pt x="14663227" y="2972062"/>
                </a:lnTo>
                <a:lnTo>
                  <a:pt x="14687549" y="2972062"/>
                </a:lnTo>
                <a:lnTo>
                  <a:pt x="14687549" y="3000637"/>
                </a:lnTo>
                <a:close/>
              </a:path>
              <a:path w="14687550" h="7551420">
                <a:moveTo>
                  <a:pt x="14687549" y="3057787"/>
                </a:moveTo>
                <a:lnTo>
                  <a:pt x="14663227" y="3057787"/>
                </a:lnTo>
                <a:lnTo>
                  <a:pt x="14663227" y="3029212"/>
                </a:lnTo>
                <a:lnTo>
                  <a:pt x="14687549" y="3029212"/>
                </a:lnTo>
                <a:lnTo>
                  <a:pt x="14687549" y="3057787"/>
                </a:lnTo>
                <a:close/>
              </a:path>
              <a:path w="14687550" h="7551420">
                <a:moveTo>
                  <a:pt x="14687549" y="3114937"/>
                </a:moveTo>
                <a:lnTo>
                  <a:pt x="14663227" y="3114937"/>
                </a:lnTo>
                <a:lnTo>
                  <a:pt x="14663227" y="3086362"/>
                </a:lnTo>
                <a:lnTo>
                  <a:pt x="14687549" y="3086362"/>
                </a:lnTo>
                <a:lnTo>
                  <a:pt x="14687549" y="3114937"/>
                </a:lnTo>
                <a:close/>
              </a:path>
              <a:path w="14687550" h="7551420">
                <a:moveTo>
                  <a:pt x="14687549" y="3172087"/>
                </a:moveTo>
                <a:lnTo>
                  <a:pt x="14663227" y="3172087"/>
                </a:lnTo>
                <a:lnTo>
                  <a:pt x="14663227" y="3143512"/>
                </a:lnTo>
                <a:lnTo>
                  <a:pt x="14687549" y="3143512"/>
                </a:lnTo>
                <a:lnTo>
                  <a:pt x="14687549" y="3172087"/>
                </a:lnTo>
                <a:close/>
              </a:path>
              <a:path w="14687550" h="7551420">
                <a:moveTo>
                  <a:pt x="14687549" y="3229237"/>
                </a:moveTo>
                <a:lnTo>
                  <a:pt x="14663227" y="3229237"/>
                </a:lnTo>
                <a:lnTo>
                  <a:pt x="14663227" y="3200662"/>
                </a:lnTo>
                <a:lnTo>
                  <a:pt x="14687549" y="3200662"/>
                </a:lnTo>
                <a:lnTo>
                  <a:pt x="14687549" y="3229237"/>
                </a:lnTo>
                <a:close/>
              </a:path>
              <a:path w="14687550" h="7551420">
                <a:moveTo>
                  <a:pt x="14687549" y="3286387"/>
                </a:moveTo>
                <a:lnTo>
                  <a:pt x="14663227" y="3286387"/>
                </a:lnTo>
                <a:lnTo>
                  <a:pt x="14663227" y="3257812"/>
                </a:lnTo>
                <a:lnTo>
                  <a:pt x="14687549" y="3257812"/>
                </a:lnTo>
                <a:lnTo>
                  <a:pt x="14687549" y="3286387"/>
                </a:lnTo>
                <a:close/>
              </a:path>
              <a:path w="14687550" h="7551420">
                <a:moveTo>
                  <a:pt x="14687549" y="3343537"/>
                </a:moveTo>
                <a:lnTo>
                  <a:pt x="14663227" y="3343537"/>
                </a:lnTo>
                <a:lnTo>
                  <a:pt x="14663227" y="3314962"/>
                </a:lnTo>
                <a:lnTo>
                  <a:pt x="14687549" y="3314962"/>
                </a:lnTo>
                <a:lnTo>
                  <a:pt x="14687549" y="3343537"/>
                </a:lnTo>
                <a:close/>
              </a:path>
              <a:path w="14687550" h="7551420">
                <a:moveTo>
                  <a:pt x="14687549" y="3400687"/>
                </a:moveTo>
                <a:lnTo>
                  <a:pt x="14663227" y="3400687"/>
                </a:lnTo>
                <a:lnTo>
                  <a:pt x="14663227" y="3372112"/>
                </a:lnTo>
                <a:lnTo>
                  <a:pt x="14687549" y="3372112"/>
                </a:lnTo>
                <a:lnTo>
                  <a:pt x="14687549" y="3400687"/>
                </a:lnTo>
                <a:close/>
              </a:path>
              <a:path w="14687550" h="7551420">
                <a:moveTo>
                  <a:pt x="14687549" y="3457837"/>
                </a:moveTo>
                <a:lnTo>
                  <a:pt x="14663227" y="3457837"/>
                </a:lnTo>
                <a:lnTo>
                  <a:pt x="14663227" y="3429262"/>
                </a:lnTo>
                <a:lnTo>
                  <a:pt x="14687549" y="3429262"/>
                </a:lnTo>
                <a:lnTo>
                  <a:pt x="14687549" y="3457837"/>
                </a:lnTo>
                <a:close/>
              </a:path>
              <a:path w="14687550" h="7551420">
                <a:moveTo>
                  <a:pt x="14687549" y="3514987"/>
                </a:moveTo>
                <a:lnTo>
                  <a:pt x="14663227" y="3514987"/>
                </a:lnTo>
                <a:lnTo>
                  <a:pt x="14663227" y="3486412"/>
                </a:lnTo>
                <a:lnTo>
                  <a:pt x="14687549" y="3486412"/>
                </a:lnTo>
                <a:lnTo>
                  <a:pt x="14687549" y="3514987"/>
                </a:lnTo>
                <a:close/>
              </a:path>
              <a:path w="14687550" h="7551420">
                <a:moveTo>
                  <a:pt x="14687549" y="3572137"/>
                </a:moveTo>
                <a:lnTo>
                  <a:pt x="14663227" y="3572137"/>
                </a:lnTo>
                <a:lnTo>
                  <a:pt x="14663227" y="3543562"/>
                </a:lnTo>
                <a:lnTo>
                  <a:pt x="14687549" y="3543562"/>
                </a:lnTo>
                <a:lnTo>
                  <a:pt x="14687549" y="3572137"/>
                </a:lnTo>
                <a:close/>
              </a:path>
              <a:path w="14687550" h="7551420">
                <a:moveTo>
                  <a:pt x="14687549" y="3629287"/>
                </a:moveTo>
                <a:lnTo>
                  <a:pt x="14663227" y="3629287"/>
                </a:lnTo>
                <a:lnTo>
                  <a:pt x="14663227" y="3600712"/>
                </a:lnTo>
                <a:lnTo>
                  <a:pt x="14687549" y="3600712"/>
                </a:lnTo>
                <a:lnTo>
                  <a:pt x="14687549" y="3629287"/>
                </a:lnTo>
                <a:close/>
              </a:path>
              <a:path w="14687550" h="7551420">
                <a:moveTo>
                  <a:pt x="14687549" y="3686437"/>
                </a:moveTo>
                <a:lnTo>
                  <a:pt x="14663227" y="3686437"/>
                </a:lnTo>
                <a:lnTo>
                  <a:pt x="14663227" y="3657862"/>
                </a:lnTo>
                <a:lnTo>
                  <a:pt x="14687549" y="3657862"/>
                </a:lnTo>
                <a:lnTo>
                  <a:pt x="14687549" y="3686437"/>
                </a:lnTo>
                <a:close/>
              </a:path>
              <a:path w="14687550" h="7551420">
                <a:moveTo>
                  <a:pt x="14687549" y="3743587"/>
                </a:moveTo>
                <a:lnTo>
                  <a:pt x="14663227" y="3743587"/>
                </a:lnTo>
                <a:lnTo>
                  <a:pt x="14663227" y="3715012"/>
                </a:lnTo>
                <a:lnTo>
                  <a:pt x="14687549" y="3715012"/>
                </a:lnTo>
                <a:lnTo>
                  <a:pt x="14687549" y="3743587"/>
                </a:lnTo>
                <a:close/>
              </a:path>
              <a:path w="14687550" h="7551420">
                <a:moveTo>
                  <a:pt x="14687549" y="3800737"/>
                </a:moveTo>
                <a:lnTo>
                  <a:pt x="14663227" y="3800737"/>
                </a:lnTo>
                <a:lnTo>
                  <a:pt x="14663227" y="3772162"/>
                </a:lnTo>
                <a:lnTo>
                  <a:pt x="14687549" y="3772162"/>
                </a:lnTo>
                <a:lnTo>
                  <a:pt x="14687549" y="3800737"/>
                </a:lnTo>
                <a:close/>
              </a:path>
              <a:path w="14687550" h="7551420">
                <a:moveTo>
                  <a:pt x="14687549" y="3857887"/>
                </a:moveTo>
                <a:lnTo>
                  <a:pt x="14663227" y="3857887"/>
                </a:lnTo>
                <a:lnTo>
                  <a:pt x="14663227" y="3829312"/>
                </a:lnTo>
                <a:lnTo>
                  <a:pt x="14687549" y="3829312"/>
                </a:lnTo>
                <a:lnTo>
                  <a:pt x="14687549" y="3857887"/>
                </a:lnTo>
                <a:close/>
              </a:path>
              <a:path w="14687550" h="7551420">
                <a:moveTo>
                  <a:pt x="14687549" y="3915037"/>
                </a:moveTo>
                <a:lnTo>
                  <a:pt x="14663227" y="3915037"/>
                </a:lnTo>
                <a:lnTo>
                  <a:pt x="14663227" y="3886462"/>
                </a:lnTo>
                <a:lnTo>
                  <a:pt x="14687549" y="3886462"/>
                </a:lnTo>
                <a:lnTo>
                  <a:pt x="14687549" y="3915037"/>
                </a:lnTo>
                <a:close/>
              </a:path>
              <a:path w="14687550" h="7551420">
                <a:moveTo>
                  <a:pt x="14687549" y="3972187"/>
                </a:moveTo>
                <a:lnTo>
                  <a:pt x="14663227" y="3972187"/>
                </a:lnTo>
                <a:lnTo>
                  <a:pt x="14663227" y="3943612"/>
                </a:lnTo>
                <a:lnTo>
                  <a:pt x="14687549" y="3943612"/>
                </a:lnTo>
                <a:lnTo>
                  <a:pt x="14687549" y="3972187"/>
                </a:lnTo>
                <a:close/>
              </a:path>
              <a:path w="14687550" h="7551420">
                <a:moveTo>
                  <a:pt x="14687549" y="4029337"/>
                </a:moveTo>
                <a:lnTo>
                  <a:pt x="14663227" y="4029337"/>
                </a:lnTo>
                <a:lnTo>
                  <a:pt x="14663227" y="4000762"/>
                </a:lnTo>
                <a:lnTo>
                  <a:pt x="14687549" y="4000762"/>
                </a:lnTo>
                <a:lnTo>
                  <a:pt x="14687549" y="4029337"/>
                </a:lnTo>
                <a:close/>
              </a:path>
              <a:path w="14687550" h="7551420">
                <a:moveTo>
                  <a:pt x="14687549" y="4086487"/>
                </a:moveTo>
                <a:lnTo>
                  <a:pt x="14663227" y="4086487"/>
                </a:lnTo>
                <a:lnTo>
                  <a:pt x="14663227" y="4057912"/>
                </a:lnTo>
                <a:lnTo>
                  <a:pt x="14687549" y="4057912"/>
                </a:lnTo>
                <a:lnTo>
                  <a:pt x="14687549" y="4086487"/>
                </a:lnTo>
                <a:close/>
              </a:path>
              <a:path w="14687550" h="7551420">
                <a:moveTo>
                  <a:pt x="14687549" y="4143637"/>
                </a:moveTo>
                <a:lnTo>
                  <a:pt x="14663227" y="4143637"/>
                </a:lnTo>
                <a:lnTo>
                  <a:pt x="14663227" y="4115062"/>
                </a:lnTo>
                <a:lnTo>
                  <a:pt x="14687549" y="4115062"/>
                </a:lnTo>
                <a:lnTo>
                  <a:pt x="14687549" y="4143637"/>
                </a:lnTo>
                <a:close/>
              </a:path>
              <a:path w="14687550" h="7551420">
                <a:moveTo>
                  <a:pt x="14687549" y="4200787"/>
                </a:moveTo>
                <a:lnTo>
                  <a:pt x="14663227" y="4200787"/>
                </a:lnTo>
                <a:lnTo>
                  <a:pt x="14663227" y="4172212"/>
                </a:lnTo>
                <a:lnTo>
                  <a:pt x="14687549" y="4172212"/>
                </a:lnTo>
                <a:lnTo>
                  <a:pt x="14687549" y="4200787"/>
                </a:lnTo>
                <a:close/>
              </a:path>
              <a:path w="14687550" h="7551420">
                <a:moveTo>
                  <a:pt x="14687549" y="4257937"/>
                </a:moveTo>
                <a:lnTo>
                  <a:pt x="14663227" y="4257937"/>
                </a:lnTo>
                <a:lnTo>
                  <a:pt x="14663227" y="4229362"/>
                </a:lnTo>
                <a:lnTo>
                  <a:pt x="14687549" y="4229362"/>
                </a:lnTo>
                <a:lnTo>
                  <a:pt x="14687549" y="4257937"/>
                </a:lnTo>
                <a:close/>
              </a:path>
              <a:path w="14687550" h="7551420">
                <a:moveTo>
                  <a:pt x="14687549" y="4315087"/>
                </a:moveTo>
                <a:lnTo>
                  <a:pt x="14663227" y="4315087"/>
                </a:lnTo>
                <a:lnTo>
                  <a:pt x="14663227" y="4286512"/>
                </a:lnTo>
                <a:lnTo>
                  <a:pt x="14687549" y="4286512"/>
                </a:lnTo>
                <a:lnTo>
                  <a:pt x="14687549" y="4315087"/>
                </a:lnTo>
                <a:close/>
              </a:path>
              <a:path w="14687550" h="7551420">
                <a:moveTo>
                  <a:pt x="14687549" y="4372237"/>
                </a:moveTo>
                <a:lnTo>
                  <a:pt x="14663227" y="4372237"/>
                </a:lnTo>
                <a:lnTo>
                  <a:pt x="14663227" y="4343662"/>
                </a:lnTo>
                <a:lnTo>
                  <a:pt x="14687549" y="4343662"/>
                </a:lnTo>
                <a:lnTo>
                  <a:pt x="14687549" y="4372237"/>
                </a:lnTo>
                <a:close/>
              </a:path>
              <a:path w="14687550" h="7551420">
                <a:moveTo>
                  <a:pt x="14687549" y="4429387"/>
                </a:moveTo>
                <a:lnTo>
                  <a:pt x="14663227" y="4429387"/>
                </a:lnTo>
                <a:lnTo>
                  <a:pt x="14663227" y="4400812"/>
                </a:lnTo>
                <a:lnTo>
                  <a:pt x="14687549" y="4400812"/>
                </a:lnTo>
                <a:lnTo>
                  <a:pt x="14687549" y="4429387"/>
                </a:lnTo>
                <a:close/>
              </a:path>
              <a:path w="14687550" h="7551420">
                <a:moveTo>
                  <a:pt x="14687549" y="4486537"/>
                </a:moveTo>
                <a:lnTo>
                  <a:pt x="14663227" y="4486537"/>
                </a:lnTo>
                <a:lnTo>
                  <a:pt x="14663227" y="4457962"/>
                </a:lnTo>
                <a:lnTo>
                  <a:pt x="14687549" y="4457962"/>
                </a:lnTo>
                <a:lnTo>
                  <a:pt x="14687549" y="4486537"/>
                </a:lnTo>
                <a:close/>
              </a:path>
              <a:path w="14687550" h="7551420">
                <a:moveTo>
                  <a:pt x="14687549" y="4543687"/>
                </a:moveTo>
                <a:lnTo>
                  <a:pt x="14663227" y="4543687"/>
                </a:lnTo>
                <a:lnTo>
                  <a:pt x="14663227" y="4515112"/>
                </a:lnTo>
                <a:lnTo>
                  <a:pt x="14687549" y="4515112"/>
                </a:lnTo>
                <a:lnTo>
                  <a:pt x="14687549" y="4543687"/>
                </a:lnTo>
                <a:close/>
              </a:path>
              <a:path w="14687550" h="7551420">
                <a:moveTo>
                  <a:pt x="14687549" y="4600837"/>
                </a:moveTo>
                <a:lnTo>
                  <a:pt x="14663227" y="4600837"/>
                </a:lnTo>
                <a:lnTo>
                  <a:pt x="14663227" y="4572262"/>
                </a:lnTo>
                <a:lnTo>
                  <a:pt x="14687549" y="4572262"/>
                </a:lnTo>
                <a:lnTo>
                  <a:pt x="14687549" y="4600837"/>
                </a:lnTo>
                <a:close/>
              </a:path>
              <a:path w="14687550" h="7551420">
                <a:moveTo>
                  <a:pt x="14687549" y="4657987"/>
                </a:moveTo>
                <a:lnTo>
                  <a:pt x="14663227" y="4657987"/>
                </a:lnTo>
                <a:lnTo>
                  <a:pt x="14663227" y="4629412"/>
                </a:lnTo>
                <a:lnTo>
                  <a:pt x="14687549" y="4629412"/>
                </a:lnTo>
                <a:lnTo>
                  <a:pt x="14687549" y="4657987"/>
                </a:lnTo>
                <a:close/>
              </a:path>
              <a:path w="14687550" h="7551420">
                <a:moveTo>
                  <a:pt x="14687549" y="4715137"/>
                </a:moveTo>
                <a:lnTo>
                  <a:pt x="14663227" y="4715137"/>
                </a:lnTo>
                <a:lnTo>
                  <a:pt x="14663227" y="4686562"/>
                </a:lnTo>
                <a:lnTo>
                  <a:pt x="14687549" y="4686562"/>
                </a:lnTo>
                <a:lnTo>
                  <a:pt x="14687549" y="4715137"/>
                </a:lnTo>
                <a:close/>
              </a:path>
              <a:path w="14687550" h="7551420">
                <a:moveTo>
                  <a:pt x="14687549" y="4772287"/>
                </a:moveTo>
                <a:lnTo>
                  <a:pt x="14663227" y="4772287"/>
                </a:lnTo>
                <a:lnTo>
                  <a:pt x="14663227" y="4743712"/>
                </a:lnTo>
                <a:lnTo>
                  <a:pt x="14687549" y="4743712"/>
                </a:lnTo>
                <a:lnTo>
                  <a:pt x="14687549" y="4772287"/>
                </a:lnTo>
                <a:close/>
              </a:path>
              <a:path w="14687550" h="7551420">
                <a:moveTo>
                  <a:pt x="14687549" y="4829437"/>
                </a:moveTo>
                <a:lnTo>
                  <a:pt x="14663227" y="4829437"/>
                </a:lnTo>
                <a:lnTo>
                  <a:pt x="14663227" y="4800862"/>
                </a:lnTo>
                <a:lnTo>
                  <a:pt x="14687549" y="4800862"/>
                </a:lnTo>
                <a:lnTo>
                  <a:pt x="14687549" y="4829437"/>
                </a:lnTo>
                <a:close/>
              </a:path>
              <a:path w="14687550" h="7551420">
                <a:moveTo>
                  <a:pt x="14687549" y="4886587"/>
                </a:moveTo>
                <a:lnTo>
                  <a:pt x="14663227" y="4886587"/>
                </a:lnTo>
                <a:lnTo>
                  <a:pt x="14663227" y="4858012"/>
                </a:lnTo>
                <a:lnTo>
                  <a:pt x="14687549" y="4858012"/>
                </a:lnTo>
                <a:lnTo>
                  <a:pt x="14687549" y="4886587"/>
                </a:lnTo>
                <a:close/>
              </a:path>
              <a:path w="14687550" h="7551420">
                <a:moveTo>
                  <a:pt x="14687549" y="4943737"/>
                </a:moveTo>
                <a:lnTo>
                  <a:pt x="14663227" y="4943737"/>
                </a:lnTo>
                <a:lnTo>
                  <a:pt x="14663227" y="4915162"/>
                </a:lnTo>
                <a:lnTo>
                  <a:pt x="14687549" y="4915162"/>
                </a:lnTo>
                <a:lnTo>
                  <a:pt x="14687549" y="4943737"/>
                </a:lnTo>
                <a:close/>
              </a:path>
              <a:path w="14687550" h="7551420">
                <a:moveTo>
                  <a:pt x="14687549" y="5000887"/>
                </a:moveTo>
                <a:lnTo>
                  <a:pt x="14663227" y="5000887"/>
                </a:lnTo>
                <a:lnTo>
                  <a:pt x="14663227" y="4972312"/>
                </a:lnTo>
                <a:lnTo>
                  <a:pt x="14687549" y="4972312"/>
                </a:lnTo>
                <a:lnTo>
                  <a:pt x="14687549" y="5000887"/>
                </a:lnTo>
                <a:close/>
              </a:path>
              <a:path w="14687550" h="7551420">
                <a:moveTo>
                  <a:pt x="14687549" y="5058036"/>
                </a:moveTo>
                <a:lnTo>
                  <a:pt x="14663227" y="5058036"/>
                </a:lnTo>
                <a:lnTo>
                  <a:pt x="14663227" y="5029462"/>
                </a:lnTo>
                <a:lnTo>
                  <a:pt x="14687549" y="5029462"/>
                </a:lnTo>
                <a:lnTo>
                  <a:pt x="14687549" y="5058036"/>
                </a:lnTo>
                <a:close/>
              </a:path>
              <a:path w="14687550" h="7551420">
                <a:moveTo>
                  <a:pt x="14687549" y="5115187"/>
                </a:moveTo>
                <a:lnTo>
                  <a:pt x="14663227" y="5115187"/>
                </a:lnTo>
                <a:lnTo>
                  <a:pt x="14663227" y="5086612"/>
                </a:lnTo>
                <a:lnTo>
                  <a:pt x="14687549" y="5086612"/>
                </a:lnTo>
                <a:lnTo>
                  <a:pt x="14687549" y="5115187"/>
                </a:lnTo>
                <a:close/>
              </a:path>
              <a:path w="14687550" h="7551420">
                <a:moveTo>
                  <a:pt x="14687549" y="5172336"/>
                </a:moveTo>
                <a:lnTo>
                  <a:pt x="14663227" y="5172336"/>
                </a:lnTo>
                <a:lnTo>
                  <a:pt x="14663227" y="5143762"/>
                </a:lnTo>
                <a:lnTo>
                  <a:pt x="14687549" y="5143762"/>
                </a:lnTo>
                <a:lnTo>
                  <a:pt x="14687549" y="5172336"/>
                </a:lnTo>
                <a:close/>
              </a:path>
              <a:path w="14687550" h="7551420">
                <a:moveTo>
                  <a:pt x="14687549" y="5229487"/>
                </a:moveTo>
                <a:lnTo>
                  <a:pt x="14663227" y="5229487"/>
                </a:lnTo>
                <a:lnTo>
                  <a:pt x="14663227" y="5200912"/>
                </a:lnTo>
                <a:lnTo>
                  <a:pt x="14687549" y="5200912"/>
                </a:lnTo>
                <a:lnTo>
                  <a:pt x="14687549" y="5229487"/>
                </a:lnTo>
                <a:close/>
              </a:path>
              <a:path w="14687550" h="7551420">
                <a:moveTo>
                  <a:pt x="14687549" y="5286637"/>
                </a:moveTo>
                <a:lnTo>
                  <a:pt x="14663227" y="5286637"/>
                </a:lnTo>
                <a:lnTo>
                  <a:pt x="14663227" y="5258061"/>
                </a:lnTo>
                <a:lnTo>
                  <a:pt x="14687549" y="5258061"/>
                </a:lnTo>
                <a:lnTo>
                  <a:pt x="14687549" y="5286637"/>
                </a:lnTo>
                <a:close/>
              </a:path>
              <a:path w="14687550" h="7551420">
                <a:moveTo>
                  <a:pt x="14687549" y="5343787"/>
                </a:moveTo>
                <a:lnTo>
                  <a:pt x="14663227" y="5343787"/>
                </a:lnTo>
                <a:lnTo>
                  <a:pt x="14663227" y="5315212"/>
                </a:lnTo>
                <a:lnTo>
                  <a:pt x="14687549" y="5315212"/>
                </a:lnTo>
                <a:lnTo>
                  <a:pt x="14687549" y="5343787"/>
                </a:lnTo>
                <a:close/>
              </a:path>
              <a:path w="14687550" h="7551420">
                <a:moveTo>
                  <a:pt x="14687549" y="5400937"/>
                </a:moveTo>
                <a:lnTo>
                  <a:pt x="14663227" y="5400937"/>
                </a:lnTo>
                <a:lnTo>
                  <a:pt x="14663227" y="5372361"/>
                </a:lnTo>
                <a:lnTo>
                  <a:pt x="14687549" y="5372361"/>
                </a:lnTo>
                <a:lnTo>
                  <a:pt x="14687549" y="5400937"/>
                </a:lnTo>
                <a:close/>
              </a:path>
              <a:path w="14687550" h="7551420">
                <a:moveTo>
                  <a:pt x="14687549" y="5458087"/>
                </a:moveTo>
                <a:lnTo>
                  <a:pt x="14663227" y="5458087"/>
                </a:lnTo>
                <a:lnTo>
                  <a:pt x="14663227" y="5429512"/>
                </a:lnTo>
                <a:lnTo>
                  <a:pt x="14687549" y="5429512"/>
                </a:lnTo>
                <a:lnTo>
                  <a:pt x="14687549" y="5458087"/>
                </a:lnTo>
                <a:close/>
              </a:path>
              <a:path w="14687550" h="7551420">
                <a:moveTo>
                  <a:pt x="14687549" y="5515237"/>
                </a:moveTo>
                <a:lnTo>
                  <a:pt x="14663227" y="5515237"/>
                </a:lnTo>
                <a:lnTo>
                  <a:pt x="14663227" y="5486662"/>
                </a:lnTo>
                <a:lnTo>
                  <a:pt x="14687549" y="5486662"/>
                </a:lnTo>
                <a:lnTo>
                  <a:pt x="14687549" y="5515237"/>
                </a:lnTo>
                <a:close/>
              </a:path>
              <a:path w="14687550" h="7551420">
                <a:moveTo>
                  <a:pt x="14687549" y="5572386"/>
                </a:moveTo>
                <a:lnTo>
                  <a:pt x="14663227" y="5572386"/>
                </a:lnTo>
                <a:lnTo>
                  <a:pt x="14663227" y="5543812"/>
                </a:lnTo>
                <a:lnTo>
                  <a:pt x="14687549" y="5543812"/>
                </a:lnTo>
                <a:lnTo>
                  <a:pt x="14687549" y="5572386"/>
                </a:lnTo>
                <a:close/>
              </a:path>
              <a:path w="14687550" h="7551420">
                <a:moveTo>
                  <a:pt x="14687549" y="5629537"/>
                </a:moveTo>
                <a:lnTo>
                  <a:pt x="14663227" y="5629537"/>
                </a:lnTo>
                <a:lnTo>
                  <a:pt x="14663227" y="5600962"/>
                </a:lnTo>
                <a:lnTo>
                  <a:pt x="14687549" y="5600962"/>
                </a:lnTo>
                <a:lnTo>
                  <a:pt x="14687549" y="5629537"/>
                </a:lnTo>
                <a:close/>
              </a:path>
              <a:path w="14687550" h="7551420">
                <a:moveTo>
                  <a:pt x="14687549" y="5686686"/>
                </a:moveTo>
                <a:lnTo>
                  <a:pt x="14663227" y="5686686"/>
                </a:lnTo>
                <a:lnTo>
                  <a:pt x="14663227" y="5658112"/>
                </a:lnTo>
                <a:lnTo>
                  <a:pt x="14687549" y="5658112"/>
                </a:lnTo>
                <a:lnTo>
                  <a:pt x="14687549" y="5686686"/>
                </a:lnTo>
                <a:close/>
              </a:path>
              <a:path w="14687550" h="7551420">
                <a:moveTo>
                  <a:pt x="14687549" y="5743837"/>
                </a:moveTo>
                <a:lnTo>
                  <a:pt x="14663227" y="5743837"/>
                </a:lnTo>
                <a:lnTo>
                  <a:pt x="14663227" y="5715262"/>
                </a:lnTo>
                <a:lnTo>
                  <a:pt x="14687549" y="5715262"/>
                </a:lnTo>
                <a:lnTo>
                  <a:pt x="14687549" y="5743837"/>
                </a:lnTo>
                <a:close/>
              </a:path>
              <a:path w="14687550" h="7551420">
                <a:moveTo>
                  <a:pt x="14687549" y="5800987"/>
                </a:moveTo>
                <a:lnTo>
                  <a:pt x="14663227" y="5800987"/>
                </a:lnTo>
                <a:lnTo>
                  <a:pt x="14663227" y="5772412"/>
                </a:lnTo>
                <a:lnTo>
                  <a:pt x="14687549" y="5772412"/>
                </a:lnTo>
                <a:lnTo>
                  <a:pt x="14687549" y="5800987"/>
                </a:lnTo>
                <a:close/>
              </a:path>
              <a:path w="14687550" h="7551420">
                <a:moveTo>
                  <a:pt x="14687549" y="5858137"/>
                </a:moveTo>
                <a:lnTo>
                  <a:pt x="14663227" y="5858137"/>
                </a:lnTo>
                <a:lnTo>
                  <a:pt x="14663227" y="5829562"/>
                </a:lnTo>
                <a:lnTo>
                  <a:pt x="14687549" y="5829562"/>
                </a:lnTo>
                <a:lnTo>
                  <a:pt x="14687549" y="5858137"/>
                </a:lnTo>
                <a:close/>
              </a:path>
              <a:path w="14687550" h="7551420">
                <a:moveTo>
                  <a:pt x="14687549" y="5915287"/>
                </a:moveTo>
                <a:lnTo>
                  <a:pt x="14663227" y="5915287"/>
                </a:lnTo>
                <a:lnTo>
                  <a:pt x="14663227" y="5886711"/>
                </a:lnTo>
                <a:lnTo>
                  <a:pt x="14687549" y="5886711"/>
                </a:lnTo>
                <a:lnTo>
                  <a:pt x="14687549" y="5915287"/>
                </a:lnTo>
                <a:close/>
              </a:path>
              <a:path w="14687550" h="7551420">
                <a:moveTo>
                  <a:pt x="14687549" y="5972437"/>
                </a:moveTo>
                <a:lnTo>
                  <a:pt x="14663227" y="5972437"/>
                </a:lnTo>
                <a:lnTo>
                  <a:pt x="14663227" y="5943862"/>
                </a:lnTo>
                <a:lnTo>
                  <a:pt x="14687549" y="5943862"/>
                </a:lnTo>
                <a:lnTo>
                  <a:pt x="14687549" y="5972437"/>
                </a:lnTo>
                <a:close/>
              </a:path>
              <a:path w="14687550" h="7551420">
                <a:moveTo>
                  <a:pt x="14687549" y="6029587"/>
                </a:moveTo>
                <a:lnTo>
                  <a:pt x="14663227" y="6029587"/>
                </a:lnTo>
                <a:lnTo>
                  <a:pt x="14663227" y="6001012"/>
                </a:lnTo>
                <a:lnTo>
                  <a:pt x="14687549" y="6001012"/>
                </a:lnTo>
                <a:lnTo>
                  <a:pt x="14687549" y="6029587"/>
                </a:lnTo>
                <a:close/>
              </a:path>
              <a:path w="14687550" h="7551420">
                <a:moveTo>
                  <a:pt x="14687549" y="6086737"/>
                </a:moveTo>
                <a:lnTo>
                  <a:pt x="14663227" y="6086737"/>
                </a:lnTo>
                <a:lnTo>
                  <a:pt x="14663227" y="6058162"/>
                </a:lnTo>
                <a:lnTo>
                  <a:pt x="14687549" y="6058162"/>
                </a:lnTo>
                <a:lnTo>
                  <a:pt x="14687549" y="6086737"/>
                </a:lnTo>
                <a:close/>
              </a:path>
              <a:path w="14687550" h="7551420">
                <a:moveTo>
                  <a:pt x="14687549" y="6143887"/>
                </a:moveTo>
                <a:lnTo>
                  <a:pt x="14663227" y="6143887"/>
                </a:lnTo>
                <a:lnTo>
                  <a:pt x="14663227" y="6115312"/>
                </a:lnTo>
                <a:lnTo>
                  <a:pt x="14687549" y="6115312"/>
                </a:lnTo>
                <a:lnTo>
                  <a:pt x="14687549" y="6143887"/>
                </a:lnTo>
                <a:close/>
              </a:path>
              <a:path w="14687550" h="7551420">
                <a:moveTo>
                  <a:pt x="14687549" y="6201037"/>
                </a:moveTo>
                <a:lnTo>
                  <a:pt x="14663227" y="6201037"/>
                </a:lnTo>
                <a:lnTo>
                  <a:pt x="14663227" y="6172462"/>
                </a:lnTo>
                <a:lnTo>
                  <a:pt x="14687549" y="6172462"/>
                </a:lnTo>
                <a:lnTo>
                  <a:pt x="14687549" y="6201037"/>
                </a:lnTo>
                <a:close/>
              </a:path>
              <a:path w="14687550" h="7551420">
                <a:moveTo>
                  <a:pt x="14687549" y="6258187"/>
                </a:moveTo>
                <a:lnTo>
                  <a:pt x="14663227" y="6258187"/>
                </a:lnTo>
                <a:lnTo>
                  <a:pt x="14663227" y="6229612"/>
                </a:lnTo>
                <a:lnTo>
                  <a:pt x="14687549" y="6229612"/>
                </a:lnTo>
                <a:lnTo>
                  <a:pt x="14687549" y="6258187"/>
                </a:lnTo>
                <a:close/>
              </a:path>
              <a:path w="14687550" h="7551420">
                <a:moveTo>
                  <a:pt x="14687549" y="6315337"/>
                </a:moveTo>
                <a:lnTo>
                  <a:pt x="14663227" y="6315337"/>
                </a:lnTo>
                <a:lnTo>
                  <a:pt x="14663227" y="6286762"/>
                </a:lnTo>
                <a:lnTo>
                  <a:pt x="14687549" y="6286762"/>
                </a:lnTo>
                <a:lnTo>
                  <a:pt x="14687549" y="6315337"/>
                </a:lnTo>
                <a:close/>
              </a:path>
              <a:path w="14687550" h="7551420">
                <a:moveTo>
                  <a:pt x="14687549" y="6372487"/>
                </a:moveTo>
                <a:lnTo>
                  <a:pt x="14663227" y="6372487"/>
                </a:lnTo>
                <a:lnTo>
                  <a:pt x="14663227" y="6343912"/>
                </a:lnTo>
                <a:lnTo>
                  <a:pt x="14687549" y="6343912"/>
                </a:lnTo>
                <a:lnTo>
                  <a:pt x="14687549" y="6372487"/>
                </a:lnTo>
                <a:close/>
              </a:path>
              <a:path w="14687550" h="7551420">
                <a:moveTo>
                  <a:pt x="14687549" y="6429637"/>
                </a:moveTo>
                <a:lnTo>
                  <a:pt x="14663227" y="6429637"/>
                </a:lnTo>
                <a:lnTo>
                  <a:pt x="14663227" y="6401062"/>
                </a:lnTo>
                <a:lnTo>
                  <a:pt x="14687549" y="6401062"/>
                </a:lnTo>
                <a:lnTo>
                  <a:pt x="14687549" y="6429637"/>
                </a:lnTo>
                <a:close/>
              </a:path>
              <a:path w="14687550" h="7551420">
                <a:moveTo>
                  <a:pt x="14687549" y="6486787"/>
                </a:moveTo>
                <a:lnTo>
                  <a:pt x="14663227" y="6486787"/>
                </a:lnTo>
                <a:lnTo>
                  <a:pt x="14663227" y="6458212"/>
                </a:lnTo>
                <a:lnTo>
                  <a:pt x="14687549" y="6458212"/>
                </a:lnTo>
                <a:lnTo>
                  <a:pt x="14687549" y="6486787"/>
                </a:lnTo>
                <a:close/>
              </a:path>
              <a:path w="14687550" h="7551420">
                <a:moveTo>
                  <a:pt x="14687549" y="6543937"/>
                </a:moveTo>
                <a:lnTo>
                  <a:pt x="14663227" y="6543937"/>
                </a:lnTo>
                <a:lnTo>
                  <a:pt x="14663227" y="6515362"/>
                </a:lnTo>
                <a:lnTo>
                  <a:pt x="14687549" y="6515362"/>
                </a:lnTo>
                <a:lnTo>
                  <a:pt x="14687549" y="6543937"/>
                </a:lnTo>
                <a:close/>
              </a:path>
              <a:path w="14687550" h="7551420">
                <a:moveTo>
                  <a:pt x="14687549" y="6601087"/>
                </a:moveTo>
                <a:lnTo>
                  <a:pt x="14663227" y="6601087"/>
                </a:lnTo>
                <a:lnTo>
                  <a:pt x="14663227" y="6572512"/>
                </a:lnTo>
                <a:lnTo>
                  <a:pt x="14687549" y="6572512"/>
                </a:lnTo>
                <a:lnTo>
                  <a:pt x="14687549" y="6601087"/>
                </a:lnTo>
                <a:close/>
              </a:path>
              <a:path w="14687550" h="7551420">
                <a:moveTo>
                  <a:pt x="14687549" y="6658237"/>
                </a:moveTo>
                <a:lnTo>
                  <a:pt x="14663227" y="6658237"/>
                </a:lnTo>
                <a:lnTo>
                  <a:pt x="14663227" y="6629662"/>
                </a:lnTo>
                <a:lnTo>
                  <a:pt x="14687549" y="6629662"/>
                </a:lnTo>
                <a:lnTo>
                  <a:pt x="14687549" y="6658237"/>
                </a:lnTo>
                <a:close/>
              </a:path>
              <a:path w="14687550" h="7551420">
                <a:moveTo>
                  <a:pt x="14687549" y="6715387"/>
                </a:moveTo>
                <a:lnTo>
                  <a:pt x="14663227" y="6715387"/>
                </a:lnTo>
                <a:lnTo>
                  <a:pt x="14663227" y="6686812"/>
                </a:lnTo>
                <a:lnTo>
                  <a:pt x="14687549" y="6686812"/>
                </a:lnTo>
                <a:lnTo>
                  <a:pt x="14687549" y="6715387"/>
                </a:lnTo>
                <a:close/>
              </a:path>
              <a:path w="14687550" h="7551420">
                <a:moveTo>
                  <a:pt x="14687549" y="6772537"/>
                </a:moveTo>
                <a:lnTo>
                  <a:pt x="14663227" y="6772537"/>
                </a:lnTo>
                <a:lnTo>
                  <a:pt x="14663227" y="6743962"/>
                </a:lnTo>
                <a:lnTo>
                  <a:pt x="14687549" y="6743962"/>
                </a:lnTo>
                <a:lnTo>
                  <a:pt x="14687549" y="6772537"/>
                </a:lnTo>
                <a:close/>
              </a:path>
              <a:path w="14687550" h="7551420">
                <a:moveTo>
                  <a:pt x="14687549" y="6829687"/>
                </a:moveTo>
                <a:lnTo>
                  <a:pt x="14663227" y="6829687"/>
                </a:lnTo>
                <a:lnTo>
                  <a:pt x="14663227" y="6801112"/>
                </a:lnTo>
                <a:lnTo>
                  <a:pt x="14687549" y="6801112"/>
                </a:lnTo>
                <a:lnTo>
                  <a:pt x="14687549" y="6829687"/>
                </a:lnTo>
                <a:close/>
              </a:path>
              <a:path w="14687550" h="7551420">
                <a:moveTo>
                  <a:pt x="14687549" y="6886837"/>
                </a:moveTo>
                <a:lnTo>
                  <a:pt x="14663227" y="6886837"/>
                </a:lnTo>
                <a:lnTo>
                  <a:pt x="14663227" y="6858262"/>
                </a:lnTo>
                <a:lnTo>
                  <a:pt x="14687549" y="6858262"/>
                </a:lnTo>
                <a:lnTo>
                  <a:pt x="14687549" y="6886837"/>
                </a:lnTo>
                <a:close/>
              </a:path>
              <a:path w="14687550" h="7551420">
                <a:moveTo>
                  <a:pt x="14687549" y="6943987"/>
                </a:moveTo>
                <a:lnTo>
                  <a:pt x="14663227" y="6943987"/>
                </a:lnTo>
                <a:lnTo>
                  <a:pt x="14663227" y="6915412"/>
                </a:lnTo>
                <a:lnTo>
                  <a:pt x="14687549" y="6915412"/>
                </a:lnTo>
                <a:lnTo>
                  <a:pt x="14687549" y="6943987"/>
                </a:lnTo>
                <a:close/>
              </a:path>
              <a:path w="14687550" h="7551420">
                <a:moveTo>
                  <a:pt x="14687549" y="7001137"/>
                </a:moveTo>
                <a:lnTo>
                  <a:pt x="14663227" y="7001137"/>
                </a:lnTo>
                <a:lnTo>
                  <a:pt x="14663227" y="6972562"/>
                </a:lnTo>
                <a:lnTo>
                  <a:pt x="14687549" y="6972562"/>
                </a:lnTo>
                <a:lnTo>
                  <a:pt x="14687549" y="7001137"/>
                </a:lnTo>
                <a:close/>
              </a:path>
              <a:path w="14687550" h="7551420">
                <a:moveTo>
                  <a:pt x="14687549" y="7058287"/>
                </a:moveTo>
                <a:lnTo>
                  <a:pt x="14663227" y="7058287"/>
                </a:lnTo>
                <a:lnTo>
                  <a:pt x="14663227" y="7029712"/>
                </a:lnTo>
                <a:lnTo>
                  <a:pt x="14687549" y="7029712"/>
                </a:lnTo>
                <a:lnTo>
                  <a:pt x="14687549" y="7058287"/>
                </a:lnTo>
                <a:close/>
              </a:path>
              <a:path w="14687550" h="7551420">
                <a:moveTo>
                  <a:pt x="14687549" y="7115437"/>
                </a:moveTo>
                <a:lnTo>
                  <a:pt x="14663227" y="7115437"/>
                </a:lnTo>
                <a:lnTo>
                  <a:pt x="14663227" y="7086862"/>
                </a:lnTo>
                <a:lnTo>
                  <a:pt x="14687549" y="7086862"/>
                </a:lnTo>
                <a:lnTo>
                  <a:pt x="14687549" y="7115437"/>
                </a:lnTo>
                <a:close/>
              </a:path>
              <a:path w="14687550" h="7551420">
                <a:moveTo>
                  <a:pt x="14687549" y="7172587"/>
                </a:moveTo>
                <a:lnTo>
                  <a:pt x="14663227" y="7172587"/>
                </a:lnTo>
                <a:lnTo>
                  <a:pt x="14663227" y="7144012"/>
                </a:lnTo>
                <a:lnTo>
                  <a:pt x="14687549" y="7144012"/>
                </a:lnTo>
                <a:lnTo>
                  <a:pt x="14687549" y="7172587"/>
                </a:lnTo>
                <a:close/>
              </a:path>
              <a:path w="14687550" h="7551420">
                <a:moveTo>
                  <a:pt x="14687549" y="7229737"/>
                </a:moveTo>
                <a:lnTo>
                  <a:pt x="14663227" y="7229737"/>
                </a:lnTo>
                <a:lnTo>
                  <a:pt x="14663227" y="7201162"/>
                </a:lnTo>
                <a:lnTo>
                  <a:pt x="14687549" y="7201162"/>
                </a:lnTo>
                <a:lnTo>
                  <a:pt x="14687549" y="7229737"/>
                </a:lnTo>
                <a:close/>
              </a:path>
              <a:path w="14687550" h="7551420">
                <a:moveTo>
                  <a:pt x="14687549" y="7286887"/>
                </a:moveTo>
                <a:lnTo>
                  <a:pt x="14663227" y="7286887"/>
                </a:lnTo>
                <a:lnTo>
                  <a:pt x="14663227" y="7258312"/>
                </a:lnTo>
                <a:lnTo>
                  <a:pt x="14687549" y="7258312"/>
                </a:lnTo>
                <a:lnTo>
                  <a:pt x="14687549" y="7286887"/>
                </a:lnTo>
                <a:close/>
              </a:path>
              <a:path w="14687550" h="7551420">
                <a:moveTo>
                  <a:pt x="14687549" y="7344037"/>
                </a:moveTo>
                <a:lnTo>
                  <a:pt x="14663227" y="7344037"/>
                </a:lnTo>
                <a:lnTo>
                  <a:pt x="14663227" y="7315462"/>
                </a:lnTo>
                <a:lnTo>
                  <a:pt x="14687549" y="7315462"/>
                </a:lnTo>
                <a:lnTo>
                  <a:pt x="14687549" y="7344037"/>
                </a:lnTo>
                <a:close/>
              </a:path>
              <a:path w="14687550" h="7551420">
                <a:moveTo>
                  <a:pt x="14687549" y="7401078"/>
                </a:moveTo>
                <a:lnTo>
                  <a:pt x="14662829" y="7399163"/>
                </a:lnTo>
                <a:lnTo>
                  <a:pt x="14663094" y="7395740"/>
                </a:lnTo>
                <a:lnTo>
                  <a:pt x="14663227" y="7392309"/>
                </a:lnTo>
                <a:lnTo>
                  <a:pt x="14663227" y="7372612"/>
                </a:lnTo>
                <a:lnTo>
                  <a:pt x="14687549" y="7372612"/>
                </a:lnTo>
                <a:lnTo>
                  <a:pt x="14687549" y="7401078"/>
                </a:lnTo>
                <a:close/>
              </a:path>
              <a:path w="14687550" h="7551420">
                <a:moveTo>
                  <a:pt x="14676511" y="7456391"/>
                </a:moveTo>
                <a:lnTo>
                  <a:pt x="14651002" y="7444643"/>
                </a:lnTo>
                <a:lnTo>
                  <a:pt x="14654295" y="7437493"/>
                </a:lnTo>
                <a:lnTo>
                  <a:pt x="14656933" y="7430111"/>
                </a:lnTo>
                <a:lnTo>
                  <a:pt x="14658918" y="7422496"/>
                </a:lnTo>
                <a:lnTo>
                  <a:pt x="14685948" y="7429540"/>
                </a:lnTo>
                <a:lnTo>
                  <a:pt x="14679476" y="7450837"/>
                </a:lnTo>
                <a:lnTo>
                  <a:pt x="14676511" y="7456391"/>
                </a:lnTo>
                <a:close/>
              </a:path>
              <a:path w="14687550" h="7551420">
                <a:moveTo>
                  <a:pt x="14644172" y="7503535"/>
                </a:moveTo>
                <a:lnTo>
                  <a:pt x="14623984" y="7483347"/>
                </a:lnTo>
                <a:lnTo>
                  <a:pt x="14629747" y="7477583"/>
                </a:lnTo>
                <a:lnTo>
                  <a:pt x="14634790" y="7471558"/>
                </a:lnTo>
                <a:lnTo>
                  <a:pt x="14639298" y="7465088"/>
                </a:lnTo>
                <a:lnTo>
                  <a:pt x="14662506" y="7481257"/>
                </a:lnTo>
                <a:lnTo>
                  <a:pt x="14644376" y="7503368"/>
                </a:lnTo>
                <a:lnTo>
                  <a:pt x="14644172" y="7503535"/>
                </a:lnTo>
                <a:close/>
              </a:path>
              <a:path w="14687550" h="7551420">
                <a:moveTo>
                  <a:pt x="14596947" y="7535745"/>
                </a:moveTo>
                <a:lnTo>
                  <a:pt x="14585267" y="7510170"/>
                </a:lnTo>
                <a:lnTo>
                  <a:pt x="14592443" y="7506894"/>
                </a:lnTo>
                <a:lnTo>
                  <a:pt x="14599270" y="7503014"/>
                </a:lnTo>
                <a:lnTo>
                  <a:pt x="14605750" y="7498531"/>
                </a:lnTo>
                <a:lnTo>
                  <a:pt x="14621865" y="7521826"/>
                </a:lnTo>
                <a:lnTo>
                  <a:pt x="14619714" y="7523589"/>
                </a:lnTo>
                <a:lnTo>
                  <a:pt x="14596947" y="7535745"/>
                </a:lnTo>
                <a:close/>
              </a:path>
              <a:path w="14687550" h="7551420">
                <a:moveTo>
                  <a:pt x="14541804" y="7549614"/>
                </a:moveTo>
                <a:lnTo>
                  <a:pt x="14539746" y="7521854"/>
                </a:lnTo>
                <a:lnTo>
                  <a:pt x="14547644" y="7521268"/>
                </a:lnTo>
                <a:lnTo>
                  <a:pt x="14555427" y="7519989"/>
                </a:lnTo>
                <a:lnTo>
                  <a:pt x="14563094" y="7518017"/>
                </a:lnTo>
                <a:lnTo>
                  <a:pt x="14570058" y="7545089"/>
                </a:lnTo>
                <a:lnTo>
                  <a:pt x="14561617" y="7547654"/>
                </a:lnTo>
                <a:lnTo>
                  <a:pt x="14541804" y="7549614"/>
                </a:lnTo>
                <a:close/>
              </a:path>
              <a:path w="14687550" h="7551420">
                <a:moveTo>
                  <a:pt x="14513106" y="7550794"/>
                </a:moveTo>
                <a:lnTo>
                  <a:pt x="14484531" y="7550794"/>
                </a:lnTo>
                <a:lnTo>
                  <a:pt x="14484531" y="7522219"/>
                </a:lnTo>
                <a:lnTo>
                  <a:pt x="14513106" y="7522219"/>
                </a:lnTo>
                <a:lnTo>
                  <a:pt x="14513106" y="7550794"/>
                </a:lnTo>
                <a:close/>
              </a:path>
              <a:path w="14687550" h="7551420">
                <a:moveTo>
                  <a:pt x="14455956" y="7550794"/>
                </a:moveTo>
                <a:lnTo>
                  <a:pt x="14427381" y="7550794"/>
                </a:lnTo>
                <a:lnTo>
                  <a:pt x="14427381" y="7522219"/>
                </a:lnTo>
                <a:lnTo>
                  <a:pt x="14455956" y="7522219"/>
                </a:lnTo>
                <a:lnTo>
                  <a:pt x="14455956" y="7550794"/>
                </a:lnTo>
                <a:close/>
              </a:path>
              <a:path w="14687550" h="7551420">
                <a:moveTo>
                  <a:pt x="14398806" y="7550794"/>
                </a:moveTo>
                <a:lnTo>
                  <a:pt x="14370231" y="7550794"/>
                </a:lnTo>
                <a:lnTo>
                  <a:pt x="14370231" y="7522219"/>
                </a:lnTo>
                <a:lnTo>
                  <a:pt x="14398806" y="7522219"/>
                </a:lnTo>
                <a:lnTo>
                  <a:pt x="14398806" y="7550794"/>
                </a:lnTo>
                <a:close/>
              </a:path>
              <a:path w="14687550" h="7551420">
                <a:moveTo>
                  <a:pt x="14341656" y="7550794"/>
                </a:moveTo>
                <a:lnTo>
                  <a:pt x="14313081" y="7550794"/>
                </a:lnTo>
                <a:lnTo>
                  <a:pt x="14313081" y="7522219"/>
                </a:lnTo>
                <a:lnTo>
                  <a:pt x="14341656" y="7522219"/>
                </a:lnTo>
                <a:lnTo>
                  <a:pt x="14341656" y="7550794"/>
                </a:lnTo>
                <a:close/>
              </a:path>
              <a:path w="14687550" h="7551420">
                <a:moveTo>
                  <a:pt x="14284506" y="7550794"/>
                </a:moveTo>
                <a:lnTo>
                  <a:pt x="14255931" y="7550794"/>
                </a:lnTo>
                <a:lnTo>
                  <a:pt x="14255931" y="7522219"/>
                </a:lnTo>
                <a:lnTo>
                  <a:pt x="14284506" y="7522219"/>
                </a:lnTo>
                <a:lnTo>
                  <a:pt x="14284506" y="7550794"/>
                </a:lnTo>
                <a:close/>
              </a:path>
              <a:path w="14687550" h="7551420">
                <a:moveTo>
                  <a:pt x="14227356" y="7550794"/>
                </a:moveTo>
                <a:lnTo>
                  <a:pt x="14198781" y="7550794"/>
                </a:lnTo>
                <a:lnTo>
                  <a:pt x="14198781" y="7522219"/>
                </a:lnTo>
                <a:lnTo>
                  <a:pt x="14227356" y="7522219"/>
                </a:lnTo>
                <a:lnTo>
                  <a:pt x="14227356" y="7550794"/>
                </a:lnTo>
                <a:close/>
              </a:path>
              <a:path w="14687550" h="7551420">
                <a:moveTo>
                  <a:pt x="14170206" y="7550794"/>
                </a:moveTo>
                <a:lnTo>
                  <a:pt x="14141631" y="7550794"/>
                </a:lnTo>
                <a:lnTo>
                  <a:pt x="14141631" y="7522219"/>
                </a:lnTo>
                <a:lnTo>
                  <a:pt x="14170206" y="7522219"/>
                </a:lnTo>
                <a:lnTo>
                  <a:pt x="14170206" y="7550794"/>
                </a:lnTo>
                <a:close/>
              </a:path>
              <a:path w="14687550" h="7551420">
                <a:moveTo>
                  <a:pt x="14113056" y="7550794"/>
                </a:moveTo>
                <a:lnTo>
                  <a:pt x="14084481" y="7550794"/>
                </a:lnTo>
                <a:lnTo>
                  <a:pt x="14084481" y="7522219"/>
                </a:lnTo>
                <a:lnTo>
                  <a:pt x="14113056" y="7522219"/>
                </a:lnTo>
                <a:lnTo>
                  <a:pt x="14113056" y="7550794"/>
                </a:lnTo>
                <a:close/>
              </a:path>
              <a:path w="14687550" h="7551420">
                <a:moveTo>
                  <a:pt x="14055906" y="7550794"/>
                </a:moveTo>
                <a:lnTo>
                  <a:pt x="14027331" y="7550794"/>
                </a:lnTo>
                <a:lnTo>
                  <a:pt x="14027331" y="7522219"/>
                </a:lnTo>
                <a:lnTo>
                  <a:pt x="14055906" y="7522219"/>
                </a:lnTo>
                <a:lnTo>
                  <a:pt x="14055906" y="7550794"/>
                </a:lnTo>
                <a:close/>
              </a:path>
              <a:path w="14687550" h="7551420">
                <a:moveTo>
                  <a:pt x="13998756" y="7550794"/>
                </a:moveTo>
                <a:lnTo>
                  <a:pt x="13970181" y="7550794"/>
                </a:lnTo>
                <a:lnTo>
                  <a:pt x="13970181" y="7522219"/>
                </a:lnTo>
                <a:lnTo>
                  <a:pt x="13998756" y="7522219"/>
                </a:lnTo>
                <a:lnTo>
                  <a:pt x="13998756" y="7550794"/>
                </a:lnTo>
                <a:close/>
              </a:path>
              <a:path w="14687550" h="7551420">
                <a:moveTo>
                  <a:pt x="13941606" y="7550794"/>
                </a:moveTo>
                <a:lnTo>
                  <a:pt x="13913031" y="7550794"/>
                </a:lnTo>
                <a:lnTo>
                  <a:pt x="13913031" y="7522219"/>
                </a:lnTo>
                <a:lnTo>
                  <a:pt x="13941606" y="7522219"/>
                </a:lnTo>
                <a:lnTo>
                  <a:pt x="13941606" y="7550794"/>
                </a:lnTo>
                <a:close/>
              </a:path>
              <a:path w="14687550" h="7551420">
                <a:moveTo>
                  <a:pt x="13884456" y="7550794"/>
                </a:moveTo>
                <a:lnTo>
                  <a:pt x="13855881" y="7550794"/>
                </a:lnTo>
                <a:lnTo>
                  <a:pt x="13855881" y="7522219"/>
                </a:lnTo>
                <a:lnTo>
                  <a:pt x="13884456" y="7522219"/>
                </a:lnTo>
                <a:lnTo>
                  <a:pt x="13884456" y="7550794"/>
                </a:lnTo>
                <a:close/>
              </a:path>
              <a:path w="14687550" h="7551420">
                <a:moveTo>
                  <a:pt x="13827306" y="7550794"/>
                </a:moveTo>
                <a:lnTo>
                  <a:pt x="13798731" y="7550794"/>
                </a:lnTo>
                <a:lnTo>
                  <a:pt x="13798731" y="7522219"/>
                </a:lnTo>
                <a:lnTo>
                  <a:pt x="13827306" y="7522219"/>
                </a:lnTo>
                <a:lnTo>
                  <a:pt x="13827306" y="7550794"/>
                </a:lnTo>
                <a:close/>
              </a:path>
              <a:path w="14687550" h="7551420">
                <a:moveTo>
                  <a:pt x="13770156" y="7550794"/>
                </a:moveTo>
                <a:lnTo>
                  <a:pt x="13741581" y="7550794"/>
                </a:lnTo>
                <a:lnTo>
                  <a:pt x="13741581" y="7522219"/>
                </a:lnTo>
                <a:lnTo>
                  <a:pt x="13770156" y="7522219"/>
                </a:lnTo>
                <a:lnTo>
                  <a:pt x="13770156" y="7550794"/>
                </a:lnTo>
                <a:close/>
              </a:path>
              <a:path w="14687550" h="7551420">
                <a:moveTo>
                  <a:pt x="13713006" y="7550794"/>
                </a:moveTo>
                <a:lnTo>
                  <a:pt x="13684431" y="7550794"/>
                </a:lnTo>
                <a:lnTo>
                  <a:pt x="13684431" y="7522219"/>
                </a:lnTo>
                <a:lnTo>
                  <a:pt x="13713006" y="7522219"/>
                </a:lnTo>
                <a:lnTo>
                  <a:pt x="13713006" y="7550794"/>
                </a:lnTo>
                <a:close/>
              </a:path>
              <a:path w="14687550" h="7551420">
                <a:moveTo>
                  <a:pt x="13655856" y="7550794"/>
                </a:moveTo>
                <a:lnTo>
                  <a:pt x="13627281" y="7550794"/>
                </a:lnTo>
                <a:lnTo>
                  <a:pt x="13627281" y="7522219"/>
                </a:lnTo>
                <a:lnTo>
                  <a:pt x="13655856" y="7522219"/>
                </a:lnTo>
                <a:lnTo>
                  <a:pt x="13655856" y="7550794"/>
                </a:lnTo>
                <a:close/>
              </a:path>
              <a:path w="14687550" h="7551420">
                <a:moveTo>
                  <a:pt x="13598706" y="7550794"/>
                </a:moveTo>
                <a:lnTo>
                  <a:pt x="13570131" y="7550794"/>
                </a:lnTo>
                <a:lnTo>
                  <a:pt x="13570131" y="7522219"/>
                </a:lnTo>
                <a:lnTo>
                  <a:pt x="13598706" y="7522219"/>
                </a:lnTo>
                <a:lnTo>
                  <a:pt x="13598706" y="7550794"/>
                </a:lnTo>
                <a:close/>
              </a:path>
              <a:path w="14687550" h="7551420">
                <a:moveTo>
                  <a:pt x="13541556" y="7550794"/>
                </a:moveTo>
                <a:lnTo>
                  <a:pt x="13512981" y="7550794"/>
                </a:lnTo>
                <a:lnTo>
                  <a:pt x="13512981" y="7522219"/>
                </a:lnTo>
                <a:lnTo>
                  <a:pt x="13541556" y="7522219"/>
                </a:lnTo>
                <a:lnTo>
                  <a:pt x="13541556" y="7550794"/>
                </a:lnTo>
                <a:close/>
              </a:path>
              <a:path w="14687550" h="7551420">
                <a:moveTo>
                  <a:pt x="13484406" y="7550794"/>
                </a:moveTo>
                <a:lnTo>
                  <a:pt x="13455831" y="7550794"/>
                </a:lnTo>
                <a:lnTo>
                  <a:pt x="13455831" y="7522219"/>
                </a:lnTo>
                <a:lnTo>
                  <a:pt x="13484406" y="7522219"/>
                </a:lnTo>
                <a:lnTo>
                  <a:pt x="13484406" y="7550794"/>
                </a:lnTo>
                <a:close/>
              </a:path>
              <a:path w="14687550" h="7551420">
                <a:moveTo>
                  <a:pt x="13427256" y="7550794"/>
                </a:moveTo>
                <a:lnTo>
                  <a:pt x="13398681" y="7550794"/>
                </a:lnTo>
                <a:lnTo>
                  <a:pt x="13398681" y="7522219"/>
                </a:lnTo>
                <a:lnTo>
                  <a:pt x="13427256" y="7522219"/>
                </a:lnTo>
                <a:lnTo>
                  <a:pt x="13427256" y="7550794"/>
                </a:lnTo>
                <a:close/>
              </a:path>
              <a:path w="14687550" h="7551420">
                <a:moveTo>
                  <a:pt x="13370106" y="7550794"/>
                </a:moveTo>
                <a:lnTo>
                  <a:pt x="13341531" y="7550794"/>
                </a:lnTo>
                <a:lnTo>
                  <a:pt x="13341531" y="7522219"/>
                </a:lnTo>
                <a:lnTo>
                  <a:pt x="13370106" y="7522219"/>
                </a:lnTo>
                <a:lnTo>
                  <a:pt x="13370106" y="7550794"/>
                </a:lnTo>
                <a:close/>
              </a:path>
              <a:path w="14687550" h="7551420">
                <a:moveTo>
                  <a:pt x="13312956" y="7550794"/>
                </a:moveTo>
                <a:lnTo>
                  <a:pt x="13284381" y="7550794"/>
                </a:lnTo>
                <a:lnTo>
                  <a:pt x="13284381" y="7522219"/>
                </a:lnTo>
                <a:lnTo>
                  <a:pt x="13312956" y="7522219"/>
                </a:lnTo>
                <a:lnTo>
                  <a:pt x="13312956" y="7550794"/>
                </a:lnTo>
                <a:close/>
              </a:path>
              <a:path w="14687550" h="7551420">
                <a:moveTo>
                  <a:pt x="13255806" y="7550794"/>
                </a:moveTo>
                <a:lnTo>
                  <a:pt x="13227231" y="7550794"/>
                </a:lnTo>
                <a:lnTo>
                  <a:pt x="13227231" y="7522219"/>
                </a:lnTo>
                <a:lnTo>
                  <a:pt x="13255806" y="7522219"/>
                </a:lnTo>
                <a:lnTo>
                  <a:pt x="13255806" y="7550794"/>
                </a:lnTo>
                <a:close/>
              </a:path>
              <a:path w="14687550" h="7551420">
                <a:moveTo>
                  <a:pt x="13198656" y="7550794"/>
                </a:moveTo>
                <a:lnTo>
                  <a:pt x="13170081" y="7550794"/>
                </a:lnTo>
                <a:lnTo>
                  <a:pt x="13170081" y="7522219"/>
                </a:lnTo>
                <a:lnTo>
                  <a:pt x="13198656" y="7522219"/>
                </a:lnTo>
                <a:lnTo>
                  <a:pt x="13198656" y="7550794"/>
                </a:lnTo>
                <a:close/>
              </a:path>
              <a:path w="14687550" h="7551420">
                <a:moveTo>
                  <a:pt x="13141506" y="7550794"/>
                </a:moveTo>
                <a:lnTo>
                  <a:pt x="13112931" y="7550794"/>
                </a:lnTo>
                <a:lnTo>
                  <a:pt x="13112931" y="7522219"/>
                </a:lnTo>
                <a:lnTo>
                  <a:pt x="13141506" y="7522219"/>
                </a:lnTo>
                <a:lnTo>
                  <a:pt x="13141506" y="7550794"/>
                </a:lnTo>
                <a:close/>
              </a:path>
              <a:path w="14687550" h="7551420">
                <a:moveTo>
                  <a:pt x="13084356" y="7550794"/>
                </a:moveTo>
                <a:lnTo>
                  <a:pt x="13055781" y="7550794"/>
                </a:lnTo>
                <a:lnTo>
                  <a:pt x="13055781" y="7522219"/>
                </a:lnTo>
                <a:lnTo>
                  <a:pt x="13084356" y="7522219"/>
                </a:lnTo>
                <a:lnTo>
                  <a:pt x="13084356" y="7550794"/>
                </a:lnTo>
                <a:close/>
              </a:path>
              <a:path w="14687550" h="7551420">
                <a:moveTo>
                  <a:pt x="13027206" y="7550794"/>
                </a:moveTo>
                <a:lnTo>
                  <a:pt x="12998631" y="7550794"/>
                </a:lnTo>
                <a:lnTo>
                  <a:pt x="12998631" y="7522219"/>
                </a:lnTo>
                <a:lnTo>
                  <a:pt x="13027206" y="7522219"/>
                </a:lnTo>
                <a:lnTo>
                  <a:pt x="13027206" y="7550794"/>
                </a:lnTo>
                <a:close/>
              </a:path>
              <a:path w="14687550" h="7551420">
                <a:moveTo>
                  <a:pt x="12970056" y="7550794"/>
                </a:moveTo>
                <a:lnTo>
                  <a:pt x="12941481" y="7550794"/>
                </a:lnTo>
                <a:lnTo>
                  <a:pt x="12941481" y="7522219"/>
                </a:lnTo>
                <a:lnTo>
                  <a:pt x="12970056" y="7522219"/>
                </a:lnTo>
                <a:lnTo>
                  <a:pt x="12970056" y="7550794"/>
                </a:lnTo>
                <a:close/>
              </a:path>
              <a:path w="14687550" h="7551420">
                <a:moveTo>
                  <a:pt x="12912906" y="7550794"/>
                </a:moveTo>
                <a:lnTo>
                  <a:pt x="12884331" y="7550794"/>
                </a:lnTo>
                <a:lnTo>
                  <a:pt x="12884331" y="7522219"/>
                </a:lnTo>
                <a:lnTo>
                  <a:pt x="12912906" y="7522219"/>
                </a:lnTo>
                <a:lnTo>
                  <a:pt x="12912906" y="7550794"/>
                </a:lnTo>
                <a:close/>
              </a:path>
              <a:path w="14687550" h="7551420">
                <a:moveTo>
                  <a:pt x="12855756" y="7550794"/>
                </a:moveTo>
                <a:lnTo>
                  <a:pt x="12827181" y="7550794"/>
                </a:lnTo>
                <a:lnTo>
                  <a:pt x="12827181" y="7522219"/>
                </a:lnTo>
                <a:lnTo>
                  <a:pt x="12855756" y="7522219"/>
                </a:lnTo>
                <a:lnTo>
                  <a:pt x="12855756" y="7550794"/>
                </a:lnTo>
                <a:close/>
              </a:path>
              <a:path w="14687550" h="7551420">
                <a:moveTo>
                  <a:pt x="12798606" y="7550794"/>
                </a:moveTo>
                <a:lnTo>
                  <a:pt x="12770031" y="7550794"/>
                </a:lnTo>
                <a:lnTo>
                  <a:pt x="12770031" y="7522219"/>
                </a:lnTo>
                <a:lnTo>
                  <a:pt x="12798606" y="7522219"/>
                </a:lnTo>
                <a:lnTo>
                  <a:pt x="12798606" y="7550794"/>
                </a:lnTo>
                <a:close/>
              </a:path>
              <a:path w="14687550" h="7551420">
                <a:moveTo>
                  <a:pt x="12741456" y="7550794"/>
                </a:moveTo>
                <a:lnTo>
                  <a:pt x="12712881" y="7550794"/>
                </a:lnTo>
                <a:lnTo>
                  <a:pt x="12712881" y="7522219"/>
                </a:lnTo>
                <a:lnTo>
                  <a:pt x="12741456" y="7522219"/>
                </a:lnTo>
                <a:lnTo>
                  <a:pt x="12741456" y="7550794"/>
                </a:lnTo>
                <a:close/>
              </a:path>
              <a:path w="14687550" h="7551420">
                <a:moveTo>
                  <a:pt x="12684306" y="7550794"/>
                </a:moveTo>
                <a:lnTo>
                  <a:pt x="12655731" y="7550794"/>
                </a:lnTo>
                <a:lnTo>
                  <a:pt x="12655731" y="7522219"/>
                </a:lnTo>
                <a:lnTo>
                  <a:pt x="12684306" y="7522219"/>
                </a:lnTo>
                <a:lnTo>
                  <a:pt x="12684306" y="7550794"/>
                </a:lnTo>
                <a:close/>
              </a:path>
              <a:path w="14687550" h="7551420">
                <a:moveTo>
                  <a:pt x="12627156" y="7550794"/>
                </a:moveTo>
                <a:lnTo>
                  <a:pt x="12598581" y="7550794"/>
                </a:lnTo>
                <a:lnTo>
                  <a:pt x="12598581" y="7522219"/>
                </a:lnTo>
                <a:lnTo>
                  <a:pt x="12627156" y="7522219"/>
                </a:lnTo>
                <a:lnTo>
                  <a:pt x="12627156" y="7550794"/>
                </a:lnTo>
                <a:close/>
              </a:path>
              <a:path w="14687550" h="7551420">
                <a:moveTo>
                  <a:pt x="12570006" y="7550794"/>
                </a:moveTo>
                <a:lnTo>
                  <a:pt x="12541431" y="7550794"/>
                </a:lnTo>
                <a:lnTo>
                  <a:pt x="12541431" y="7522219"/>
                </a:lnTo>
                <a:lnTo>
                  <a:pt x="12570006" y="7522219"/>
                </a:lnTo>
                <a:lnTo>
                  <a:pt x="12570006" y="7550794"/>
                </a:lnTo>
                <a:close/>
              </a:path>
              <a:path w="14687550" h="7551420">
                <a:moveTo>
                  <a:pt x="12512856" y="7550794"/>
                </a:moveTo>
                <a:lnTo>
                  <a:pt x="12484281" y="7550794"/>
                </a:lnTo>
                <a:lnTo>
                  <a:pt x="12484281" y="7522219"/>
                </a:lnTo>
                <a:lnTo>
                  <a:pt x="12512856" y="7522219"/>
                </a:lnTo>
                <a:lnTo>
                  <a:pt x="12512856" y="7550794"/>
                </a:lnTo>
                <a:close/>
              </a:path>
              <a:path w="14687550" h="7551420">
                <a:moveTo>
                  <a:pt x="12455706" y="7550794"/>
                </a:moveTo>
                <a:lnTo>
                  <a:pt x="12427131" y="7550794"/>
                </a:lnTo>
                <a:lnTo>
                  <a:pt x="12427131" y="7522219"/>
                </a:lnTo>
                <a:lnTo>
                  <a:pt x="12455706" y="7522219"/>
                </a:lnTo>
                <a:lnTo>
                  <a:pt x="12455706" y="7550794"/>
                </a:lnTo>
                <a:close/>
              </a:path>
              <a:path w="14687550" h="7551420">
                <a:moveTo>
                  <a:pt x="12398556" y="7550794"/>
                </a:moveTo>
                <a:lnTo>
                  <a:pt x="12369981" y="7550794"/>
                </a:lnTo>
                <a:lnTo>
                  <a:pt x="12369981" y="7522219"/>
                </a:lnTo>
                <a:lnTo>
                  <a:pt x="12398556" y="7522219"/>
                </a:lnTo>
                <a:lnTo>
                  <a:pt x="12398556" y="7550794"/>
                </a:lnTo>
                <a:close/>
              </a:path>
              <a:path w="14687550" h="7551420">
                <a:moveTo>
                  <a:pt x="12341406" y="7550794"/>
                </a:moveTo>
                <a:lnTo>
                  <a:pt x="12312831" y="7550794"/>
                </a:lnTo>
                <a:lnTo>
                  <a:pt x="12312831" y="7522219"/>
                </a:lnTo>
                <a:lnTo>
                  <a:pt x="12341406" y="7522219"/>
                </a:lnTo>
                <a:lnTo>
                  <a:pt x="12341406" y="7550794"/>
                </a:lnTo>
                <a:close/>
              </a:path>
              <a:path w="14687550" h="7551420">
                <a:moveTo>
                  <a:pt x="12284256" y="7550794"/>
                </a:moveTo>
                <a:lnTo>
                  <a:pt x="12255681" y="7550794"/>
                </a:lnTo>
                <a:lnTo>
                  <a:pt x="12255681" y="7522219"/>
                </a:lnTo>
                <a:lnTo>
                  <a:pt x="12284256" y="7522219"/>
                </a:lnTo>
                <a:lnTo>
                  <a:pt x="12284256" y="7550794"/>
                </a:lnTo>
                <a:close/>
              </a:path>
              <a:path w="14687550" h="7551420">
                <a:moveTo>
                  <a:pt x="12227106" y="7550794"/>
                </a:moveTo>
                <a:lnTo>
                  <a:pt x="12198531" y="7550794"/>
                </a:lnTo>
                <a:lnTo>
                  <a:pt x="12198531" y="7522219"/>
                </a:lnTo>
                <a:lnTo>
                  <a:pt x="12227106" y="7522219"/>
                </a:lnTo>
                <a:lnTo>
                  <a:pt x="12227106" y="7550794"/>
                </a:lnTo>
                <a:close/>
              </a:path>
              <a:path w="14687550" h="7551420">
                <a:moveTo>
                  <a:pt x="12169956" y="7550794"/>
                </a:moveTo>
                <a:lnTo>
                  <a:pt x="12141381" y="7550794"/>
                </a:lnTo>
                <a:lnTo>
                  <a:pt x="12141381" y="7522219"/>
                </a:lnTo>
                <a:lnTo>
                  <a:pt x="12169956" y="7522219"/>
                </a:lnTo>
                <a:lnTo>
                  <a:pt x="12169956" y="7550794"/>
                </a:lnTo>
                <a:close/>
              </a:path>
              <a:path w="14687550" h="7551420">
                <a:moveTo>
                  <a:pt x="12112806" y="7550794"/>
                </a:moveTo>
                <a:lnTo>
                  <a:pt x="12084231" y="7550794"/>
                </a:lnTo>
                <a:lnTo>
                  <a:pt x="12084231" y="7522219"/>
                </a:lnTo>
                <a:lnTo>
                  <a:pt x="12112806" y="7522219"/>
                </a:lnTo>
                <a:lnTo>
                  <a:pt x="12112806" y="7550794"/>
                </a:lnTo>
                <a:close/>
              </a:path>
              <a:path w="14687550" h="7551420">
                <a:moveTo>
                  <a:pt x="12055656" y="7550794"/>
                </a:moveTo>
                <a:lnTo>
                  <a:pt x="12027081" y="7550794"/>
                </a:lnTo>
                <a:lnTo>
                  <a:pt x="12027081" y="7522219"/>
                </a:lnTo>
                <a:lnTo>
                  <a:pt x="12055656" y="7522219"/>
                </a:lnTo>
                <a:lnTo>
                  <a:pt x="12055656" y="7550794"/>
                </a:lnTo>
                <a:close/>
              </a:path>
              <a:path w="14687550" h="7551420">
                <a:moveTo>
                  <a:pt x="11998506" y="7550794"/>
                </a:moveTo>
                <a:lnTo>
                  <a:pt x="11969931" y="7550794"/>
                </a:lnTo>
                <a:lnTo>
                  <a:pt x="11969931" y="7522219"/>
                </a:lnTo>
                <a:lnTo>
                  <a:pt x="11998506" y="7522219"/>
                </a:lnTo>
                <a:lnTo>
                  <a:pt x="11998506" y="7550794"/>
                </a:lnTo>
                <a:close/>
              </a:path>
              <a:path w="14687550" h="7551420">
                <a:moveTo>
                  <a:pt x="11941356" y="7550794"/>
                </a:moveTo>
                <a:lnTo>
                  <a:pt x="11912781" y="7550794"/>
                </a:lnTo>
                <a:lnTo>
                  <a:pt x="11912781" y="7522219"/>
                </a:lnTo>
                <a:lnTo>
                  <a:pt x="11941356" y="7522219"/>
                </a:lnTo>
                <a:lnTo>
                  <a:pt x="11941356" y="7550794"/>
                </a:lnTo>
                <a:close/>
              </a:path>
              <a:path w="14687550" h="7551420">
                <a:moveTo>
                  <a:pt x="11884206" y="7550794"/>
                </a:moveTo>
                <a:lnTo>
                  <a:pt x="11855631" y="7550794"/>
                </a:lnTo>
                <a:lnTo>
                  <a:pt x="11855631" y="7522219"/>
                </a:lnTo>
                <a:lnTo>
                  <a:pt x="11884206" y="7522219"/>
                </a:lnTo>
                <a:lnTo>
                  <a:pt x="11884206" y="7550794"/>
                </a:lnTo>
                <a:close/>
              </a:path>
              <a:path w="14687550" h="7551420">
                <a:moveTo>
                  <a:pt x="11827056" y="7550794"/>
                </a:moveTo>
                <a:lnTo>
                  <a:pt x="11798481" y="7550794"/>
                </a:lnTo>
                <a:lnTo>
                  <a:pt x="11798481" y="7522219"/>
                </a:lnTo>
                <a:lnTo>
                  <a:pt x="11827056" y="7522219"/>
                </a:lnTo>
                <a:lnTo>
                  <a:pt x="11827056" y="7550794"/>
                </a:lnTo>
                <a:close/>
              </a:path>
              <a:path w="14687550" h="7551420">
                <a:moveTo>
                  <a:pt x="11769906" y="7550794"/>
                </a:moveTo>
                <a:lnTo>
                  <a:pt x="11741331" y="7550794"/>
                </a:lnTo>
                <a:lnTo>
                  <a:pt x="11741331" y="7522219"/>
                </a:lnTo>
                <a:lnTo>
                  <a:pt x="11769906" y="7522219"/>
                </a:lnTo>
                <a:lnTo>
                  <a:pt x="11769906" y="7550794"/>
                </a:lnTo>
                <a:close/>
              </a:path>
              <a:path w="14687550" h="7551420">
                <a:moveTo>
                  <a:pt x="11712756" y="7550794"/>
                </a:moveTo>
                <a:lnTo>
                  <a:pt x="11684181" y="7550794"/>
                </a:lnTo>
                <a:lnTo>
                  <a:pt x="11684181" y="7522219"/>
                </a:lnTo>
                <a:lnTo>
                  <a:pt x="11712756" y="7522219"/>
                </a:lnTo>
                <a:lnTo>
                  <a:pt x="11712756" y="7550794"/>
                </a:lnTo>
                <a:close/>
              </a:path>
              <a:path w="14687550" h="7551420">
                <a:moveTo>
                  <a:pt x="11655606" y="7550794"/>
                </a:moveTo>
                <a:lnTo>
                  <a:pt x="11627031" y="7550794"/>
                </a:lnTo>
                <a:lnTo>
                  <a:pt x="11627031" y="7522219"/>
                </a:lnTo>
                <a:lnTo>
                  <a:pt x="11655606" y="7522219"/>
                </a:lnTo>
                <a:lnTo>
                  <a:pt x="11655606" y="7550794"/>
                </a:lnTo>
                <a:close/>
              </a:path>
              <a:path w="14687550" h="7551420">
                <a:moveTo>
                  <a:pt x="11598456" y="7550794"/>
                </a:moveTo>
                <a:lnTo>
                  <a:pt x="11569881" y="7550794"/>
                </a:lnTo>
                <a:lnTo>
                  <a:pt x="11569881" y="7522219"/>
                </a:lnTo>
                <a:lnTo>
                  <a:pt x="11598456" y="7522219"/>
                </a:lnTo>
                <a:lnTo>
                  <a:pt x="11598456" y="7550794"/>
                </a:lnTo>
                <a:close/>
              </a:path>
              <a:path w="14687550" h="7551420">
                <a:moveTo>
                  <a:pt x="11541306" y="7550794"/>
                </a:moveTo>
                <a:lnTo>
                  <a:pt x="11512731" y="7550794"/>
                </a:lnTo>
                <a:lnTo>
                  <a:pt x="11512731" y="7522219"/>
                </a:lnTo>
                <a:lnTo>
                  <a:pt x="11541306" y="7522219"/>
                </a:lnTo>
                <a:lnTo>
                  <a:pt x="11541306" y="7550794"/>
                </a:lnTo>
                <a:close/>
              </a:path>
              <a:path w="14687550" h="7551420">
                <a:moveTo>
                  <a:pt x="11484156" y="7550794"/>
                </a:moveTo>
                <a:lnTo>
                  <a:pt x="11455581" y="7550794"/>
                </a:lnTo>
                <a:lnTo>
                  <a:pt x="11455581" y="7522219"/>
                </a:lnTo>
                <a:lnTo>
                  <a:pt x="11484156" y="7522219"/>
                </a:lnTo>
                <a:lnTo>
                  <a:pt x="11484156" y="7550794"/>
                </a:lnTo>
                <a:close/>
              </a:path>
              <a:path w="14687550" h="7551420">
                <a:moveTo>
                  <a:pt x="11427006" y="7550794"/>
                </a:moveTo>
                <a:lnTo>
                  <a:pt x="11398431" y="7550794"/>
                </a:lnTo>
                <a:lnTo>
                  <a:pt x="11398431" y="7522219"/>
                </a:lnTo>
                <a:lnTo>
                  <a:pt x="11427006" y="7522219"/>
                </a:lnTo>
                <a:lnTo>
                  <a:pt x="11427006" y="7550794"/>
                </a:lnTo>
                <a:close/>
              </a:path>
              <a:path w="14687550" h="7551420">
                <a:moveTo>
                  <a:pt x="11369856" y="7550794"/>
                </a:moveTo>
                <a:lnTo>
                  <a:pt x="11341281" y="7550794"/>
                </a:lnTo>
                <a:lnTo>
                  <a:pt x="11341281" y="7522219"/>
                </a:lnTo>
                <a:lnTo>
                  <a:pt x="11369856" y="7522219"/>
                </a:lnTo>
                <a:lnTo>
                  <a:pt x="11369856" y="7550794"/>
                </a:lnTo>
                <a:close/>
              </a:path>
              <a:path w="14687550" h="7551420">
                <a:moveTo>
                  <a:pt x="11312706" y="7550794"/>
                </a:moveTo>
                <a:lnTo>
                  <a:pt x="11284131" y="7550794"/>
                </a:lnTo>
                <a:lnTo>
                  <a:pt x="11284131" y="7522219"/>
                </a:lnTo>
                <a:lnTo>
                  <a:pt x="11312706" y="7522219"/>
                </a:lnTo>
                <a:lnTo>
                  <a:pt x="11312706" y="7550794"/>
                </a:lnTo>
                <a:close/>
              </a:path>
              <a:path w="14687550" h="7551420">
                <a:moveTo>
                  <a:pt x="11255556" y="7550794"/>
                </a:moveTo>
                <a:lnTo>
                  <a:pt x="11226981" y="7550794"/>
                </a:lnTo>
                <a:lnTo>
                  <a:pt x="11226981" y="7522219"/>
                </a:lnTo>
                <a:lnTo>
                  <a:pt x="11255556" y="7522219"/>
                </a:lnTo>
                <a:lnTo>
                  <a:pt x="11255556" y="7550794"/>
                </a:lnTo>
                <a:close/>
              </a:path>
              <a:path w="14687550" h="7551420">
                <a:moveTo>
                  <a:pt x="11198406" y="7550794"/>
                </a:moveTo>
                <a:lnTo>
                  <a:pt x="11169831" y="7550794"/>
                </a:lnTo>
                <a:lnTo>
                  <a:pt x="11169831" y="7522219"/>
                </a:lnTo>
                <a:lnTo>
                  <a:pt x="11198406" y="7522219"/>
                </a:lnTo>
                <a:lnTo>
                  <a:pt x="11198406" y="7550794"/>
                </a:lnTo>
                <a:close/>
              </a:path>
              <a:path w="14687550" h="7551420">
                <a:moveTo>
                  <a:pt x="11141256" y="7550794"/>
                </a:moveTo>
                <a:lnTo>
                  <a:pt x="11112681" y="7550794"/>
                </a:lnTo>
                <a:lnTo>
                  <a:pt x="11112681" y="7522219"/>
                </a:lnTo>
                <a:lnTo>
                  <a:pt x="11141256" y="7522219"/>
                </a:lnTo>
                <a:lnTo>
                  <a:pt x="11141256" y="7550794"/>
                </a:lnTo>
                <a:close/>
              </a:path>
              <a:path w="14687550" h="7551420">
                <a:moveTo>
                  <a:pt x="11084106" y="7550794"/>
                </a:moveTo>
                <a:lnTo>
                  <a:pt x="11055531" y="7550794"/>
                </a:lnTo>
                <a:lnTo>
                  <a:pt x="11055531" y="7522219"/>
                </a:lnTo>
                <a:lnTo>
                  <a:pt x="11084106" y="7522219"/>
                </a:lnTo>
                <a:lnTo>
                  <a:pt x="11084106" y="7550794"/>
                </a:lnTo>
                <a:close/>
              </a:path>
              <a:path w="14687550" h="7551420">
                <a:moveTo>
                  <a:pt x="11026956" y="7550794"/>
                </a:moveTo>
                <a:lnTo>
                  <a:pt x="10998381" y="7550794"/>
                </a:lnTo>
                <a:lnTo>
                  <a:pt x="10998381" y="7522219"/>
                </a:lnTo>
                <a:lnTo>
                  <a:pt x="11026956" y="7522219"/>
                </a:lnTo>
                <a:lnTo>
                  <a:pt x="11026956" y="7550794"/>
                </a:lnTo>
                <a:close/>
              </a:path>
              <a:path w="14687550" h="7551420">
                <a:moveTo>
                  <a:pt x="10969806" y="7550794"/>
                </a:moveTo>
                <a:lnTo>
                  <a:pt x="10941231" y="7550794"/>
                </a:lnTo>
                <a:lnTo>
                  <a:pt x="10941231" y="7522219"/>
                </a:lnTo>
                <a:lnTo>
                  <a:pt x="10969806" y="7522219"/>
                </a:lnTo>
                <a:lnTo>
                  <a:pt x="10969806" y="7550794"/>
                </a:lnTo>
                <a:close/>
              </a:path>
              <a:path w="14687550" h="7551420">
                <a:moveTo>
                  <a:pt x="10912656" y="7550794"/>
                </a:moveTo>
                <a:lnTo>
                  <a:pt x="10884081" y="7550794"/>
                </a:lnTo>
                <a:lnTo>
                  <a:pt x="10884081" y="7522219"/>
                </a:lnTo>
                <a:lnTo>
                  <a:pt x="10912656" y="7522219"/>
                </a:lnTo>
                <a:lnTo>
                  <a:pt x="10912656" y="7550794"/>
                </a:lnTo>
                <a:close/>
              </a:path>
              <a:path w="14687550" h="7551420">
                <a:moveTo>
                  <a:pt x="10855506" y="7550794"/>
                </a:moveTo>
                <a:lnTo>
                  <a:pt x="10826931" y="7550794"/>
                </a:lnTo>
                <a:lnTo>
                  <a:pt x="10826931" y="7522219"/>
                </a:lnTo>
                <a:lnTo>
                  <a:pt x="10855506" y="7522219"/>
                </a:lnTo>
                <a:lnTo>
                  <a:pt x="10855506" y="7550794"/>
                </a:lnTo>
                <a:close/>
              </a:path>
              <a:path w="14687550" h="7551420">
                <a:moveTo>
                  <a:pt x="10798356" y="7550794"/>
                </a:moveTo>
                <a:lnTo>
                  <a:pt x="10769781" y="7550794"/>
                </a:lnTo>
                <a:lnTo>
                  <a:pt x="10769781" y="7522219"/>
                </a:lnTo>
                <a:lnTo>
                  <a:pt x="10798356" y="7522219"/>
                </a:lnTo>
                <a:lnTo>
                  <a:pt x="10798356" y="7550794"/>
                </a:lnTo>
                <a:close/>
              </a:path>
              <a:path w="14687550" h="7551420">
                <a:moveTo>
                  <a:pt x="10741206" y="7550794"/>
                </a:moveTo>
                <a:lnTo>
                  <a:pt x="10712631" y="7550794"/>
                </a:lnTo>
                <a:lnTo>
                  <a:pt x="10712631" y="7522219"/>
                </a:lnTo>
                <a:lnTo>
                  <a:pt x="10741206" y="7522219"/>
                </a:lnTo>
                <a:lnTo>
                  <a:pt x="10741206" y="7550794"/>
                </a:lnTo>
                <a:close/>
              </a:path>
              <a:path w="14687550" h="7551420">
                <a:moveTo>
                  <a:pt x="10684056" y="7550794"/>
                </a:moveTo>
                <a:lnTo>
                  <a:pt x="10655481" y="7550794"/>
                </a:lnTo>
                <a:lnTo>
                  <a:pt x="10655481" y="7522219"/>
                </a:lnTo>
                <a:lnTo>
                  <a:pt x="10684056" y="7522219"/>
                </a:lnTo>
                <a:lnTo>
                  <a:pt x="10684056" y="7550794"/>
                </a:lnTo>
                <a:close/>
              </a:path>
              <a:path w="14687550" h="7551420">
                <a:moveTo>
                  <a:pt x="10626906" y="7550794"/>
                </a:moveTo>
                <a:lnTo>
                  <a:pt x="10598331" y="7550794"/>
                </a:lnTo>
                <a:lnTo>
                  <a:pt x="10598331" y="7522219"/>
                </a:lnTo>
                <a:lnTo>
                  <a:pt x="10626906" y="7522219"/>
                </a:lnTo>
                <a:lnTo>
                  <a:pt x="10626906" y="7550794"/>
                </a:lnTo>
                <a:close/>
              </a:path>
              <a:path w="14687550" h="7551420">
                <a:moveTo>
                  <a:pt x="10569756" y="7550794"/>
                </a:moveTo>
                <a:lnTo>
                  <a:pt x="10541181" y="7550794"/>
                </a:lnTo>
                <a:lnTo>
                  <a:pt x="10541181" y="7522219"/>
                </a:lnTo>
                <a:lnTo>
                  <a:pt x="10569756" y="7522219"/>
                </a:lnTo>
                <a:lnTo>
                  <a:pt x="10569756" y="7550794"/>
                </a:lnTo>
                <a:close/>
              </a:path>
              <a:path w="14687550" h="7551420">
                <a:moveTo>
                  <a:pt x="10512606" y="7550794"/>
                </a:moveTo>
                <a:lnTo>
                  <a:pt x="10484031" y="7550794"/>
                </a:lnTo>
                <a:lnTo>
                  <a:pt x="10484031" y="7522219"/>
                </a:lnTo>
                <a:lnTo>
                  <a:pt x="10512606" y="7522219"/>
                </a:lnTo>
                <a:lnTo>
                  <a:pt x="10512606" y="7550794"/>
                </a:lnTo>
                <a:close/>
              </a:path>
              <a:path w="14687550" h="7551420">
                <a:moveTo>
                  <a:pt x="10455456" y="7550794"/>
                </a:moveTo>
                <a:lnTo>
                  <a:pt x="10426881" y="7550794"/>
                </a:lnTo>
                <a:lnTo>
                  <a:pt x="10426881" y="7522219"/>
                </a:lnTo>
                <a:lnTo>
                  <a:pt x="10455456" y="7522219"/>
                </a:lnTo>
                <a:lnTo>
                  <a:pt x="10455456" y="7550794"/>
                </a:lnTo>
                <a:close/>
              </a:path>
              <a:path w="14687550" h="7551420">
                <a:moveTo>
                  <a:pt x="10398306" y="7550794"/>
                </a:moveTo>
                <a:lnTo>
                  <a:pt x="10369731" y="7550794"/>
                </a:lnTo>
                <a:lnTo>
                  <a:pt x="10369731" y="7522219"/>
                </a:lnTo>
                <a:lnTo>
                  <a:pt x="10398306" y="7522219"/>
                </a:lnTo>
                <a:lnTo>
                  <a:pt x="10398306" y="7550794"/>
                </a:lnTo>
                <a:close/>
              </a:path>
              <a:path w="14687550" h="7551420">
                <a:moveTo>
                  <a:pt x="10341156" y="7550794"/>
                </a:moveTo>
                <a:lnTo>
                  <a:pt x="10312581" y="7550794"/>
                </a:lnTo>
                <a:lnTo>
                  <a:pt x="10312581" y="7522219"/>
                </a:lnTo>
                <a:lnTo>
                  <a:pt x="10341156" y="7522219"/>
                </a:lnTo>
                <a:lnTo>
                  <a:pt x="10341156" y="7550794"/>
                </a:lnTo>
                <a:close/>
              </a:path>
              <a:path w="14687550" h="7551420">
                <a:moveTo>
                  <a:pt x="10284006" y="7550794"/>
                </a:moveTo>
                <a:lnTo>
                  <a:pt x="10255431" y="7550794"/>
                </a:lnTo>
                <a:lnTo>
                  <a:pt x="10255431" y="7522219"/>
                </a:lnTo>
                <a:lnTo>
                  <a:pt x="10284006" y="7522219"/>
                </a:lnTo>
                <a:lnTo>
                  <a:pt x="10284006" y="7550794"/>
                </a:lnTo>
                <a:close/>
              </a:path>
              <a:path w="14687550" h="7551420">
                <a:moveTo>
                  <a:pt x="10226856" y="7550794"/>
                </a:moveTo>
                <a:lnTo>
                  <a:pt x="10198281" y="7550794"/>
                </a:lnTo>
                <a:lnTo>
                  <a:pt x="10198281" y="7522219"/>
                </a:lnTo>
                <a:lnTo>
                  <a:pt x="10226856" y="7522219"/>
                </a:lnTo>
                <a:lnTo>
                  <a:pt x="10226856" y="7550794"/>
                </a:lnTo>
                <a:close/>
              </a:path>
              <a:path w="14687550" h="7551420">
                <a:moveTo>
                  <a:pt x="10169706" y="7550794"/>
                </a:moveTo>
                <a:lnTo>
                  <a:pt x="10141131" y="7550794"/>
                </a:lnTo>
                <a:lnTo>
                  <a:pt x="10141131" y="7522219"/>
                </a:lnTo>
                <a:lnTo>
                  <a:pt x="10169706" y="7522219"/>
                </a:lnTo>
                <a:lnTo>
                  <a:pt x="10169706" y="7550794"/>
                </a:lnTo>
                <a:close/>
              </a:path>
              <a:path w="14687550" h="7551420">
                <a:moveTo>
                  <a:pt x="10112556" y="7550794"/>
                </a:moveTo>
                <a:lnTo>
                  <a:pt x="10083981" y="7550794"/>
                </a:lnTo>
                <a:lnTo>
                  <a:pt x="10083981" y="7522219"/>
                </a:lnTo>
                <a:lnTo>
                  <a:pt x="10112556" y="7522219"/>
                </a:lnTo>
                <a:lnTo>
                  <a:pt x="10112556" y="7550794"/>
                </a:lnTo>
                <a:close/>
              </a:path>
              <a:path w="14687550" h="7551420">
                <a:moveTo>
                  <a:pt x="10055406" y="7550794"/>
                </a:moveTo>
                <a:lnTo>
                  <a:pt x="10026831" y="7550794"/>
                </a:lnTo>
                <a:lnTo>
                  <a:pt x="10026831" y="7522219"/>
                </a:lnTo>
                <a:lnTo>
                  <a:pt x="10055406" y="7522219"/>
                </a:lnTo>
                <a:lnTo>
                  <a:pt x="10055406" y="7550794"/>
                </a:lnTo>
                <a:close/>
              </a:path>
              <a:path w="14687550" h="7551420">
                <a:moveTo>
                  <a:pt x="9998256" y="7550794"/>
                </a:moveTo>
                <a:lnTo>
                  <a:pt x="9969681" y="7550794"/>
                </a:lnTo>
                <a:lnTo>
                  <a:pt x="9969681" y="7522219"/>
                </a:lnTo>
                <a:lnTo>
                  <a:pt x="9998256" y="7522219"/>
                </a:lnTo>
                <a:lnTo>
                  <a:pt x="9998256" y="7550794"/>
                </a:lnTo>
                <a:close/>
              </a:path>
              <a:path w="14687550" h="7551420">
                <a:moveTo>
                  <a:pt x="9941106" y="7550794"/>
                </a:moveTo>
                <a:lnTo>
                  <a:pt x="9912531" y="7550794"/>
                </a:lnTo>
                <a:lnTo>
                  <a:pt x="9912531" y="7522219"/>
                </a:lnTo>
                <a:lnTo>
                  <a:pt x="9941106" y="7522219"/>
                </a:lnTo>
                <a:lnTo>
                  <a:pt x="9941106" y="7550794"/>
                </a:lnTo>
                <a:close/>
              </a:path>
              <a:path w="14687550" h="7551420">
                <a:moveTo>
                  <a:pt x="9883956" y="7550794"/>
                </a:moveTo>
                <a:lnTo>
                  <a:pt x="9855381" y="7550794"/>
                </a:lnTo>
                <a:lnTo>
                  <a:pt x="9855381" y="7522219"/>
                </a:lnTo>
                <a:lnTo>
                  <a:pt x="9883956" y="7522219"/>
                </a:lnTo>
                <a:lnTo>
                  <a:pt x="9883956" y="7550794"/>
                </a:lnTo>
                <a:close/>
              </a:path>
              <a:path w="14687550" h="7551420">
                <a:moveTo>
                  <a:pt x="9826806" y="7550794"/>
                </a:moveTo>
                <a:lnTo>
                  <a:pt x="9798231" y="7550794"/>
                </a:lnTo>
                <a:lnTo>
                  <a:pt x="9798231" y="7522219"/>
                </a:lnTo>
                <a:lnTo>
                  <a:pt x="9826806" y="7522219"/>
                </a:lnTo>
                <a:lnTo>
                  <a:pt x="9826806" y="7550794"/>
                </a:lnTo>
                <a:close/>
              </a:path>
              <a:path w="14687550" h="7551420">
                <a:moveTo>
                  <a:pt x="9769656" y="7550794"/>
                </a:moveTo>
                <a:lnTo>
                  <a:pt x="9741081" y="7550794"/>
                </a:lnTo>
                <a:lnTo>
                  <a:pt x="9741081" y="7522219"/>
                </a:lnTo>
                <a:lnTo>
                  <a:pt x="9769656" y="7522219"/>
                </a:lnTo>
                <a:lnTo>
                  <a:pt x="9769656" y="7550794"/>
                </a:lnTo>
                <a:close/>
              </a:path>
              <a:path w="14687550" h="7551420">
                <a:moveTo>
                  <a:pt x="9712506" y="7550794"/>
                </a:moveTo>
                <a:lnTo>
                  <a:pt x="9683931" y="7550794"/>
                </a:lnTo>
                <a:lnTo>
                  <a:pt x="9683931" y="7522219"/>
                </a:lnTo>
                <a:lnTo>
                  <a:pt x="9712506" y="7522219"/>
                </a:lnTo>
                <a:lnTo>
                  <a:pt x="9712506" y="7550794"/>
                </a:lnTo>
                <a:close/>
              </a:path>
              <a:path w="14687550" h="7551420">
                <a:moveTo>
                  <a:pt x="9655356" y="7550794"/>
                </a:moveTo>
                <a:lnTo>
                  <a:pt x="9626781" y="7550794"/>
                </a:lnTo>
                <a:lnTo>
                  <a:pt x="9626781" y="7522219"/>
                </a:lnTo>
                <a:lnTo>
                  <a:pt x="9655356" y="7522219"/>
                </a:lnTo>
                <a:lnTo>
                  <a:pt x="9655356" y="7550794"/>
                </a:lnTo>
                <a:close/>
              </a:path>
              <a:path w="14687550" h="7551420">
                <a:moveTo>
                  <a:pt x="9598206" y="7550794"/>
                </a:moveTo>
                <a:lnTo>
                  <a:pt x="9569631" y="7550794"/>
                </a:lnTo>
                <a:lnTo>
                  <a:pt x="9569631" y="7522219"/>
                </a:lnTo>
                <a:lnTo>
                  <a:pt x="9598206" y="7522219"/>
                </a:lnTo>
                <a:lnTo>
                  <a:pt x="9598206" y="7550794"/>
                </a:lnTo>
                <a:close/>
              </a:path>
              <a:path w="14687550" h="7551420">
                <a:moveTo>
                  <a:pt x="9541056" y="7550794"/>
                </a:moveTo>
                <a:lnTo>
                  <a:pt x="9512481" y="7550794"/>
                </a:lnTo>
                <a:lnTo>
                  <a:pt x="9512481" y="7522219"/>
                </a:lnTo>
                <a:lnTo>
                  <a:pt x="9541056" y="7522219"/>
                </a:lnTo>
                <a:lnTo>
                  <a:pt x="9541056" y="7550794"/>
                </a:lnTo>
                <a:close/>
              </a:path>
              <a:path w="14687550" h="7551420">
                <a:moveTo>
                  <a:pt x="9483906" y="7550794"/>
                </a:moveTo>
                <a:lnTo>
                  <a:pt x="9455331" y="7550794"/>
                </a:lnTo>
                <a:lnTo>
                  <a:pt x="9455331" y="7522219"/>
                </a:lnTo>
                <a:lnTo>
                  <a:pt x="9483906" y="7522219"/>
                </a:lnTo>
                <a:lnTo>
                  <a:pt x="9483906" y="7550794"/>
                </a:lnTo>
                <a:close/>
              </a:path>
              <a:path w="14687550" h="7551420">
                <a:moveTo>
                  <a:pt x="9426756" y="7550794"/>
                </a:moveTo>
                <a:lnTo>
                  <a:pt x="9398181" y="7550794"/>
                </a:lnTo>
                <a:lnTo>
                  <a:pt x="9398181" y="7522219"/>
                </a:lnTo>
                <a:lnTo>
                  <a:pt x="9426756" y="7522219"/>
                </a:lnTo>
                <a:lnTo>
                  <a:pt x="9426756" y="7550794"/>
                </a:lnTo>
                <a:close/>
              </a:path>
              <a:path w="14687550" h="7551420">
                <a:moveTo>
                  <a:pt x="9369606" y="7550794"/>
                </a:moveTo>
                <a:lnTo>
                  <a:pt x="9341031" y="7550794"/>
                </a:lnTo>
                <a:lnTo>
                  <a:pt x="9341031" y="7522219"/>
                </a:lnTo>
                <a:lnTo>
                  <a:pt x="9369606" y="7522219"/>
                </a:lnTo>
                <a:lnTo>
                  <a:pt x="9369606" y="7550794"/>
                </a:lnTo>
                <a:close/>
              </a:path>
              <a:path w="14687550" h="7551420">
                <a:moveTo>
                  <a:pt x="9312456" y="7550794"/>
                </a:moveTo>
                <a:lnTo>
                  <a:pt x="9283881" y="7550794"/>
                </a:lnTo>
                <a:lnTo>
                  <a:pt x="9283881" y="7522219"/>
                </a:lnTo>
                <a:lnTo>
                  <a:pt x="9312456" y="7522219"/>
                </a:lnTo>
                <a:lnTo>
                  <a:pt x="9312456" y="7550794"/>
                </a:lnTo>
                <a:close/>
              </a:path>
              <a:path w="14687550" h="7551420">
                <a:moveTo>
                  <a:pt x="9255306" y="7550794"/>
                </a:moveTo>
                <a:lnTo>
                  <a:pt x="9226731" y="7550794"/>
                </a:lnTo>
                <a:lnTo>
                  <a:pt x="9226731" y="7522219"/>
                </a:lnTo>
                <a:lnTo>
                  <a:pt x="9255306" y="7522219"/>
                </a:lnTo>
                <a:lnTo>
                  <a:pt x="9255306" y="7550794"/>
                </a:lnTo>
                <a:close/>
              </a:path>
              <a:path w="14687550" h="7551420">
                <a:moveTo>
                  <a:pt x="9198156" y="7550794"/>
                </a:moveTo>
                <a:lnTo>
                  <a:pt x="9169581" y="7550794"/>
                </a:lnTo>
                <a:lnTo>
                  <a:pt x="9169581" y="7522219"/>
                </a:lnTo>
                <a:lnTo>
                  <a:pt x="9198156" y="7522219"/>
                </a:lnTo>
                <a:lnTo>
                  <a:pt x="9198156" y="7550794"/>
                </a:lnTo>
                <a:close/>
              </a:path>
              <a:path w="14687550" h="7551420">
                <a:moveTo>
                  <a:pt x="9141006" y="7550794"/>
                </a:moveTo>
                <a:lnTo>
                  <a:pt x="9112431" y="7550794"/>
                </a:lnTo>
                <a:lnTo>
                  <a:pt x="9112431" y="7522219"/>
                </a:lnTo>
                <a:lnTo>
                  <a:pt x="9141006" y="7522219"/>
                </a:lnTo>
                <a:lnTo>
                  <a:pt x="9141006" y="7550794"/>
                </a:lnTo>
                <a:close/>
              </a:path>
              <a:path w="14687550" h="7551420">
                <a:moveTo>
                  <a:pt x="9083856" y="7550794"/>
                </a:moveTo>
                <a:lnTo>
                  <a:pt x="9055281" y="7550794"/>
                </a:lnTo>
                <a:lnTo>
                  <a:pt x="9055281" y="7522219"/>
                </a:lnTo>
                <a:lnTo>
                  <a:pt x="9083856" y="7522219"/>
                </a:lnTo>
                <a:lnTo>
                  <a:pt x="9083856" y="7550794"/>
                </a:lnTo>
                <a:close/>
              </a:path>
              <a:path w="14687550" h="7551420">
                <a:moveTo>
                  <a:pt x="9026706" y="7550794"/>
                </a:moveTo>
                <a:lnTo>
                  <a:pt x="8998131" y="7550794"/>
                </a:lnTo>
                <a:lnTo>
                  <a:pt x="8998131" y="7522219"/>
                </a:lnTo>
                <a:lnTo>
                  <a:pt x="9026706" y="7522219"/>
                </a:lnTo>
                <a:lnTo>
                  <a:pt x="9026706" y="7550794"/>
                </a:lnTo>
                <a:close/>
              </a:path>
              <a:path w="14687550" h="7551420">
                <a:moveTo>
                  <a:pt x="8969556" y="7550794"/>
                </a:moveTo>
                <a:lnTo>
                  <a:pt x="8940981" y="7550794"/>
                </a:lnTo>
                <a:lnTo>
                  <a:pt x="8940981" y="7522219"/>
                </a:lnTo>
                <a:lnTo>
                  <a:pt x="8969556" y="7522219"/>
                </a:lnTo>
                <a:lnTo>
                  <a:pt x="8969556" y="7550794"/>
                </a:lnTo>
                <a:close/>
              </a:path>
              <a:path w="14687550" h="7551420">
                <a:moveTo>
                  <a:pt x="8912406" y="7550794"/>
                </a:moveTo>
                <a:lnTo>
                  <a:pt x="8883831" y="7550794"/>
                </a:lnTo>
                <a:lnTo>
                  <a:pt x="8883831" y="7522219"/>
                </a:lnTo>
                <a:lnTo>
                  <a:pt x="8912406" y="7522219"/>
                </a:lnTo>
                <a:lnTo>
                  <a:pt x="8912406" y="7550794"/>
                </a:lnTo>
                <a:close/>
              </a:path>
              <a:path w="14687550" h="7551420">
                <a:moveTo>
                  <a:pt x="8855256" y="7550794"/>
                </a:moveTo>
                <a:lnTo>
                  <a:pt x="8826681" y="7550794"/>
                </a:lnTo>
                <a:lnTo>
                  <a:pt x="8826681" y="7522219"/>
                </a:lnTo>
                <a:lnTo>
                  <a:pt x="8855256" y="7522219"/>
                </a:lnTo>
                <a:lnTo>
                  <a:pt x="8855256" y="7550794"/>
                </a:lnTo>
                <a:close/>
              </a:path>
              <a:path w="14687550" h="7551420">
                <a:moveTo>
                  <a:pt x="8798106" y="7550794"/>
                </a:moveTo>
                <a:lnTo>
                  <a:pt x="8769531" y="7550794"/>
                </a:lnTo>
                <a:lnTo>
                  <a:pt x="8769531" y="7522219"/>
                </a:lnTo>
                <a:lnTo>
                  <a:pt x="8798106" y="7522219"/>
                </a:lnTo>
                <a:lnTo>
                  <a:pt x="8798106" y="7550794"/>
                </a:lnTo>
                <a:close/>
              </a:path>
              <a:path w="14687550" h="7551420">
                <a:moveTo>
                  <a:pt x="8740956" y="7550794"/>
                </a:moveTo>
                <a:lnTo>
                  <a:pt x="8712381" y="7550794"/>
                </a:lnTo>
                <a:lnTo>
                  <a:pt x="8712381" y="7522219"/>
                </a:lnTo>
                <a:lnTo>
                  <a:pt x="8740956" y="7522219"/>
                </a:lnTo>
                <a:lnTo>
                  <a:pt x="8740956" y="7550794"/>
                </a:lnTo>
                <a:close/>
              </a:path>
              <a:path w="14687550" h="7551420">
                <a:moveTo>
                  <a:pt x="8683806" y="7550794"/>
                </a:moveTo>
                <a:lnTo>
                  <a:pt x="8655231" y="7550794"/>
                </a:lnTo>
                <a:lnTo>
                  <a:pt x="8655231" y="7522219"/>
                </a:lnTo>
                <a:lnTo>
                  <a:pt x="8683806" y="7522219"/>
                </a:lnTo>
                <a:lnTo>
                  <a:pt x="8683806" y="7550794"/>
                </a:lnTo>
                <a:close/>
              </a:path>
              <a:path w="14687550" h="7551420">
                <a:moveTo>
                  <a:pt x="8626656" y="7550794"/>
                </a:moveTo>
                <a:lnTo>
                  <a:pt x="8598081" y="7550794"/>
                </a:lnTo>
                <a:lnTo>
                  <a:pt x="8598081" y="7522219"/>
                </a:lnTo>
                <a:lnTo>
                  <a:pt x="8626656" y="7522219"/>
                </a:lnTo>
                <a:lnTo>
                  <a:pt x="8626656" y="7550794"/>
                </a:lnTo>
                <a:close/>
              </a:path>
              <a:path w="14687550" h="7551420">
                <a:moveTo>
                  <a:pt x="8569506" y="7550794"/>
                </a:moveTo>
                <a:lnTo>
                  <a:pt x="8540931" y="7550794"/>
                </a:lnTo>
                <a:lnTo>
                  <a:pt x="8540931" y="7522219"/>
                </a:lnTo>
                <a:lnTo>
                  <a:pt x="8569506" y="7522219"/>
                </a:lnTo>
                <a:lnTo>
                  <a:pt x="8569506" y="7550794"/>
                </a:lnTo>
                <a:close/>
              </a:path>
              <a:path w="14687550" h="7551420">
                <a:moveTo>
                  <a:pt x="8512356" y="7550794"/>
                </a:moveTo>
                <a:lnTo>
                  <a:pt x="8483781" y="7550794"/>
                </a:lnTo>
                <a:lnTo>
                  <a:pt x="8483781" y="7522219"/>
                </a:lnTo>
                <a:lnTo>
                  <a:pt x="8512356" y="7522219"/>
                </a:lnTo>
                <a:lnTo>
                  <a:pt x="8512356" y="7550794"/>
                </a:lnTo>
                <a:close/>
              </a:path>
              <a:path w="14687550" h="7551420">
                <a:moveTo>
                  <a:pt x="8455206" y="7550794"/>
                </a:moveTo>
                <a:lnTo>
                  <a:pt x="8426631" y="7550794"/>
                </a:lnTo>
                <a:lnTo>
                  <a:pt x="8426631" y="7522219"/>
                </a:lnTo>
                <a:lnTo>
                  <a:pt x="8455206" y="7522219"/>
                </a:lnTo>
                <a:lnTo>
                  <a:pt x="8455206" y="7550794"/>
                </a:lnTo>
                <a:close/>
              </a:path>
              <a:path w="14687550" h="7551420">
                <a:moveTo>
                  <a:pt x="8398056" y="7550794"/>
                </a:moveTo>
                <a:lnTo>
                  <a:pt x="8369481" y="7550794"/>
                </a:lnTo>
                <a:lnTo>
                  <a:pt x="8369481" y="7522219"/>
                </a:lnTo>
                <a:lnTo>
                  <a:pt x="8398056" y="7522219"/>
                </a:lnTo>
                <a:lnTo>
                  <a:pt x="8398056" y="7550794"/>
                </a:lnTo>
                <a:close/>
              </a:path>
              <a:path w="14687550" h="7551420">
                <a:moveTo>
                  <a:pt x="8340906" y="7550794"/>
                </a:moveTo>
                <a:lnTo>
                  <a:pt x="8312331" y="7550794"/>
                </a:lnTo>
                <a:lnTo>
                  <a:pt x="8312331" y="7522219"/>
                </a:lnTo>
                <a:lnTo>
                  <a:pt x="8340906" y="7522219"/>
                </a:lnTo>
                <a:lnTo>
                  <a:pt x="8340906" y="7550794"/>
                </a:lnTo>
                <a:close/>
              </a:path>
              <a:path w="14687550" h="7551420">
                <a:moveTo>
                  <a:pt x="8283756" y="7550794"/>
                </a:moveTo>
                <a:lnTo>
                  <a:pt x="8255181" y="7550794"/>
                </a:lnTo>
                <a:lnTo>
                  <a:pt x="8255181" y="7522219"/>
                </a:lnTo>
                <a:lnTo>
                  <a:pt x="8283756" y="7522219"/>
                </a:lnTo>
                <a:lnTo>
                  <a:pt x="8283756" y="7550794"/>
                </a:lnTo>
                <a:close/>
              </a:path>
              <a:path w="14687550" h="7551420">
                <a:moveTo>
                  <a:pt x="8226606" y="7550794"/>
                </a:moveTo>
                <a:lnTo>
                  <a:pt x="8198031" y="7550794"/>
                </a:lnTo>
                <a:lnTo>
                  <a:pt x="8198031" y="7522219"/>
                </a:lnTo>
                <a:lnTo>
                  <a:pt x="8226606" y="7522219"/>
                </a:lnTo>
                <a:lnTo>
                  <a:pt x="8226606" y="7550794"/>
                </a:lnTo>
                <a:close/>
              </a:path>
              <a:path w="14687550" h="7551420">
                <a:moveTo>
                  <a:pt x="8169456" y="7550794"/>
                </a:moveTo>
                <a:lnTo>
                  <a:pt x="8140881" y="7550794"/>
                </a:lnTo>
                <a:lnTo>
                  <a:pt x="8140881" y="7522219"/>
                </a:lnTo>
                <a:lnTo>
                  <a:pt x="8169456" y="7522219"/>
                </a:lnTo>
                <a:lnTo>
                  <a:pt x="8169456" y="7550794"/>
                </a:lnTo>
                <a:close/>
              </a:path>
              <a:path w="14687550" h="7551420">
                <a:moveTo>
                  <a:pt x="8112306" y="7550794"/>
                </a:moveTo>
                <a:lnTo>
                  <a:pt x="8083731" y="7550794"/>
                </a:lnTo>
                <a:lnTo>
                  <a:pt x="8083731" y="7522219"/>
                </a:lnTo>
                <a:lnTo>
                  <a:pt x="8112306" y="7522219"/>
                </a:lnTo>
                <a:lnTo>
                  <a:pt x="8112306" y="7550794"/>
                </a:lnTo>
                <a:close/>
              </a:path>
              <a:path w="14687550" h="7551420">
                <a:moveTo>
                  <a:pt x="8055156" y="7550794"/>
                </a:moveTo>
                <a:lnTo>
                  <a:pt x="8026581" y="7550794"/>
                </a:lnTo>
                <a:lnTo>
                  <a:pt x="8026581" y="7522219"/>
                </a:lnTo>
                <a:lnTo>
                  <a:pt x="8055156" y="7522219"/>
                </a:lnTo>
                <a:lnTo>
                  <a:pt x="8055156" y="7550794"/>
                </a:lnTo>
                <a:close/>
              </a:path>
              <a:path w="14687550" h="7551420">
                <a:moveTo>
                  <a:pt x="7998006" y="7550794"/>
                </a:moveTo>
                <a:lnTo>
                  <a:pt x="7969431" y="7550794"/>
                </a:lnTo>
                <a:lnTo>
                  <a:pt x="7969431" y="7522219"/>
                </a:lnTo>
                <a:lnTo>
                  <a:pt x="7998006" y="7522219"/>
                </a:lnTo>
                <a:lnTo>
                  <a:pt x="7998006" y="7550794"/>
                </a:lnTo>
                <a:close/>
              </a:path>
              <a:path w="14687550" h="7551420">
                <a:moveTo>
                  <a:pt x="7940856" y="7550794"/>
                </a:moveTo>
                <a:lnTo>
                  <a:pt x="7912281" y="7550794"/>
                </a:lnTo>
                <a:lnTo>
                  <a:pt x="7912281" y="7522219"/>
                </a:lnTo>
                <a:lnTo>
                  <a:pt x="7940856" y="7522219"/>
                </a:lnTo>
                <a:lnTo>
                  <a:pt x="7940856" y="7550794"/>
                </a:lnTo>
                <a:close/>
              </a:path>
              <a:path w="14687550" h="7551420">
                <a:moveTo>
                  <a:pt x="7883706" y="7550794"/>
                </a:moveTo>
                <a:lnTo>
                  <a:pt x="7855131" y="7550794"/>
                </a:lnTo>
                <a:lnTo>
                  <a:pt x="7855131" y="7522219"/>
                </a:lnTo>
                <a:lnTo>
                  <a:pt x="7883706" y="7522219"/>
                </a:lnTo>
                <a:lnTo>
                  <a:pt x="7883706" y="7550794"/>
                </a:lnTo>
                <a:close/>
              </a:path>
              <a:path w="14687550" h="7551420">
                <a:moveTo>
                  <a:pt x="7826556" y="7550794"/>
                </a:moveTo>
                <a:lnTo>
                  <a:pt x="7797981" y="7550794"/>
                </a:lnTo>
                <a:lnTo>
                  <a:pt x="7797981" y="7522219"/>
                </a:lnTo>
                <a:lnTo>
                  <a:pt x="7826556" y="7522219"/>
                </a:lnTo>
                <a:lnTo>
                  <a:pt x="7826556" y="7550794"/>
                </a:lnTo>
                <a:close/>
              </a:path>
              <a:path w="14687550" h="7551420">
                <a:moveTo>
                  <a:pt x="7769406" y="7550794"/>
                </a:moveTo>
                <a:lnTo>
                  <a:pt x="7740831" y="7550794"/>
                </a:lnTo>
                <a:lnTo>
                  <a:pt x="7740831" y="7522219"/>
                </a:lnTo>
                <a:lnTo>
                  <a:pt x="7769406" y="7522219"/>
                </a:lnTo>
                <a:lnTo>
                  <a:pt x="7769406" y="7550794"/>
                </a:lnTo>
                <a:close/>
              </a:path>
              <a:path w="14687550" h="7551420">
                <a:moveTo>
                  <a:pt x="7712256" y="7550794"/>
                </a:moveTo>
                <a:lnTo>
                  <a:pt x="7683681" y="7550794"/>
                </a:lnTo>
                <a:lnTo>
                  <a:pt x="7683681" y="7522219"/>
                </a:lnTo>
                <a:lnTo>
                  <a:pt x="7712256" y="7522219"/>
                </a:lnTo>
                <a:lnTo>
                  <a:pt x="7712256" y="7550794"/>
                </a:lnTo>
                <a:close/>
              </a:path>
              <a:path w="14687550" h="7551420">
                <a:moveTo>
                  <a:pt x="7655106" y="7550794"/>
                </a:moveTo>
                <a:lnTo>
                  <a:pt x="7626531" y="7550794"/>
                </a:lnTo>
                <a:lnTo>
                  <a:pt x="7626531" y="7522219"/>
                </a:lnTo>
                <a:lnTo>
                  <a:pt x="7655106" y="7522219"/>
                </a:lnTo>
                <a:lnTo>
                  <a:pt x="7655106" y="7550794"/>
                </a:lnTo>
                <a:close/>
              </a:path>
              <a:path w="14687550" h="7551420">
                <a:moveTo>
                  <a:pt x="7597956" y="7550794"/>
                </a:moveTo>
                <a:lnTo>
                  <a:pt x="7569381" y="7550794"/>
                </a:lnTo>
                <a:lnTo>
                  <a:pt x="7569381" y="7522219"/>
                </a:lnTo>
                <a:lnTo>
                  <a:pt x="7597956" y="7522219"/>
                </a:lnTo>
                <a:lnTo>
                  <a:pt x="7597956" y="7550794"/>
                </a:lnTo>
                <a:close/>
              </a:path>
              <a:path w="14687550" h="7551420">
                <a:moveTo>
                  <a:pt x="7540806" y="7550794"/>
                </a:moveTo>
                <a:lnTo>
                  <a:pt x="7512231" y="7550794"/>
                </a:lnTo>
                <a:lnTo>
                  <a:pt x="7512231" y="7522219"/>
                </a:lnTo>
                <a:lnTo>
                  <a:pt x="7540806" y="7522219"/>
                </a:lnTo>
                <a:lnTo>
                  <a:pt x="7540806" y="7550794"/>
                </a:lnTo>
                <a:close/>
              </a:path>
              <a:path w="14687550" h="7551420">
                <a:moveTo>
                  <a:pt x="7483656" y="7550794"/>
                </a:moveTo>
                <a:lnTo>
                  <a:pt x="7455081" y="7550794"/>
                </a:lnTo>
                <a:lnTo>
                  <a:pt x="7455081" y="7522219"/>
                </a:lnTo>
                <a:lnTo>
                  <a:pt x="7483656" y="7522219"/>
                </a:lnTo>
                <a:lnTo>
                  <a:pt x="7483656" y="7550794"/>
                </a:lnTo>
                <a:close/>
              </a:path>
              <a:path w="14687550" h="7551420">
                <a:moveTo>
                  <a:pt x="7426506" y="7550794"/>
                </a:moveTo>
                <a:lnTo>
                  <a:pt x="7397931" y="7550794"/>
                </a:lnTo>
                <a:lnTo>
                  <a:pt x="7397931" y="7522219"/>
                </a:lnTo>
                <a:lnTo>
                  <a:pt x="7426506" y="7522219"/>
                </a:lnTo>
                <a:lnTo>
                  <a:pt x="7426506" y="7550794"/>
                </a:lnTo>
                <a:close/>
              </a:path>
              <a:path w="14687550" h="7551420">
                <a:moveTo>
                  <a:pt x="7369356" y="7550794"/>
                </a:moveTo>
                <a:lnTo>
                  <a:pt x="7340781" y="7550794"/>
                </a:lnTo>
                <a:lnTo>
                  <a:pt x="7340781" y="7522219"/>
                </a:lnTo>
                <a:lnTo>
                  <a:pt x="7369356" y="7522219"/>
                </a:lnTo>
                <a:lnTo>
                  <a:pt x="7369356" y="7550794"/>
                </a:lnTo>
                <a:close/>
              </a:path>
              <a:path w="14687550" h="7551420">
                <a:moveTo>
                  <a:pt x="7312206" y="7550794"/>
                </a:moveTo>
                <a:lnTo>
                  <a:pt x="7283631" y="7550794"/>
                </a:lnTo>
                <a:lnTo>
                  <a:pt x="7283631" y="7522219"/>
                </a:lnTo>
                <a:lnTo>
                  <a:pt x="7312206" y="7522219"/>
                </a:lnTo>
                <a:lnTo>
                  <a:pt x="7312206" y="7550794"/>
                </a:lnTo>
                <a:close/>
              </a:path>
              <a:path w="14687550" h="7551420">
                <a:moveTo>
                  <a:pt x="7255056" y="7550794"/>
                </a:moveTo>
                <a:lnTo>
                  <a:pt x="7226481" y="7550794"/>
                </a:lnTo>
                <a:lnTo>
                  <a:pt x="7226481" y="7522219"/>
                </a:lnTo>
                <a:lnTo>
                  <a:pt x="7255056" y="7522219"/>
                </a:lnTo>
                <a:lnTo>
                  <a:pt x="7255056" y="7550794"/>
                </a:lnTo>
                <a:close/>
              </a:path>
              <a:path w="14687550" h="7551420">
                <a:moveTo>
                  <a:pt x="7197906" y="7550794"/>
                </a:moveTo>
                <a:lnTo>
                  <a:pt x="7169331" y="7550794"/>
                </a:lnTo>
                <a:lnTo>
                  <a:pt x="7169331" y="7522219"/>
                </a:lnTo>
                <a:lnTo>
                  <a:pt x="7197906" y="7522219"/>
                </a:lnTo>
                <a:lnTo>
                  <a:pt x="7197906" y="7550794"/>
                </a:lnTo>
                <a:close/>
              </a:path>
              <a:path w="14687550" h="7551420">
                <a:moveTo>
                  <a:pt x="7140756" y="7550794"/>
                </a:moveTo>
                <a:lnTo>
                  <a:pt x="7112181" y="7550794"/>
                </a:lnTo>
                <a:lnTo>
                  <a:pt x="7112181" y="7522219"/>
                </a:lnTo>
                <a:lnTo>
                  <a:pt x="7140756" y="7522219"/>
                </a:lnTo>
                <a:lnTo>
                  <a:pt x="7140756" y="7550794"/>
                </a:lnTo>
                <a:close/>
              </a:path>
              <a:path w="14687550" h="7551420">
                <a:moveTo>
                  <a:pt x="7083606" y="7550794"/>
                </a:moveTo>
                <a:lnTo>
                  <a:pt x="7055032" y="7550794"/>
                </a:lnTo>
                <a:lnTo>
                  <a:pt x="7055032" y="7522219"/>
                </a:lnTo>
                <a:lnTo>
                  <a:pt x="7083606" y="7522219"/>
                </a:lnTo>
                <a:lnTo>
                  <a:pt x="7083606" y="7550794"/>
                </a:lnTo>
                <a:close/>
              </a:path>
              <a:path w="14687550" h="7551420">
                <a:moveTo>
                  <a:pt x="7026456" y="7550794"/>
                </a:moveTo>
                <a:lnTo>
                  <a:pt x="6997881" y="7550794"/>
                </a:lnTo>
                <a:lnTo>
                  <a:pt x="6997881" y="7522219"/>
                </a:lnTo>
                <a:lnTo>
                  <a:pt x="7026456" y="7522219"/>
                </a:lnTo>
                <a:lnTo>
                  <a:pt x="7026456" y="7550794"/>
                </a:lnTo>
                <a:close/>
              </a:path>
              <a:path w="14687550" h="7551420">
                <a:moveTo>
                  <a:pt x="6969307" y="7550794"/>
                </a:moveTo>
                <a:lnTo>
                  <a:pt x="6940731" y="7550794"/>
                </a:lnTo>
                <a:lnTo>
                  <a:pt x="6940731" y="7522219"/>
                </a:lnTo>
                <a:lnTo>
                  <a:pt x="6969307" y="7522219"/>
                </a:lnTo>
                <a:lnTo>
                  <a:pt x="6969307" y="7550794"/>
                </a:lnTo>
                <a:close/>
              </a:path>
              <a:path w="14687550" h="7551420">
                <a:moveTo>
                  <a:pt x="6912156" y="7550794"/>
                </a:moveTo>
                <a:lnTo>
                  <a:pt x="6883582" y="7550794"/>
                </a:lnTo>
                <a:lnTo>
                  <a:pt x="6883582" y="7522219"/>
                </a:lnTo>
                <a:lnTo>
                  <a:pt x="6912156" y="7522219"/>
                </a:lnTo>
                <a:lnTo>
                  <a:pt x="6912156" y="7550794"/>
                </a:lnTo>
                <a:close/>
              </a:path>
              <a:path w="14687550" h="7551420">
                <a:moveTo>
                  <a:pt x="6855006" y="7550794"/>
                </a:moveTo>
                <a:lnTo>
                  <a:pt x="6826431" y="7550794"/>
                </a:lnTo>
                <a:lnTo>
                  <a:pt x="6826431" y="7522219"/>
                </a:lnTo>
                <a:lnTo>
                  <a:pt x="6855006" y="7522219"/>
                </a:lnTo>
                <a:lnTo>
                  <a:pt x="6855006" y="7550794"/>
                </a:lnTo>
                <a:close/>
              </a:path>
              <a:path w="14687550" h="7551420">
                <a:moveTo>
                  <a:pt x="6797857" y="7550794"/>
                </a:moveTo>
                <a:lnTo>
                  <a:pt x="6769281" y="7550794"/>
                </a:lnTo>
                <a:lnTo>
                  <a:pt x="6769281" y="7522219"/>
                </a:lnTo>
                <a:lnTo>
                  <a:pt x="6797857" y="7522219"/>
                </a:lnTo>
                <a:lnTo>
                  <a:pt x="6797857" y="7550794"/>
                </a:lnTo>
                <a:close/>
              </a:path>
              <a:path w="14687550" h="7551420">
                <a:moveTo>
                  <a:pt x="6740706" y="7550794"/>
                </a:moveTo>
                <a:lnTo>
                  <a:pt x="6712131" y="7550794"/>
                </a:lnTo>
                <a:lnTo>
                  <a:pt x="6712131" y="7522219"/>
                </a:lnTo>
                <a:lnTo>
                  <a:pt x="6740706" y="7522219"/>
                </a:lnTo>
                <a:lnTo>
                  <a:pt x="6740706" y="7550794"/>
                </a:lnTo>
                <a:close/>
              </a:path>
              <a:path w="14687550" h="7551420">
                <a:moveTo>
                  <a:pt x="6683556" y="7550794"/>
                </a:moveTo>
                <a:lnTo>
                  <a:pt x="6654981" y="7550794"/>
                </a:lnTo>
                <a:lnTo>
                  <a:pt x="6654981" y="7522219"/>
                </a:lnTo>
                <a:lnTo>
                  <a:pt x="6683556" y="7522219"/>
                </a:lnTo>
                <a:lnTo>
                  <a:pt x="6683556" y="7550794"/>
                </a:lnTo>
                <a:close/>
              </a:path>
              <a:path w="14687550" h="7551420">
                <a:moveTo>
                  <a:pt x="6626406" y="7550794"/>
                </a:moveTo>
                <a:lnTo>
                  <a:pt x="6597831" y="7550794"/>
                </a:lnTo>
                <a:lnTo>
                  <a:pt x="6597831" y="7522219"/>
                </a:lnTo>
                <a:lnTo>
                  <a:pt x="6626406" y="7522219"/>
                </a:lnTo>
                <a:lnTo>
                  <a:pt x="6626406" y="7550794"/>
                </a:lnTo>
                <a:close/>
              </a:path>
              <a:path w="14687550" h="7551420">
                <a:moveTo>
                  <a:pt x="6569256" y="7550794"/>
                </a:moveTo>
                <a:lnTo>
                  <a:pt x="6540681" y="7550794"/>
                </a:lnTo>
                <a:lnTo>
                  <a:pt x="6540681" y="7522219"/>
                </a:lnTo>
                <a:lnTo>
                  <a:pt x="6569256" y="7522219"/>
                </a:lnTo>
                <a:lnTo>
                  <a:pt x="6569256" y="7550794"/>
                </a:lnTo>
                <a:close/>
              </a:path>
              <a:path w="14687550" h="7551420">
                <a:moveTo>
                  <a:pt x="6512106" y="7550794"/>
                </a:moveTo>
                <a:lnTo>
                  <a:pt x="6483531" y="7550794"/>
                </a:lnTo>
                <a:lnTo>
                  <a:pt x="6483531" y="7522219"/>
                </a:lnTo>
                <a:lnTo>
                  <a:pt x="6512106" y="7522219"/>
                </a:lnTo>
                <a:lnTo>
                  <a:pt x="6512106" y="7550794"/>
                </a:lnTo>
                <a:close/>
              </a:path>
              <a:path w="14687550" h="7551420">
                <a:moveTo>
                  <a:pt x="6454956" y="7550794"/>
                </a:moveTo>
                <a:lnTo>
                  <a:pt x="6426381" y="7550794"/>
                </a:lnTo>
                <a:lnTo>
                  <a:pt x="6426381" y="7522219"/>
                </a:lnTo>
                <a:lnTo>
                  <a:pt x="6454956" y="7522219"/>
                </a:lnTo>
                <a:lnTo>
                  <a:pt x="6454956" y="7550794"/>
                </a:lnTo>
                <a:close/>
              </a:path>
              <a:path w="14687550" h="7551420">
                <a:moveTo>
                  <a:pt x="6397806" y="7550794"/>
                </a:moveTo>
                <a:lnTo>
                  <a:pt x="6369231" y="7550794"/>
                </a:lnTo>
                <a:lnTo>
                  <a:pt x="6369231" y="7522219"/>
                </a:lnTo>
                <a:lnTo>
                  <a:pt x="6397806" y="7522219"/>
                </a:lnTo>
                <a:lnTo>
                  <a:pt x="6397806" y="7550794"/>
                </a:lnTo>
                <a:close/>
              </a:path>
              <a:path w="14687550" h="7551420">
                <a:moveTo>
                  <a:pt x="6340657" y="7550794"/>
                </a:moveTo>
                <a:lnTo>
                  <a:pt x="6312081" y="7550794"/>
                </a:lnTo>
                <a:lnTo>
                  <a:pt x="6312081" y="7522219"/>
                </a:lnTo>
                <a:lnTo>
                  <a:pt x="6340657" y="7522219"/>
                </a:lnTo>
                <a:lnTo>
                  <a:pt x="6340657" y="7550794"/>
                </a:lnTo>
                <a:close/>
              </a:path>
              <a:path w="14687550" h="7551420">
                <a:moveTo>
                  <a:pt x="6283506" y="7550794"/>
                </a:moveTo>
                <a:lnTo>
                  <a:pt x="6254932" y="7550794"/>
                </a:lnTo>
                <a:lnTo>
                  <a:pt x="6254932" y="7522219"/>
                </a:lnTo>
                <a:lnTo>
                  <a:pt x="6283506" y="7522219"/>
                </a:lnTo>
                <a:lnTo>
                  <a:pt x="6283506" y="7550794"/>
                </a:lnTo>
                <a:close/>
              </a:path>
              <a:path w="14687550" h="7551420">
                <a:moveTo>
                  <a:pt x="6226356" y="7550794"/>
                </a:moveTo>
                <a:lnTo>
                  <a:pt x="6197781" y="7550794"/>
                </a:lnTo>
                <a:lnTo>
                  <a:pt x="6197781" y="7522219"/>
                </a:lnTo>
                <a:lnTo>
                  <a:pt x="6226356" y="7522219"/>
                </a:lnTo>
                <a:lnTo>
                  <a:pt x="6226356" y="7550794"/>
                </a:lnTo>
                <a:close/>
              </a:path>
              <a:path w="14687550" h="7551420">
                <a:moveTo>
                  <a:pt x="6169207" y="7550794"/>
                </a:moveTo>
                <a:lnTo>
                  <a:pt x="6140631" y="7550794"/>
                </a:lnTo>
                <a:lnTo>
                  <a:pt x="6140631" y="7522219"/>
                </a:lnTo>
                <a:lnTo>
                  <a:pt x="6169207" y="7522219"/>
                </a:lnTo>
                <a:lnTo>
                  <a:pt x="6169207" y="7550794"/>
                </a:lnTo>
                <a:close/>
              </a:path>
              <a:path w="14687550" h="7551420">
                <a:moveTo>
                  <a:pt x="6112056" y="7550794"/>
                </a:moveTo>
                <a:lnTo>
                  <a:pt x="6083482" y="7550794"/>
                </a:lnTo>
                <a:lnTo>
                  <a:pt x="6083482" y="7522219"/>
                </a:lnTo>
                <a:lnTo>
                  <a:pt x="6112056" y="7522219"/>
                </a:lnTo>
                <a:lnTo>
                  <a:pt x="6112056" y="7550794"/>
                </a:lnTo>
                <a:close/>
              </a:path>
              <a:path w="14687550" h="7551420">
                <a:moveTo>
                  <a:pt x="6054906" y="7550794"/>
                </a:moveTo>
                <a:lnTo>
                  <a:pt x="6026331" y="7550794"/>
                </a:lnTo>
                <a:lnTo>
                  <a:pt x="6026331" y="7522219"/>
                </a:lnTo>
                <a:lnTo>
                  <a:pt x="6054906" y="7522219"/>
                </a:lnTo>
                <a:lnTo>
                  <a:pt x="6054906" y="7550794"/>
                </a:lnTo>
                <a:close/>
              </a:path>
              <a:path w="14687550" h="7551420">
                <a:moveTo>
                  <a:pt x="5997756" y="7550794"/>
                </a:moveTo>
                <a:lnTo>
                  <a:pt x="5969181" y="7550794"/>
                </a:lnTo>
                <a:lnTo>
                  <a:pt x="5969181" y="7522219"/>
                </a:lnTo>
                <a:lnTo>
                  <a:pt x="5997756" y="7522219"/>
                </a:lnTo>
                <a:lnTo>
                  <a:pt x="5997756" y="7550794"/>
                </a:lnTo>
                <a:close/>
              </a:path>
              <a:path w="14687550" h="7551420">
                <a:moveTo>
                  <a:pt x="5940606" y="7550794"/>
                </a:moveTo>
                <a:lnTo>
                  <a:pt x="5912031" y="7550794"/>
                </a:lnTo>
                <a:lnTo>
                  <a:pt x="5912031" y="7522219"/>
                </a:lnTo>
                <a:lnTo>
                  <a:pt x="5940606" y="7522219"/>
                </a:lnTo>
                <a:lnTo>
                  <a:pt x="5940606" y="7550794"/>
                </a:lnTo>
                <a:close/>
              </a:path>
              <a:path w="14687550" h="7551420">
                <a:moveTo>
                  <a:pt x="5883456" y="7550794"/>
                </a:moveTo>
                <a:lnTo>
                  <a:pt x="5854881" y="7550794"/>
                </a:lnTo>
                <a:lnTo>
                  <a:pt x="5854881" y="7522219"/>
                </a:lnTo>
                <a:lnTo>
                  <a:pt x="5883456" y="7522219"/>
                </a:lnTo>
                <a:lnTo>
                  <a:pt x="5883456" y="7550794"/>
                </a:lnTo>
                <a:close/>
              </a:path>
              <a:path w="14687550" h="7551420">
                <a:moveTo>
                  <a:pt x="5826306" y="7550794"/>
                </a:moveTo>
                <a:lnTo>
                  <a:pt x="5797731" y="7550794"/>
                </a:lnTo>
                <a:lnTo>
                  <a:pt x="5797731" y="7522219"/>
                </a:lnTo>
                <a:lnTo>
                  <a:pt x="5826306" y="7522219"/>
                </a:lnTo>
                <a:lnTo>
                  <a:pt x="5826306" y="7550794"/>
                </a:lnTo>
                <a:close/>
              </a:path>
              <a:path w="14687550" h="7551420">
                <a:moveTo>
                  <a:pt x="5769156" y="7550794"/>
                </a:moveTo>
                <a:lnTo>
                  <a:pt x="5740581" y="7550794"/>
                </a:lnTo>
                <a:lnTo>
                  <a:pt x="5740581" y="7522219"/>
                </a:lnTo>
                <a:lnTo>
                  <a:pt x="5769156" y="7522219"/>
                </a:lnTo>
                <a:lnTo>
                  <a:pt x="5769156" y="7550794"/>
                </a:lnTo>
                <a:close/>
              </a:path>
              <a:path w="14687550" h="7551420">
                <a:moveTo>
                  <a:pt x="5712006" y="7550794"/>
                </a:moveTo>
                <a:lnTo>
                  <a:pt x="5683431" y="7550794"/>
                </a:lnTo>
                <a:lnTo>
                  <a:pt x="5683431" y="7522219"/>
                </a:lnTo>
                <a:lnTo>
                  <a:pt x="5712006" y="7522219"/>
                </a:lnTo>
                <a:lnTo>
                  <a:pt x="5712006" y="7550794"/>
                </a:lnTo>
                <a:close/>
              </a:path>
              <a:path w="14687550" h="7551420">
                <a:moveTo>
                  <a:pt x="5654856" y="7550794"/>
                </a:moveTo>
                <a:lnTo>
                  <a:pt x="5626281" y="7550794"/>
                </a:lnTo>
                <a:lnTo>
                  <a:pt x="5626281" y="7522219"/>
                </a:lnTo>
                <a:lnTo>
                  <a:pt x="5654856" y="7522219"/>
                </a:lnTo>
                <a:lnTo>
                  <a:pt x="5654856" y="7550794"/>
                </a:lnTo>
                <a:close/>
              </a:path>
              <a:path w="14687550" h="7551420">
                <a:moveTo>
                  <a:pt x="5597706" y="7550794"/>
                </a:moveTo>
                <a:lnTo>
                  <a:pt x="5569131" y="7550794"/>
                </a:lnTo>
                <a:lnTo>
                  <a:pt x="5569131" y="7522219"/>
                </a:lnTo>
                <a:lnTo>
                  <a:pt x="5597706" y="7522219"/>
                </a:lnTo>
                <a:lnTo>
                  <a:pt x="5597706" y="7550794"/>
                </a:lnTo>
                <a:close/>
              </a:path>
              <a:path w="14687550" h="7551420">
                <a:moveTo>
                  <a:pt x="5540557" y="7550794"/>
                </a:moveTo>
                <a:lnTo>
                  <a:pt x="5511981" y="7550794"/>
                </a:lnTo>
                <a:lnTo>
                  <a:pt x="5511981" y="7522219"/>
                </a:lnTo>
                <a:lnTo>
                  <a:pt x="5540557" y="7522219"/>
                </a:lnTo>
                <a:lnTo>
                  <a:pt x="5540557" y="7550794"/>
                </a:lnTo>
                <a:close/>
              </a:path>
              <a:path w="14687550" h="7551420">
                <a:moveTo>
                  <a:pt x="5483406" y="7550794"/>
                </a:moveTo>
                <a:lnTo>
                  <a:pt x="5454832" y="7550794"/>
                </a:lnTo>
                <a:lnTo>
                  <a:pt x="5454832" y="7522219"/>
                </a:lnTo>
                <a:lnTo>
                  <a:pt x="5483406" y="7522219"/>
                </a:lnTo>
                <a:lnTo>
                  <a:pt x="5483406" y="7550794"/>
                </a:lnTo>
                <a:close/>
              </a:path>
              <a:path w="14687550" h="7551420">
                <a:moveTo>
                  <a:pt x="5426256" y="7550794"/>
                </a:moveTo>
                <a:lnTo>
                  <a:pt x="5397681" y="7550794"/>
                </a:lnTo>
                <a:lnTo>
                  <a:pt x="5397681" y="7522219"/>
                </a:lnTo>
                <a:lnTo>
                  <a:pt x="5426256" y="7522219"/>
                </a:lnTo>
                <a:lnTo>
                  <a:pt x="5426256" y="7550794"/>
                </a:lnTo>
                <a:close/>
              </a:path>
              <a:path w="14687550" h="7551420">
                <a:moveTo>
                  <a:pt x="5369107" y="7550794"/>
                </a:moveTo>
                <a:lnTo>
                  <a:pt x="5340531" y="7550794"/>
                </a:lnTo>
                <a:lnTo>
                  <a:pt x="5340531" y="7522219"/>
                </a:lnTo>
                <a:lnTo>
                  <a:pt x="5369107" y="7522219"/>
                </a:lnTo>
                <a:lnTo>
                  <a:pt x="5369107" y="7550794"/>
                </a:lnTo>
                <a:close/>
              </a:path>
              <a:path w="14687550" h="7551420">
                <a:moveTo>
                  <a:pt x="5311956" y="7550794"/>
                </a:moveTo>
                <a:lnTo>
                  <a:pt x="5283382" y="7550794"/>
                </a:lnTo>
                <a:lnTo>
                  <a:pt x="5283382" y="7522219"/>
                </a:lnTo>
                <a:lnTo>
                  <a:pt x="5311956" y="7522219"/>
                </a:lnTo>
                <a:lnTo>
                  <a:pt x="5311956" y="7550794"/>
                </a:lnTo>
                <a:close/>
              </a:path>
              <a:path w="14687550" h="7551420">
                <a:moveTo>
                  <a:pt x="5254806" y="7550794"/>
                </a:moveTo>
                <a:lnTo>
                  <a:pt x="5226231" y="7550794"/>
                </a:lnTo>
                <a:lnTo>
                  <a:pt x="5226231" y="7522219"/>
                </a:lnTo>
                <a:lnTo>
                  <a:pt x="5254806" y="7522219"/>
                </a:lnTo>
                <a:lnTo>
                  <a:pt x="5254806" y="7550794"/>
                </a:lnTo>
                <a:close/>
              </a:path>
              <a:path w="14687550" h="7551420">
                <a:moveTo>
                  <a:pt x="5197656" y="7550794"/>
                </a:moveTo>
                <a:lnTo>
                  <a:pt x="5169081" y="7550794"/>
                </a:lnTo>
                <a:lnTo>
                  <a:pt x="5169081" y="7522219"/>
                </a:lnTo>
                <a:lnTo>
                  <a:pt x="5197656" y="7522219"/>
                </a:lnTo>
                <a:lnTo>
                  <a:pt x="5197656" y="7550794"/>
                </a:lnTo>
                <a:close/>
              </a:path>
              <a:path w="14687550" h="7551420">
                <a:moveTo>
                  <a:pt x="5140506" y="7550794"/>
                </a:moveTo>
                <a:lnTo>
                  <a:pt x="5111931" y="7550794"/>
                </a:lnTo>
                <a:lnTo>
                  <a:pt x="5111931" y="7522219"/>
                </a:lnTo>
                <a:lnTo>
                  <a:pt x="5140506" y="7522219"/>
                </a:lnTo>
                <a:lnTo>
                  <a:pt x="5140506" y="7550794"/>
                </a:lnTo>
                <a:close/>
              </a:path>
              <a:path w="14687550" h="7551420">
                <a:moveTo>
                  <a:pt x="5083356" y="7550794"/>
                </a:moveTo>
                <a:lnTo>
                  <a:pt x="5054781" y="7550794"/>
                </a:lnTo>
                <a:lnTo>
                  <a:pt x="5054781" y="7522219"/>
                </a:lnTo>
                <a:lnTo>
                  <a:pt x="5083356" y="7522219"/>
                </a:lnTo>
                <a:lnTo>
                  <a:pt x="5083356" y="7550794"/>
                </a:lnTo>
                <a:close/>
              </a:path>
              <a:path w="14687550" h="7551420">
                <a:moveTo>
                  <a:pt x="5026206" y="7550794"/>
                </a:moveTo>
                <a:lnTo>
                  <a:pt x="4997631" y="7550794"/>
                </a:lnTo>
                <a:lnTo>
                  <a:pt x="4997631" y="7522219"/>
                </a:lnTo>
                <a:lnTo>
                  <a:pt x="5026206" y="7522219"/>
                </a:lnTo>
                <a:lnTo>
                  <a:pt x="5026206" y="7550794"/>
                </a:lnTo>
                <a:close/>
              </a:path>
              <a:path w="14687550" h="7551420">
                <a:moveTo>
                  <a:pt x="4969056" y="7550794"/>
                </a:moveTo>
                <a:lnTo>
                  <a:pt x="4940481" y="7550794"/>
                </a:lnTo>
                <a:lnTo>
                  <a:pt x="4940481" y="7522219"/>
                </a:lnTo>
                <a:lnTo>
                  <a:pt x="4969056" y="7522219"/>
                </a:lnTo>
                <a:lnTo>
                  <a:pt x="4969056" y="7550794"/>
                </a:lnTo>
                <a:close/>
              </a:path>
              <a:path w="14687550" h="7551420">
                <a:moveTo>
                  <a:pt x="4911906" y="7550794"/>
                </a:moveTo>
                <a:lnTo>
                  <a:pt x="4883331" y="7550794"/>
                </a:lnTo>
                <a:lnTo>
                  <a:pt x="4883331" y="7522219"/>
                </a:lnTo>
                <a:lnTo>
                  <a:pt x="4911906" y="7522219"/>
                </a:lnTo>
                <a:lnTo>
                  <a:pt x="4911906" y="7550794"/>
                </a:lnTo>
                <a:close/>
              </a:path>
              <a:path w="14687550" h="7551420">
                <a:moveTo>
                  <a:pt x="4854756" y="7550794"/>
                </a:moveTo>
                <a:lnTo>
                  <a:pt x="4826182" y="7550794"/>
                </a:lnTo>
                <a:lnTo>
                  <a:pt x="4826182" y="7522219"/>
                </a:lnTo>
                <a:lnTo>
                  <a:pt x="4854756" y="7522219"/>
                </a:lnTo>
                <a:lnTo>
                  <a:pt x="4854756" y="7550794"/>
                </a:lnTo>
                <a:close/>
              </a:path>
              <a:path w="14687550" h="7551420">
                <a:moveTo>
                  <a:pt x="4797606" y="7550794"/>
                </a:moveTo>
                <a:lnTo>
                  <a:pt x="4769031" y="7550794"/>
                </a:lnTo>
                <a:lnTo>
                  <a:pt x="4769031" y="7522219"/>
                </a:lnTo>
                <a:lnTo>
                  <a:pt x="4797606" y="7522219"/>
                </a:lnTo>
                <a:lnTo>
                  <a:pt x="4797606" y="7550794"/>
                </a:lnTo>
                <a:close/>
              </a:path>
              <a:path w="14687550" h="7551420">
                <a:moveTo>
                  <a:pt x="4740456" y="7550794"/>
                </a:moveTo>
                <a:lnTo>
                  <a:pt x="4711881" y="7550794"/>
                </a:lnTo>
                <a:lnTo>
                  <a:pt x="4711881" y="7522219"/>
                </a:lnTo>
                <a:lnTo>
                  <a:pt x="4740456" y="7522219"/>
                </a:lnTo>
                <a:lnTo>
                  <a:pt x="4740456" y="7550794"/>
                </a:lnTo>
                <a:close/>
              </a:path>
              <a:path w="14687550" h="7551420">
                <a:moveTo>
                  <a:pt x="4683306" y="7550794"/>
                </a:moveTo>
                <a:lnTo>
                  <a:pt x="4654731" y="7550794"/>
                </a:lnTo>
                <a:lnTo>
                  <a:pt x="4654731" y="7522219"/>
                </a:lnTo>
                <a:lnTo>
                  <a:pt x="4683306" y="7522219"/>
                </a:lnTo>
                <a:lnTo>
                  <a:pt x="4683306" y="7550794"/>
                </a:lnTo>
                <a:close/>
              </a:path>
              <a:path w="14687550" h="7551420">
                <a:moveTo>
                  <a:pt x="4626156" y="7550794"/>
                </a:moveTo>
                <a:lnTo>
                  <a:pt x="4597581" y="7550794"/>
                </a:lnTo>
                <a:lnTo>
                  <a:pt x="4597581" y="7522219"/>
                </a:lnTo>
                <a:lnTo>
                  <a:pt x="4626156" y="7522219"/>
                </a:lnTo>
                <a:lnTo>
                  <a:pt x="4626156" y="7550794"/>
                </a:lnTo>
                <a:close/>
              </a:path>
              <a:path w="14687550" h="7551420">
                <a:moveTo>
                  <a:pt x="4569006" y="7550794"/>
                </a:moveTo>
                <a:lnTo>
                  <a:pt x="4540431" y="7550794"/>
                </a:lnTo>
                <a:lnTo>
                  <a:pt x="4540431" y="7522219"/>
                </a:lnTo>
                <a:lnTo>
                  <a:pt x="4569006" y="7522219"/>
                </a:lnTo>
                <a:lnTo>
                  <a:pt x="4569006" y="7550794"/>
                </a:lnTo>
                <a:close/>
              </a:path>
              <a:path w="14687550" h="7551420">
                <a:moveTo>
                  <a:pt x="4511856" y="7550794"/>
                </a:moveTo>
                <a:lnTo>
                  <a:pt x="4483281" y="7550794"/>
                </a:lnTo>
                <a:lnTo>
                  <a:pt x="4483281" y="7522219"/>
                </a:lnTo>
                <a:lnTo>
                  <a:pt x="4511856" y="7522219"/>
                </a:lnTo>
                <a:lnTo>
                  <a:pt x="4511856" y="7550794"/>
                </a:lnTo>
                <a:close/>
              </a:path>
              <a:path w="14687550" h="7551420">
                <a:moveTo>
                  <a:pt x="4454706" y="7550794"/>
                </a:moveTo>
                <a:lnTo>
                  <a:pt x="4426131" y="7550794"/>
                </a:lnTo>
                <a:lnTo>
                  <a:pt x="4426131" y="7522219"/>
                </a:lnTo>
                <a:lnTo>
                  <a:pt x="4454706" y="7522219"/>
                </a:lnTo>
                <a:lnTo>
                  <a:pt x="4454706" y="7550794"/>
                </a:lnTo>
                <a:close/>
              </a:path>
              <a:path w="14687550" h="7551420">
                <a:moveTo>
                  <a:pt x="4397556" y="7550794"/>
                </a:moveTo>
                <a:lnTo>
                  <a:pt x="4368981" y="7550794"/>
                </a:lnTo>
                <a:lnTo>
                  <a:pt x="4368981" y="7522219"/>
                </a:lnTo>
                <a:lnTo>
                  <a:pt x="4397556" y="7522219"/>
                </a:lnTo>
                <a:lnTo>
                  <a:pt x="4397556" y="7550794"/>
                </a:lnTo>
                <a:close/>
              </a:path>
              <a:path w="14687550" h="7551420">
                <a:moveTo>
                  <a:pt x="4340406" y="7550794"/>
                </a:moveTo>
                <a:lnTo>
                  <a:pt x="4311831" y="7550794"/>
                </a:lnTo>
                <a:lnTo>
                  <a:pt x="4311831" y="7522219"/>
                </a:lnTo>
                <a:lnTo>
                  <a:pt x="4340406" y="7522219"/>
                </a:lnTo>
                <a:lnTo>
                  <a:pt x="4340406" y="7550794"/>
                </a:lnTo>
                <a:close/>
              </a:path>
              <a:path w="14687550" h="7551420">
                <a:moveTo>
                  <a:pt x="4283256" y="7550794"/>
                </a:moveTo>
                <a:lnTo>
                  <a:pt x="4254681" y="7550794"/>
                </a:lnTo>
                <a:lnTo>
                  <a:pt x="4254681" y="7522219"/>
                </a:lnTo>
                <a:lnTo>
                  <a:pt x="4283256" y="7522219"/>
                </a:lnTo>
                <a:lnTo>
                  <a:pt x="4283256" y="7550794"/>
                </a:lnTo>
                <a:close/>
              </a:path>
              <a:path w="14687550" h="7551420">
                <a:moveTo>
                  <a:pt x="4226106" y="7550794"/>
                </a:moveTo>
                <a:lnTo>
                  <a:pt x="4197531" y="7550794"/>
                </a:lnTo>
                <a:lnTo>
                  <a:pt x="4197531" y="7522219"/>
                </a:lnTo>
                <a:lnTo>
                  <a:pt x="4226106" y="7522219"/>
                </a:lnTo>
                <a:lnTo>
                  <a:pt x="4226106" y="7550794"/>
                </a:lnTo>
                <a:close/>
              </a:path>
              <a:path w="14687550" h="7551420">
                <a:moveTo>
                  <a:pt x="4168956" y="7550794"/>
                </a:moveTo>
                <a:lnTo>
                  <a:pt x="4140381" y="7550794"/>
                </a:lnTo>
                <a:lnTo>
                  <a:pt x="4140381" y="7522219"/>
                </a:lnTo>
                <a:lnTo>
                  <a:pt x="4168956" y="7522219"/>
                </a:lnTo>
                <a:lnTo>
                  <a:pt x="4168956" y="7550794"/>
                </a:lnTo>
                <a:close/>
              </a:path>
              <a:path w="14687550" h="7551420">
                <a:moveTo>
                  <a:pt x="4111806" y="7550794"/>
                </a:moveTo>
                <a:lnTo>
                  <a:pt x="4083231" y="7550794"/>
                </a:lnTo>
                <a:lnTo>
                  <a:pt x="4083231" y="7522219"/>
                </a:lnTo>
                <a:lnTo>
                  <a:pt x="4111806" y="7522219"/>
                </a:lnTo>
                <a:lnTo>
                  <a:pt x="4111806" y="7550794"/>
                </a:lnTo>
                <a:close/>
              </a:path>
              <a:path w="14687550" h="7551420">
                <a:moveTo>
                  <a:pt x="4054656" y="7550794"/>
                </a:moveTo>
                <a:lnTo>
                  <a:pt x="4026082" y="7550794"/>
                </a:lnTo>
                <a:lnTo>
                  <a:pt x="4026082" y="7522219"/>
                </a:lnTo>
                <a:lnTo>
                  <a:pt x="4054656" y="7522219"/>
                </a:lnTo>
                <a:lnTo>
                  <a:pt x="4054656" y="7550794"/>
                </a:lnTo>
                <a:close/>
              </a:path>
              <a:path w="14687550" h="7551420">
                <a:moveTo>
                  <a:pt x="3997507" y="7550794"/>
                </a:moveTo>
                <a:lnTo>
                  <a:pt x="3968932" y="7550794"/>
                </a:lnTo>
                <a:lnTo>
                  <a:pt x="3968932" y="7522219"/>
                </a:lnTo>
                <a:lnTo>
                  <a:pt x="3997507" y="7522219"/>
                </a:lnTo>
                <a:lnTo>
                  <a:pt x="3997507" y="7550794"/>
                </a:lnTo>
                <a:close/>
              </a:path>
              <a:path w="14687550" h="7551420">
                <a:moveTo>
                  <a:pt x="3940357" y="7550794"/>
                </a:moveTo>
                <a:lnTo>
                  <a:pt x="3911782" y="7550794"/>
                </a:lnTo>
                <a:lnTo>
                  <a:pt x="3911782" y="7522219"/>
                </a:lnTo>
                <a:lnTo>
                  <a:pt x="3940357" y="7522219"/>
                </a:lnTo>
                <a:lnTo>
                  <a:pt x="3940357" y="7550794"/>
                </a:lnTo>
                <a:close/>
              </a:path>
              <a:path w="14687550" h="7551420">
                <a:moveTo>
                  <a:pt x="3883207" y="7550794"/>
                </a:moveTo>
                <a:lnTo>
                  <a:pt x="3854632" y="7550794"/>
                </a:lnTo>
                <a:lnTo>
                  <a:pt x="3854632" y="7522219"/>
                </a:lnTo>
                <a:lnTo>
                  <a:pt x="3883207" y="7522219"/>
                </a:lnTo>
                <a:lnTo>
                  <a:pt x="3883207" y="7550794"/>
                </a:lnTo>
                <a:close/>
              </a:path>
              <a:path w="14687550" h="7551420">
                <a:moveTo>
                  <a:pt x="3826057" y="7550794"/>
                </a:moveTo>
                <a:lnTo>
                  <a:pt x="3797482" y="7550794"/>
                </a:lnTo>
                <a:lnTo>
                  <a:pt x="3797482" y="7522219"/>
                </a:lnTo>
                <a:lnTo>
                  <a:pt x="3826057" y="7522219"/>
                </a:lnTo>
                <a:lnTo>
                  <a:pt x="3826057" y="7550794"/>
                </a:lnTo>
                <a:close/>
              </a:path>
              <a:path w="14687550" h="7551420">
                <a:moveTo>
                  <a:pt x="3768907" y="7550794"/>
                </a:moveTo>
                <a:lnTo>
                  <a:pt x="3740332" y="7550794"/>
                </a:lnTo>
                <a:lnTo>
                  <a:pt x="3740332" y="7522219"/>
                </a:lnTo>
                <a:lnTo>
                  <a:pt x="3768907" y="7522219"/>
                </a:lnTo>
                <a:lnTo>
                  <a:pt x="3768907" y="7550794"/>
                </a:lnTo>
                <a:close/>
              </a:path>
              <a:path w="14687550" h="7551420">
                <a:moveTo>
                  <a:pt x="3711757" y="7550794"/>
                </a:moveTo>
                <a:lnTo>
                  <a:pt x="3683182" y="7550794"/>
                </a:lnTo>
                <a:lnTo>
                  <a:pt x="3683182" y="7522219"/>
                </a:lnTo>
                <a:lnTo>
                  <a:pt x="3711757" y="7522219"/>
                </a:lnTo>
                <a:lnTo>
                  <a:pt x="3711757" y="7550794"/>
                </a:lnTo>
                <a:close/>
              </a:path>
              <a:path w="14687550" h="7551420">
                <a:moveTo>
                  <a:pt x="3654607" y="7550794"/>
                </a:moveTo>
                <a:lnTo>
                  <a:pt x="3626032" y="7550794"/>
                </a:lnTo>
                <a:lnTo>
                  <a:pt x="3626032" y="7522219"/>
                </a:lnTo>
                <a:lnTo>
                  <a:pt x="3654607" y="7522219"/>
                </a:lnTo>
                <a:lnTo>
                  <a:pt x="3654607" y="7550794"/>
                </a:lnTo>
                <a:close/>
              </a:path>
              <a:path w="14687550" h="7551420">
                <a:moveTo>
                  <a:pt x="3597457" y="7550794"/>
                </a:moveTo>
                <a:lnTo>
                  <a:pt x="3568882" y="7550794"/>
                </a:lnTo>
                <a:lnTo>
                  <a:pt x="3568882" y="7522219"/>
                </a:lnTo>
                <a:lnTo>
                  <a:pt x="3597457" y="7522219"/>
                </a:lnTo>
                <a:lnTo>
                  <a:pt x="3597457" y="7550794"/>
                </a:lnTo>
                <a:close/>
              </a:path>
              <a:path w="14687550" h="7551420">
                <a:moveTo>
                  <a:pt x="3540307" y="7550794"/>
                </a:moveTo>
                <a:lnTo>
                  <a:pt x="3511732" y="7550794"/>
                </a:lnTo>
                <a:lnTo>
                  <a:pt x="3511732" y="7522219"/>
                </a:lnTo>
                <a:lnTo>
                  <a:pt x="3540307" y="7522219"/>
                </a:lnTo>
                <a:lnTo>
                  <a:pt x="3540307" y="7550794"/>
                </a:lnTo>
                <a:close/>
              </a:path>
              <a:path w="14687550" h="7551420">
                <a:moveTo>
                  <a:pt x="3483157" y="7550794"/>
                </a:moveTo>
                <a:lnTo>
                  <a:pt x="3454582" y="7550794"/>
                </a:lnTo>
                <a:lnTo>
                  <a:pt x="3454582" y="7522219"/>
                </a:lnTo>
                <a:lnTo>
                  <a:pt x="3483157" y="7522219"/>
                </a:lnTo>
                <a:lnTo>
                  <a:pt x="3483157" y="7550794"/>
                </a:lnTo>
                <a:close/>
              </a:path>
              <a:path w="14687550" h="7551420">
                <a:moveTo>
                  <a:pt x="3426007" y="7550794"/>
                </a:moveTo>
                <a:lnTo>
                  <a:pt x="3397432" y="7550794"/>
                </a:lnTo>
                <a:lnTo>
                  <a:pt x="3397432" y="7522219"/>
                </a:lnTo>
                <a:lnTo>
                  <a:pt x="3426007" y="7522219"/>
                </a:lnTo>
                <a:lnTo>
                  <a:pt x="3426007" y="7550794"/>
                </a:lnTo>
                <a:close/>
              </a:path>
              <a:path w="14687550" h="7551420">
                <a:moveTo>
                  <a:pt x="3368857" y="7550794"/>
                </a:moveTo>
                <a:lnTo>
                  <a:pt x="3340282" y="7550794"/>
                </a:lnTo>
                <a:lnTo>
                  <a:pt x="3340282" y="7522219"/>
                </a:lnTo>
                <a:lnTo>
                  <a:pt x="3368857" y="7522219"/>
                </a:lnTo>
                <a:lnTo>
                  <a:pt x="3368857" y="7550794"/>
                </a:lnTo>
                <a:close/>
              </a:path>
              <a:path w="14687550" h="7551420">
                <a:moveTo>
                  <a:pt x="3311707" y="7550794"/>
                </a:moveTo>
                <a:lnTo>
                  <a:pt x="3283132" y="7550794"/>
                </a:lnTo>
                <a:lnTo>
                  <a:pt x="3283132" y="7522219"/>
                </a:lnTo>
                <a:lnTo>
                  <a:pt x="3311707" y="7522219"/>
                </a:lnTo>
                <a:lnTo>
                  <a:pt x="3311707" y="7550794"/>
                </a:lnTo>
                <a:close/>
              </a:path>
              <a:path w="14687550" h="7551420">
                <a:moveTo>
                  <a:pt x="3254557" y="7550794"/>
                </a:moveTo>
                <a:lnTo>
                  <a:pt x="3225982" y="7550794"/>
                </a:lnTo>
                <a:lnTo>
                  <a:pt x="3225982" y="7522219"/>
                </a:lnTo>
                <a:lnTo>
                  <a:pt x="3254557" y="7522219"/>
                </a:lnTo>
                <a:lnTo>
                  <a:pt x="3254557" y="7550794"/>
                </a:lnTo>
                <a:close/>
              </a:path>
              <a:path w="14687550" h="7551420">
                <a:moveTo>
                  <a:pt x="3197407" y="7550794"/>
                </a:moveTo>
                <a:lnTo>
                  <a:pt x="3168832" y="7550794"/>
                </a:lnTo>
                <a:lnTo>
                  <a:pt x="3168832" y="7522219"/>
                </a:lnTo>
                <a:lnTo>
                  <a:pt x="3197407" y="7522219"/>
                </a:lnTo>
                <a:lnTo>
                  <a:pt x="3197407" y="7550794"/>
                </a:lnTo>
                <a:close/>
              </a:path>
              <a:path w="14687550" h="7551420">
                <a:moveTo>
                  <a:pt x="3140257" y="7550794"/>
                </a:moveTo>
                <a:lnTo>
                  <a:pt x="3111682" y="7550794"/>
                </a:lnTo>
                <a:lnTo>
                  <a:pt x="3111682" y="7522219"/>
                </a:lnTo>
                <a:lnTo>
                  <a:pt x="3140257" y="7522219"/>
                </a:lnTo>
                <a:lnTo>
                  <a:pt x="3140257" y="7550794"/>
                </a:lnTo>
                <a:close/>
              </a:path>
              <a:path w="14687550" h="7551420">
                <a:moveTo>
                  <a:pt x="3083107" y="7550794"/>
                </a:moveTo>
                <a:lnTo>
                  <a:pt x="3054532" y="7550794"/>
                </a:lnTo>
                <a:lnTo>
                  <a:pt x="3054532" y="7522219"/>
                </a:lnTo>
                <a:lnTo>
                  <a:pt x="3083107" y="7522219"/>
                </a:lnTo>
                <a:lnTo>
                  <a:pt x="3083107" y="7550794"/>
                </a:lnTo>
                <a:close/>
              </a:path>
              <a:path w="14687550" h="7551420">
                <a:moveTo>
                  <a:pt x="3025957" y="7550794"/>
                </a:moveTo>
                <a:lnTo>
                  <a:pt x="2997382" y="7550794"/>
                </a:lnTo>
                <a:lnTo>
                  <a:pt x="2997382" y="7522219"/>
                </a:lnTo>
                <a:lnTo>
                  <a:pt x="3025957" y="7522219"/>
                </a:lnTo>
                <a:lnTo>
                  <a:pt x="3025957" y="7550794"/>
                </a:lnTo>
                <a:close/>
              </a:path>
              <a:path w="14687550" h="7551420">
                <a:moveTo>
                  <a:pt x="2968807" y="7550794"/>
                </a:moveTo>
                <a:lnTo>
                  <a:pt x="2940232" y="7550794"/>
                </a:lnTo>
                <a:lnTo>
                  <a:pt x="2940232" y="7522219"/>
                </a:lnTo>
                <a:lnTo>
                  <a:pt x="2968807" y="7522219"/>
                </a:lnTo>
                <a:lnTo>
                  <a:pt x="2968807" y="7550794"/>
                </a:lnTo>
                <a:close/>
              </a:path>
              <a:path w="14687550" h="7551420">
                <a:moveTo>
                  <a:pt x="2911657" y="7550794"/>
                </a:moveTo>
                <a:lnTo>
                  <a:pt x="2883082" y="7550794"/>
                </a:lnTo>
                <a:lnTo>
                  <a:pt x="2883082" y="7522219"/>
                </a:lnTo>
                <a:lnTo>
                  <a:pt x="2911657" y="7522219"/>
                </a:lnTo>
                <a:lnTo>
                  <a:pt x="2911657" y="7550794"/>
                </a:lnTo>
                <a:close/>
              </a:path>
              <a:path w="14687550" h="7551420">
                <a:moveTo>
                  <a:pt x="2854507" y="7550794"/>
                </a:moveTo>
                <a:lnTo>
                  <a:pt x="2825932" y="7550794"/>
                </a:lnTo>
                <a:lnTo>
                  <a:pt x="2825932" y="7522219"/>
                </a:lnTo>
                <a:lnTo>
                  <a:pt x="2854507" y="7522219"/>
                </a:lnTo>
                <a:lnTo>
                  <a:pt x="2854507" y="7550794"/>
                </a:lnTo>
                <a:close/>
              </a:path>
              <a:path w="14687550" h="7551420">
                <a:moveTo>
                  <a:pt x="2797357" y="7550794"/>
                </a:moveTo>
                <a:lnTo>
                  <a:pt x="2768782" y="7550794"/>
                </a:lnTo>
                <a:lnTo>
                  <a:pt x="2768782" y="7522219"/>
                </a:lnTo>
                <a:lnTo>
                  <a:pt x="2797357" y="7522219"/>
                </a:lnTo>
                <a:lnTo>
                  <a:pt x="2797357" y="7550794"/>
                </a:lnTo>
                <a:close/>
              </a:path>
              <a:path w="14687550" h="7551420">
                <a:moveTo>
                  <a:pt x="2740207" y="7550794"/>
                </a:moveTo>
                <a:lnTo>
                  <a:pt x="2711632" y="7550794"/>
                </a:lnTo>
                <a:lnTo>
                  <a:pt x="2711632" y="7522219"/>
                </a:lnTo>
                <a:lnTo>
                  <a:pt x="2740207" y="7522219"/>
                </a:lnTo>
                <a:lnTo>
                  <a:pt x="2740207" y="7550794"/>
                </a:lnTo>
                <a:close/>
              </a:path>
              <a:path w="14687550" h="7551420">
                <a:moveTo>
                  <a:pt x="2683057" y="7550794"/>
                </a:moveTo>
                <a:lnTo>
                  <a:pt x="2654482" y="7550794"/>
                </a:lnTo>
                <a:lnTo>
                  <a:pt x="2654482" y="7522219"/>
                </a:lnTo>
                <a:lnTo>
                  <a:pt x="2683057" y="7522219"/>
                </a:lnTo>
                <a:lnTo>
                  <a:pt x="2683057" y="7550794"/>
                </a:lnTo>
                <a:close/>
              </a:path>
              <a:path w="14687550" h="7551420">
                <a:moveTo>
                  <a:pt x="2625907" y="7550794"/>
                </a:moveTo>
                <a:lnTo>
                  <a:pt x="2597332" y="7550794"/>
                </a:lnTo>
                <a:lnTo>
                  <a:pt x="2597332" y="7522219"/>
                </a:lnTo>
                <a:lnTo>
                  <a:pt x="2625907" y="7522219"/>
                </a:lnTo>
                <a:lnTo>
                  <a:pt x="2625907" y="7550794"/>
                </a:lnTo>
                <a:close/>
              </a:path>
              <a:path w="14687550" h="7551420">
                <a:moveTo>
                  <a:pt x="2568757" y="7550794"/>
                </a:moveTo>
                <a:lnTo>
                  <a:pt x="2540182" y="7550794"/>
                </a:lnTo>
                <a:lnTo>
                  <a:pt x="2540182" y="7522219"/>
                </a:lnTo>
                <a:lnTo>
                  <a:pt x="2568757" y="7522219"/>
                </a:lnTo>
                <a:lnTo>
                  <a:pt x="2568757" y="7550794"/>
                </a:lnTo>
                <a:close/>
              </a:path>
              <a:path w="14687550" h="7551420">
                <a:moveTo>
                  <a:pt x="2511607" y="7550794"/>
                </a:moveTo>
                <a:lnTo>
                  <a:pt x="2483032" y="7550794"/>
                </a:lnTo>
                <a:lnTo>
                  <a:pt x="2483032" y="7522219"/>
                </a:lnTo>
                <a:lnTo>
                  <a:pt x="2511607" y="7522219"/>
                </a:lnTo>
                <a:lnTo>
                  <a:pt x="2511607" y="7550794"/>
                </a:lnTo>
                <a:close/>
              </a:path>
              <a:path w="14687550" h="7551420">
                <a:moveTo>
                  <a:pt x="2454457" y="7550794"/>
                </a:moveTo>
                <a:lnTo>
                  <a:pt x="2425882" y="7550794"/>
                </a:lnTo>
                <a:lnTo>
                  <a:pt x="2425882" y="7522219"/>
                </a:lnTo>
                <a:lnTo>
                  <a:pt x="2454457" y="7522219"/>
                </a:lnTo>
                <a:lnTo>
                  <a:pt x="2454457" y="7550794"/>
                </a:lnTo>
                <a:close/>
              </a:path>
              <a:path w="14687550" h="7551420">
                <a:moveTo>
                  <a:pt x="2397307" y="7550794"/>
                </a:moveTo>
                <a:lnTo>
                  <a:pt x="2368732" y="7550794"/>
                </a:lnTo>
                <a:lnTo>
                  <a:pt x="2368732" y="7522219"/>
                </a:lnTo>
                <a:lnTo>
                  <a:pt x="2397307" y="7522219"/>
                </a:lnTo>
                <a:lnTo>
                  <a:pt x="2397307" y="7550794"/>
                </a:lnTo>
                <a:close/>
              </a:path>
              <a:path w="14687550" h="7551420">
                <a:moveTo>
                  <a:pt x="2340157" y="7550794"/>
                </a:moveTo>
                <a:lnTo>
                  <a:pt x="2311582" y="7550794"/>
                </a:lnTo>
                <a:lnTo>
                  <a:pt x="2311582" y="7522219"/>
                </a:lnTo>
                <a:lnTo>
                  <a:pt x="2340157" y="7522219"/>
                </a:lnTo>
                <a:lnTo>
                  <a:pt x="2340157" y="7550794"/>
                </a:lnTo>
                <a:close/>
              </a:path>
              <a:path w="14687550" h="7551420">
                <a:moveTo>
                  <a:pt x="2283007" y="7550794"/>
                </a:moveTo>
                <a:lnTo>
                  <a:pt x="2254432" y="7550794"/>
                </a:lnTo>
                <a:lnTo>
                  <a:pt x="2254432" y="7522219"/>
                </a:lnTo>
                <a:lnTo>
                  <a:pt x="2283007" y="7522219"/>
                </a:lnTo>
                <a:lnTo>
                  <a:pt x="2283007" y="7550794"/>
                </a:lnTo>
                <a:close/>
              </a:path>
              <a:path w="14687550" h="7551420">
                <a:moveTo>
                  <a:pt x="2225857" y="7550794"/>
                </a:moveTo>
                <a:lnTo>
                  <a:pt x="2197282" y="7550794"/>
                </a:lnTo>
                <a:lnTo>
                  <a:pt x="2197282" y="7522219"/>
                </a:lnTo>
                <a:lnTo>
                  <a:pt x="2225857" y="7522219"/>
                </a:lnTo>
                <a:lnTo>
                  <a:pt x="2225857" y="7550794"/>
                </a:lnTo>
                <a:close/>
              </a:path>
              <a:path w="14687550" h="7551420">
                <a:moveTo>
                  <a:pt x="2168707" y="7550794"/>
                </a:moveTo>
                <a:lnTo>
                  <a:pt x="2140132" y="7550794"/>
                </a:lnTo>
                <a:lnTo>
                  <a:pt x="2140132" y="7522219"/>
                </a:lnTo>
                <a:lnTo>
                  <a:pt x="2168707" y="7522219"/>
                </a:lnTo>
                <a:lnTo>
                  <a:pt x="2168707" y="7550794"/>
                </a:lnTo>
                <a:close/>
              </a:path>
              <a:path w="14687550" h="7551420">
                <a:moveTo>
                  <a:pt x="2111557" y="7550794"/>
                </a:moveTo>
                <a:lnTo>
                  <a:pt x="2082982" y="7550794"/>
                </a:lnTo>
                <a:lnTo>
                  <a:pt x="2082982" y="7522219"/>
                </a:lnTo>
                <a:lnTo>
                  <a:pt x="2111557" y="7522219"/>
                </a:lnTo>
                <a:lnTo>
                  <a:pt x="2111557" y="7550794"/>
                </a:lnTo>
                <a:close/>
              </a:path>
              <a:path w="14687550" h="7551420">
                <a:moveTo>
                  <a:pt x="2054407" y="7550794"/>
                </a:moveTo>
                <a:lnTo>
                  <a:pt x="2025832" y="7550794"/>
                </a:lnTo>
                <a:lnTo>
                  <a:pt x="2025832" y="7522219"/>
                </a:lnTo>
                <a:lnTo>
                  <a:pt x="2054407" y="7522219"/>
                </a:lnTo>
                <a:lnTo>
                  <a:pt x="2054407" y="7550794"/>
                </a:lnTo>
                <a:close/>
              </a:path>
              <a:path w="14687550" h="7551420">
                <a:moveTo>
                  <a:pt x="1997257" y="7550794"/>
                </a:moveTo>
                <a:lnTo>
                  <a:pt x="1968682" y="7550794"/>
                </a:lnTo>
                <a:lnTo>
                  <a:pt x="1968682" y="7522219"/>
                </a:lnTo>
                <a:lnTo>
                  <a:pt x="1997257" y="7522219"/>
                </a:lnTo>
                <a:lnTo>
                  <a:pt x="1997257" y="7550794"/>
                </a:lnTo>
                <a:close/>
              </a:path>
              <a:path w="14687550" h="7551420">
                <a:moveTo>
                  <a:pt x="1940107" y="7550794"/>
                </a:moveTo>
                <a:lnTo>
                  <a:pt x="1911532" y="7550794"/>
                </a:lnTo>
                <a:lnTo>
                  <a:pt x="1911532" y="7522219"/>
                </a:lnTo>
                <a:lnTo>
                  <a:pt x="1940107" y="7522219"/>
                </a:lnTo>
                <a:lnTo>
                  <a:pt x="1940107" y="7550794"/>
                </a:lnTo>
                <a:close/>
              </a:path>
              <a:path w="14687550" h="7551420">
                <a:moveTo>
                  <a:pt x="1882957" y="7550794"/>
                </a:moveTo>
                <a:lnTo>
                  <a:pt x="1854382" y="7550794"/>
                </a:lnTo>
                <a:lnTo>
                  <a:pt x="1854382" y="7522219"/>
                </a:lnTo>
                <a:lnTo>
                  <a:pt x="1882957" y="7522219"/>
                </a:lnTo>
                <a:lnTo>
                  <a:pt x="1882957" y="7550794"/>
                </a:lnTo>
                <a:close/>
              </a:path>
              <a:path w="14687550" h="7551420">
                <a:moveTo>
                  <a:pt x="1825807" y="7550794"/>
                </a:moveTo>
                <a:lnTo>
                  <a:pt x="1797232" y="7550794"/>
                </a:lnTo>
                <a:lnTo>
                  <a:pt x="1797232" y="7522219"/>
                </a:lnTo>
                <a:lnTo>
                  <a:pt x="1825807" y="7522219"/>
                </a:lnTo>
                <a:lnTo>
                  <a:pt x="1825807" y="7550794"/>
                </a:lnTo>
                <a:close/>
              </a:path>
              <a:path w="14687550" h="7551420">
                <a:moveTo>
                  <a:pt x="1768657" y="7550794"/>
                </a:moveTo>
                <a:lnTo>
                  <a:pt x="1740082" y="7550794"/>
                </a:lnTo>
                <a:lnTo>
                  <a:pt x="1740082" y="7522219"/>
                </a:lnTo>
                <a:lnTo>
                  <a:pt x="1768657" y="7522219"/>
                </a:lnTo>
                <a:lnTo>
                  <a:pt x="1768657" y="7550794"/>
                </a:lnTo>
                <a:close/>
              </a:path>
              <a:path w="14687550" h="7551420">
                <a:moveTo>
                  <a:pt x="1711507" y="7550794"/>
                </a:moveTo>
                <a:lnTo>
                  <a:pt x="1682932" y="7550794"/>
                </a:lnTo>
                <a:lnTo>
                  <a:pt x="1682932" y="7522219"/>
                </a:lnTo>
                <a:lnTo>
                  <a:pt x="1711507" y="7522219"/>
                </a:lnTo>
                <a:lnTo>
                  <a:pt x="1711507" y="7550794"/>
                </a:lnTo>
                <a:close/>
              </a:path>
              <a:path w="14687550" h="7551420">
                <a:moveTo>
                  <a:pt x="1654357" y="7550794"/>
                </a:moveTo>
                <a:lnTo>
                  <a:pt x="1625782" y="7550794"/>
                </a:lnTo>
                <a:lnTo>
                  <a:pt x="1625782" y="7522219"/>
                </a:lnTo>
                <a:lnTo>
                  <a:pt x="1654357" y="7522219"/>
                </a:lnTo>
                <a:lnTo>
                  <a:pt x="1654357" y="7550794"/>
                </a:lnTo>
                <a:close/>
              </a:path>
              <a:path w="14687550" h="7551420">
                <a:moveTo>
                  <a:pt x="1597207" y="7550794"/>
                </a:moveTo>
                <a:lnTo>
                  <a:pt x="1568632" y="7550794"/>
                </a:lnTo>
                <a:lnTo>
                  <a:pt x="1568632" y="7522219"/>
                </a:lnTo>
                <a:lnTo>
                  <a:pt x="1597207" y="7522219"/>
                </a:lnTo>
                <a:lnTo>
                  <a:pt x="1597207" y="7550794"/>
                </a:lnTo>
                <a:close/>
              </a:path>
              <a:path w="14687550" h="7551420">
                <a:moveTo>
                  <a:pt x="1540057" y="7550794"/>
                </a:moveTo>
                <a:lnTo>
                  <a:pt x="1511482" y="7550794"/>
                </a:lnTo>
                <a:lnTo>
                  <a:pt x="1511482" y="7522219"/>
                </a:lnTo>
                <a:lnTo>
                  <a:pt x="1540057" y="7522219"/>
                </a:lnTo>
                <a:lnTo>
                  <a:pt x="1540057" y="7550794"/>
                </a:lnTo>
                <a:close/>
              </a:path>
              <a:path w="14687550" h="7551420">
                <a:moveTo>
                  <a:pt x="1482907" y="7550794"/>
                </a:moveTo>
                <a:lnTo>
                  <a:pt x="1454332" y="7550794"/>
                </a:lnTo>
                <a:lnTo>
                  <a:pt x="1454332" y="7522219"/>
                </a:lnTo>
                <a:lnTo>
                  <a:pt x="1482907" y="7522219"/>
                </a:lnTo>
                <a:lnTo>
                  <a:pt x="1482907" y="7550794"/>
                </a:lnTo>
                <a:close/>
              </a:path>
              <a:path w="14687550" h="7551420">
                <a:moveTo>
                  <a:pt x="1425757" y="7550794"/>
                </a:moveTo>
                <a:lnTo>
                  <a:pt x="1397182" y="7550794"/>
                </a:lnTo>
                <a:lnTo>
                  <a:pt x="1397182" y="7522219"/>
                </a:lnTo>
                <a:lnTo>
                  <a:pt x="1425757" y="7522219"/>
                </a:lnTo>
                <a:lnTo>
                  <a:pt x="1425757" y="7550794"/>
                </a:lnTo>
                <a:close/>
              </a:path>
              <a:path w="14687550" h="7551420">
                <a:moveTo>
                  <a:pt x="1368607" y="7550794"/>
                </a:moveTo>
                <a:lnTo>
                  <a:pt x="1340032" y="7550794"/>
                </a:lnTo>
                <a:lnTo>
                  <a:pt x="1340032" y="7522219"/>
                </a:lnTo>
                <a:lnTo>
                  <a:pt x="1368607" y="7522219"/>
                </a:lnTo>
                <a:lnTo>
                  <a:pt x="1368607" y="7550794"/>
                </a:lnTo>
                <a:close/>
              </a:path>
              <a:path w="14687550" h="7551420">
                <a:moveTo>
                  <a:pt x="1311457" y="7550794"/>
                </a:moveTo>
                <a:lnTo>
                  <a:pt x="1282882" y="7550794"/>
                </a:lnTo>
                <a:lnTo>
                  <a:pt x="1282882" y="7522219"/>
                </a:lnTo>
                <a:lnTo>
                  <a:pt x="1311457" y="7522219"/>
                </a:lnTo>
                <a:lnTo>
                  <a:pt x="1311457" y="7550794"/>
                </a:lnTo>
                <a:close/>
              </a:path>
              <a:path w="14687550" h="7551420">
                <a:moveTo>
                  <a:pt x="1254307" y="7550794"/>
                </a:moveTo>
                <a:lnTo>
                  <a:pt x="1225732" y="7550794"/>
                </a:lnTo>
                <a:lnTo>
                  <a:pt x="1225732" y="7522219"/>
                </a:lnTo>
                <a:lnTo>
                  <a:pt x="1254307" y="7522219"/>
                </a:lnTo>
                <a:lnTo>
                  <a:pt x="1254307" y="7550794"/>
                </a:lnTo>
                <a:close/>
              </a:path>
              <a:path w="14687550" h="7551420">
                <a:moveTo>
                  <a:pt x="1197157" y="7550794"/>
                </a:moveTo>
                <a:lnTo>
                  <a:pt x="1168582" y="7550794"/>
                </a:lnTo>
                <a:lnTo>
                  <a:pt x="1168582" y="7522219"/>
                </a:lnTo>
                <a:lnTo>
                  <a:pt x="1197157" y="7522219"/>
                </a:lnTo>
                <a:lnTo>
                  <a:pt x="1197157" y="7550794"/>
                </a:lnTo>
                <a:close/>
              </a:path>
              <a:path w="14687550" h="7551420">
                <a:moveTo>
                  <a:pt x="1140007" y="7550794"/>
                </a:moveTo>
                <a:lnTo>
                  <a:pt x="1111432" y="7550794"/>
                </a:lnTo>
                <a:lnTo>
                  <a:pt x="1111432" y="7522219"/>
                </a:lnTo>
                <a:lnTo>
                  <a:pt x="1140007" y="7522219"/>
                </a:lnTo>
                <a:lnTo>
                  <a:pt x="1140007" y="7550794"/>
                </a:lnTo>
                <a:close/>
              </a:path>
              <a:path w="14687550" h="7551420">
                <a:moveTo>
                  <a:pt x="1082857" y="7550794"/>
                </a:moveTo>
                <a:lnTo>
                  <a:pt x="1054282" y="7550794"/>
                </a:lnTo>
                <a:lnTo>
                  <a:pt x="1054282" y="7522219"/>
                </a:lnTo>
                <a:lnTo>
                  <a:pt x="1082857" y="7522219"/>
                </a:lnTo>
                <a:lnTo>
                  <a:pt x="1082857" y="7550794"/>
                </a:lnTo>
                <a:close/>
              </a:path>
              <a:path w="14687550" h="7551420">
                <a:moveTo>
                  <a:pt x="1025707" y="7550794"/>
                </a:moveTo>
                <a:lnTo>
                  <a:pt x="997132" y="7550794"/>
                </a:lnTo>
                <a:lnTo>
                  <a:pt x="997132" y="7522219"/>
                </a:lnTo>
                <a:lnTo>
                  <a:pt x="1025707" y="7522219"/>
                </a:lnTo>
                <a:lnTo>
                  <a:pt x="1025707" y="7550794"/>
                </a:lnTo>
                <a:close/>
              </a:path>
              <a:path w="14687550" h="7551420">
                <a:moveTo>
                  <a:pt x="968557" y="7550794"/>
                </a:moveTo>
                <a:lnTo>
                  <a:pt x="939982" y="7550794"/>
                </a:lnTo>
                <a:lnTo>
                  <a:pt x="939982" y="7522219"/>
                </a:lnTo>
                <a:lnTo>
                  <a:pt x="968557" y="7522219"/>
                </a:lnTo>
                <a:lnTo>
                  <a:pt x="968557" y="7550794"/>
                </a:lnTo>
                <a:close/>
              </a:path>
              <a:path w="14687550" h="7551420">
                <a:moveTo>
                  <a:pt x="911407" y="7550794"/>
                </a:moveTo>
                <a:lnTo>
                  <a:pt x="882832" y="7550794"/>
                </a:lnTo>
                <a:lnTo>
                  <a:pt x="882832" y="7522219"/>
                </a:lnTo>
                <a:lnTo>
                  <a:pt x="911407" y="7522219"/>
                </a:lnTo>
                <a:lnTo>
                  <a:pt x="911407" y="7550794"/>
                </a:lnTo>
                <a:close/>
              </a:path>
              <a:path w="14687550" h="7551420">
                <a:moveTo>
                  <a:pt x="854257" y="7550794"/>
                </a:moveTo>
                <a:lnTo>
                  <a:pt x="825682" y="7550794"/>
                </a:lnTo>
                <a:lnTo>
                  <a:pt x="825682" y="7522219"/>
                </a:lnTo>
                <a:lnTo>
                  <a:pt x="854257" y="7522219"/>
                </a:lnTo>
                <a:lnTo>
                  <a:pt x="854257" y="7550794"/>
                </a:lnTo>
                <a:close/>
              </a:path>
              <a:path w="14687550" h="7551420">
                <a:moveTo>
                  <a:pt x="797107" y="7550794"/>
                </a:moveTo>
                <a:lnTo>
                  <a:pt x="768532" y="7550794"/>
                </a:lnTo>
                <a:lnTo>
                  <a:pt x="768532" y="7522219"/>
                </a:lnTo>
                <a:lnTo>
                  <a:pt x="797107" y="7522219"/>
                </a:lnTo>
                <a:lnTo>
                  <a:pt x="797107" y="7550794"/>
                </a:lnTo>
                <a:close/>
              </a:path>
              <a:path w="14687550" h="7551420">
                <a:moveTo>
                  <a:pt x="739957" y="7550794"/>
                </a:moveTo>
                <a:lnTo>
                  <a:pt x="711382" y="7550794"/>
                </a:lnTo>
                <a:lnTo>
                  <a:pt x="711382" y="7522219"/>
                </a:lnTo>
                <a:lnTo>
                  <a:pt x="739957" y="7522219"/>
                </a:lnTo>
                <a:lnTo>
                  <a:pt x="739957" y="7550794"/>
                </a:lnTo>
                <a:close/>
              </a:path>
              <a:path w="14687550" h="7551420">
                <a:moveTo>
                  <a:pt x="682807" y="7550794"/>
                </a:moveTo>
                <a:lnTo>
                  <a:pt x="654232" y="7550794"/>
                </a:lnTo>
                <a:lnTo>
                  <a:pt x="654232" y="7522219"/>
                </a:lnTo>
                <a:lnTo>
                  <a:pt x="682807" y="7522219"/>
                </a:lnTo>
                <a:lnTo>
                  <a:pt x="682807" y="7550794"/>
                </a:lnTo>
                <a:close/>
              </a:path>
              <a:path w="14687550" h="7551420">
                <a:moveTo>
                  <a:pt x="625657" y="7550794"/>
                </a:moveTo>
                <a:lnTo>
                  <a:pt x="597082" y="7550794"/>
                </a:lnTo>
                <a:lnTo>
                  <a:pt x="597082" y="7522219"/>
                </a:lnTo>
                <a:lnTo>
                  <a:pt x="625657" y="7522219"/>
                </a:lnTo>
                <a:lnTo>
                  <a:pt x="625657" y="7550794"/>
                </a:lnTo>
                <a:close/>
              </a:path>
              <a:path w="14687550" h="7551420">
                <a:moveTo>
                  <a:pt x="568507" y="7550794"/>
                </a:moveTo>
                <a:lnTo>
                  <a:pt x="539932" y="7550794"/>
                </a:lnTo>
                <a:lnTo>
                  <a:pt x="539932" y="7522219"/>
                </a:lnTo>
                <a:lnTo>
                  <a:pt x="568507" y="7522219"/>
                </a:lnTo>
                <a:lnTo>
                  <a:pt x="568507" y="7550794"/>
                </a:lnTo>
                <a:close/>
              </a:path>
              <a:path w="14687550" h="7551420">
                <a:moveTo>
                  <a:pt x="511357" y="7550794"/>
                </a:moveTo>
                <a:lnTo>
                  <a:pt x="482782" y="7550794"/>
                </a:lnTo>
                <a:lnTo>
                  <a:pt x="482782" y="7522219"/>
                </a:lnTo>
                <a:lnTo>
                  <a:pt x="511357" y="7522219"/>
                </a:lnTo>
                <a:lnTo>
                  <a:pt x="511357" y="7550794"/>
                </a:lnTo>
                <a:close/>
              </a:path>
              <a:path w="14687550" h="7551420">
                <a:moveTo>
                  <a:pt x="454207" y="7550794"/>
                </a:moveTo>
                <a:lnTo>
                  <a:pt x="425632" y="7550794"/>
                </a:lnTo>
                <a:lnTo>
                  <a:pt x="425632" y="7522219"/>
                </a:lnTo>
                <a:lnTo>
                  <a:pt x="454207" y="7522219"/>
                </a:lnTo>
                <a:lnTo>
                  <a:pt x="454207" y="7550794"/>
                </a:lnTo>
                <a:close/>
              </a:path>
              <a:path w="14687550" h="7551420">
                <a:moveTo>
                  <a:pt x="397057" y="7550794"/>
                </a:moveTo>
                <a:lnTo>
                  <a:pt x="368482" y="7550794"/>
                </a:lnTo>
                <a:lnTo>
                  <a:pt x="368482" y="7522219"/>
                </a:lnTo>
                <a:lnTo>
                  <a:pt x="397057" y="7522219"/>
                </a:lnTo>
                <a:lnTo>
                  <a:pt x="397057" y="7550794"/>
                </a:lnTo>
                <a:close/>
              </a:path>
              <a:path w="14687550" h="7551420">
                <a:moveTo>
                  <a:pt x="339907" y="7550794"/>
                </a:moveTo>
                <a:lnTo>
                  <a:pt x="311332" y="7550794"/>
                </a:lnTo>
                <a:lnTo>
                  <a:pt x="311332" y="7522219"/>
                </a:lnTo>
                <a:lnTo>
                  <a:pt x="339907" y="7522219"/>
                </a:lnTo>
                <a:lnTo>
                  <a:pt x="339907" y="7550794"/>
                </a:lnTo>
                <a:close/>
              </a:path>
              <a:path w="14687550" h="7551420">
                <a:moveTo>
                  <a:pt x="282757" y="7550794"/>
                </a:moveTo>
                <a:lnTo>
                  <a:pt x="254182" y="7550794"/>
                </a:lnTo>
                <a:lnTo>
                  <a:pt x="254182" y="7522219"/>
                </a:lnTo>
                <a:lnTo>
                  <a:pt x="282757" y="7522219"/>
                </a:lnTo>
                <a:lnTo>
                  <a:pt x="282757" y="7550794"/>
                </a:lnTo>
                <a:close/>
              </a:path>
              <a:path w="14687550" h="7551420">
                <a:moveTo>
                  <a:pt x="225607" y="7550794"/>
                </a:moveTo>
                <a:lnTo>
                  <a:pt x="197032" y="7550794"/>
                </a:lnTo>
                <a:lnTo>
                  <a:pt x="197032" y="7522219"/>
                </a:lnTo>
                <a:lnTo>
                  <a:pt x="225607" y="7522219"/>
                </a:lnTo>
                <a:lnTo>
                  <a:pt x="225607" y="7550794"/>
                </a:lnTo>
                <a:close/>
              </a:path>
              <a:path w="14687550" h="7551420">
                <a:moveTo>
                  <a:pt x="168457" y="7550794"/>
                </a:moveTo>
                <a:lnTo>
                  <a:pt x="161985" y="7550794"/>
                </a:lnTo>
                <a:lnTo>
                  <a:pt x="139750" y="7548594"/>
                </a:lnTo>
                <a:lnTo>
                  <a:pt x="143421" y="7522219"/>
                </a:lnTo>
                <a:lnTo>
                  <a:pt x="143480" y="7521794"/>
                </a:lnTo>
                <a:lnTo>
                  <a:pt x="143598" y="7520946"/>
                </a:lnTo>
                <a:lnTo>
                  <a:pt x="149696" y="7521794"/>
                </a:lnTo>
                <a:lnTo>
                  <a:pt x="155825" y="7522219"/>
                </a:lnTo>
                <a:lnTo>
                  <a:pt x="168457" y="7522219"/>
                </a:lnTo>
                <a:lnTo>
                  <a:pt x="168457" y="7550794"/>
                </a:lnTo>
                <a:close/>
              </a:path>
              <a:path w="14687550" h="7551420">
                <a:moveTo>
                  <a:pt x="111977" y="7542102"/>
                </a:moveTo>
                <a:lnTo>
                  <a:pt x="100020" y="7538469"/>
                </a:lnTo>
                <a:lnTo>
                  <a:pt x="85856" y="7530907"/>
                </a:lnTo>
                <a:lnTo>
                  <a:pt x="98990" y="7506401"/>
                </a:lnTo>
                <a:lnTo>
                  <a:pt x="105925" y="7510118"/>
                </a:lnTo>
                <a:lnTo>
                  <a:pt x="113133" y="7513197"/>
                </a:lnTo>
                <a:lnTo>
                  <a:pt x="120614" y="7515639"/>
                </a:lnTo>
                <a:lnTo>
                  <a:pt x="111977" y="7542102"/>
                </a:lnTo>
                <a:close/>
              </a:path>
              <a:path w="14687550" h="7551420">
                <a:moveTo>
                  <a:pt x="61991" y="7515260"/>
                </a:moveTo>
                <a:lnTo>
                  <a:pt x="47488" y="7503368"/>
                </a:lnTo>
                <a:lnTo>
                  <a:pt x="41015" y="7495473"/>
                </a:lnTo>
                <a:lnTo>
                  <a:pt x="61939" y="7477033"/>
                </a:lnTo>
                <a:lnTo>
                  <a:pt x="63789" y="7479132"/>
                </a:lnTo>
                <a:lnTo>
                  <a:pt x="65707" y="7481175"/>
                </a:lnTo>
                <a:lnTo>
                  <a:pt x="71346" y="7486814"/>
                </a:lnTo>
                <a:lnTo>
                  <a:pt x="75198" y="7490243"/>
                </a:lnTo>
                <a:lnTo>
                  <a:pt x="79249" y="7493449"/>
                </a:lnTo>
                <a:lnTo>
                  <a:pt x="61991" y="7515260"/>
                </a:lnTo>
                <a:close/>
              </a:path>
              <a:path w="14687550" h="7551420">
                <a:moveTo>
                  <a:pt x="23941" y="7472475"/>
                </a:moveTo>
                <a:lnTo>
                  <a:pt x="12388" y="7450837"/>
                </a:lnTo>
                <a:lnTo>
                  <a:pt x="11218" y="7446985"/>
                </a:lnTo>
                <a:lnTo>
                  <a:pt x="37561" y="7436831"/>
                </a:lnTo>
                <a:lnTo>
                  <a:pt x="40393" y="7444178"/>
                </a:lnTo>
                <a:lnTo>
                  <a:pt x="43847" y="7451217"/>
                </a:lnTo>
                <a:lnTo>
                  <a:pt x="47925" y="7457950"/>
                </a:lnTo>
                <a:lnTo>
                  <a:pt x="23941" y="7472475"/>
                </a:lnTo>
                <a:close/>
              </a:path>
              <a:path w="14687550" h="7551420">
                <a:moveTo>
                  <a:pt x="3101" y="7419605"/>
                </a:moveTo>
                <a:lnTo>
                  <a:pt x="207" y="7390924"/>
                </a:lnTo>
                <a:lnTo>
                  <a:pt x="28648" y="7390563"/>
                </a:lnTo>
                <a:lnTo>
                  <a:pt x="28749" y="7398515"/>
                </a:lnTo>
                <a:lnTo>
                  <a:pt x="29554" y="7406393"/>
                </a:lnTo>
                <a:lnTo>
                  <a:pt x="31064" y="7414196"/>
                </a:lnTo>
                <a:lnTo>
                  <a:pt x="3101" y="7419605"/>
                </a:lnTo>
                <a:close/>
              </a:path>
              <a:path w="14687550" h="7551420">
                <a:moveTo>
                  <a:pt x="28637" y="7362312"/>
                </a:moveTo>
                <a:lnTo>
                  <a:pt x="0" y="7362312"/>
                </a:lnTo>
                <a:lnTo>
                  <a:pt x="0" y="7333737"/>
                </a:lnTo>
                <a:lnTo>
                  <a:pt x="28637" y="7333737"/>
                </a:lnTo>
                <a:lnTo>
                  <a:pt x="28637" y="7362312"/>
                </a:lnTo>
                <a:close/>
              </a:path>
              <a:path w="14687550" h="7551420">
                <a:moveTo>
                  <a:pt x="28637" y="7305162"/>
                </a:moveTo>
                <a:lnTo>
                  <a:pt x="0" y="7305162"/>
                </a:lnTo>
                <a:lnTo>
                  <a:pt x="0" y="7276587"/>
                </a:lnTo>
                <a:lnTo>
                  <a:pt x="28637" y="7276587"/>
                </a:lnTo>
                <a:lnTo>
                  <a:pt x="28637" y="7305162"/>
                </a:lnTo>
                <a:close/>
              </a:path>
              <a:path w="14687550" h="7551420">
                <a:moveTo>
                  <a:pt x="28637" y="7248012"/>
                </a:moveTo>
                <a:lnTo>
                  <a:pt x="0" y="7248012"/>
                </a:lnTo>
                <a:lnTo>
                  <a:pt x="0" y="7219437"/>
                </a:lnTo>
                <a:lnTo>
                  <a:pt x="28637" y="7219437"/>
                </a:lnTo>
                <a:lnTo>
                  <a:pt x="28637" y="7248012"/>
                </a:lnTo>
                <a:close/>
              </a:path>
              <a:path w="14687550" h="7551420">
                <a:moveTo>
                  <a:pt x="28637" y="7190862"/>
                </a:moveTo>
                <a:lnTo>
                  <a:pt x="0" y="7190862"/>
                </a:lnTo>
                <a:lnTo>
                  <a:pt x="0" y="7162287"/>
                </a:lnTo>
                <a:lnTo>
                  <a:pt x="28637" y="7162287"/>
                </a:lnTo>
                <a:lnTo>
                  <a:pt x="28637" y="7190862"/>
                </a:lnTo>
                <a:close/>
              </a:path>
              <a:path w="14687550" h="7551420">
                <a:moveTo>
                  <a:pt x="28637" y="7133712"/>
                </a:moveTo>
                <a:lnTo>
                  <a:pt x="0" y="7133712"/>
                </a:lnTo>
                <a:lnTo>
                  <a:pt x="0" y="7105137"/>
                </a:lnTo>
                <a:lnTo>
                  <a:pt x="28637" y="7105137"/>
                </a:lnTo>
                <a:lnTo>
                  <a:pt x="28637" y="7133712"/>
                </a:lnTo>
                <a:close/>
              </a:path>
              <a:path w="14687550" h="7551420">
                <a:moveTo>
                  <a:pt x="28637" y="7076562"/>
                </a:moveTo>
                <a:lnTo>
                  <a:pt x="0" y="7076562"/>
                </a:lnTo>
                <a:lnTo>
                  <a:pt x="0" y="7047987"/>
                </a:lnTo>
                <a:lnTo>
                  <a:pt x="28637" y="7047987"/>
                </a:lnTo>
                <a:lnTo>
                  <a:pt x="28637" y="7076562"/>
                </a:lnTo>
                <a:close/>
              </a:path>
              <a:path w="14687550" h="7551420">
                <a:moveTo>
                  <a:pt x="28637" y="7019412"/>
                </a:moveTo>
                <a:lnTo>
                  <a:pt x="0" y="7019412"/>
                </a:lnTo>
                <a:lnTo>
                  <a:pt x="0" y="6990837"/>
                </a:lnTo>
                <a:lnTo>
                  <a:pt x="28637" y="6990837"/>
                </a:lnTo>
                <a:lnTo>
                  <a:pt x="28637" y="7019412"/>
                </a:lnTo>
                <a:close/>
              </a:path>
              <a:path w="14687550" h="7551420">
                <a:moveTo>
                  <a:pt x="28637" y="6962262"/>
                </a:moveTo>
                <a:lnTo>
                  <a:pt x="0" y="6962262"/>
                </a:lnTo>
                <a:lnTo>
                  <a:pt x="0" y="6933687"/>
                </a:lnTo>
                <a:lnTo>
                  <a:pt x="28637" y="6933687"/>
                </a:lnTo>
                <a:lnTo>
                  <a:pt x="28637" y="6962262"/>
                </a:lnTo>
                <a:close/>
              </a:path>
              <a:path w="14687550" h="7551420">
                <a:moveTo>
                  <a:pt x="28637" y="6905112"/>
                </a:moveTo>
                <a:lnTo>
                  <a:pt x="0" y="6905112"/>
                </a:lnTo>
                <a:lnTo>
                  <a:pt x="0" y="6876537"/>
                </a:lnTo>
                <a:lnTo>
                  <a:pt x="28637" y="6876537"/>
                </a:lnTo>
                <a:lnTo>
                  <a:pt x="28637" y="6905112"/>
                </a:lnTo>
                <a:close/>
              </a:path>
              <a:path w="14687550" h="7551420">
                <a:moveTo>
                  <a:pt x="28637" y="6847962"/>
                </a:moveTo>
                <a:lnTo>
                  <a:pt x="0" y="6847962"/>
                </a:lnTo>
                <a:lnTo>
                  <a:pt x="0" y="6819387"/>
                </a:lnTo>
                <a:lnTo>
                  <a:pt x="28637" y="6819387"/>
                </a:lnTo>
                <a:lnTo>
                  <a:pt x="28637" y="6847962"/>
                </a:lnTo>
                <a:close/>
              </a:path>
              <a:path w="14687550" h="7551420">
                <a:moveTo>
                  <a:pt x="28637" y="6790812"/>
                </a:moveTo>
                <a:lnTo>
                  <a:pt x="0" y="6790812"/>
                </a:lnTo>
                <a:lnTo>
                  <a:pt x="0" y="6762237"/>
                </a:lnTo>
                <a:lnTo>
                  <a:pt x="28637" y="6762237"/>
                </a:lnTo>
                <a:lnTo>
                  <a:pt x="28637" y="6790812"/>
                </a:lnTo>
                <a:close/>
              </a:path>
              <a:path w="14687550" h="7551420">
                <a:moveTo>
                  <a:pt x="28637" y="6733662"/>
                </a:moveTo>
                <a:lnTo>
                  <a:pt x="0" y="6733662"/>
                </a:lnTo>
                <a:lnTo>
                  <a:pt x="0" y="6705087"/>
                </a:lnTo>
                <a:lnTo>
                  <a:pt x="28637" y="6705087"/>
                </a:lnTo>
                <a:lnTo>
                  <a:pt x="28637" y="6733662"/>
                </a:lnTo>
                <a:close/>
              </a:path>
              <a:path w="14687550" h="7551420">
                <a:moveTo>
                  <a:pt x="28637" y="6676512"/>
                </a:moveTo>
                <a:lnTo>
                  <a:pt x="0" y="6676512"/>
                </a:lnTo>
                <a:lnTo>
                  <a:pt x="0" y="6647937"/>
                </a:lnTo>
                <a:lnTo>
                  <a:pt x="28637" y="6647937"/>
                </a:lnTo>
                <a:lnTo>
                  <a:pt x="28637" y="6676512"/>
                </a:lnTo>
                <a:close/>
              </a:path>
              <a:path w="14687550" h="7551420">
                <a:moveTo>
                  <a:pt x="28637" y="6619362"/>
                </a:moveTo>
                <a:lnTo>
                  <a:pt x="0" y="6619362"/>
                </a:lnTo>
                <a:lnTo>
                  <a:pt x="0" y="6590787"/>
                </a:lnTo>
                <a:lnTo>
                  <a:pt x="28637" y="6590787"/>
                </a:lnTo>
                <a:lnTo>
                  <a:pt x="28637" y="6619362"/>
                </a:lnTo>
                <a:close/>
              </a:path>
              <a:path w="14687550" h="7551420">
                <a:moveTo>
                  <a:pt x="28637" y="6562212"/>
                </a:moveTo>
                <a:lnTo>
                  <a:pt x="0" y="6562212"/>
                </a:lnTo>
                <a:lnTo>
                  <a:pt x="0" y="6533637"/>
                </a:lnTo>
                <a:lnTo>
                  <a:pt x="28637" y="6533637"/>
                </a:lnTo>
                <a:lnTo>
                  <a:pt x="28637" y="6562212"/>
                </a:lnTo>
                <a:close/>
              </a:path>
              <a:path w="14687550" h="7551420">
                <a:moveTo>
                  <a:pt x="28637" y="6505062"/>
                </a:moveTo>
                <a:lnTo>
                  <a:pt x="0" y="6505062"/>
                </a:lnTo>
                <a:lnTo>
                  <a:pt x="0" y="6476487"/>
                </a:lnTo>
                <a:lnTo>
                  <a:pt x="28637" y="6476487"/>
                </a:lnTo>
                <a:lnTo>
                  <a:pt x="28637" y="6505062"/>
                </a:lnTo>
                <a:close/>
              </a:path>
              <a:path w="14687550" h="7551420">
                <a:moveTo>
                  <a:pt x="28637" y="6447912"/>
                </a:moveTo>
                <a:lnTo>
                  <a:pt x="0" y="6447912"/>
                </a:lnTo>
                <a:lnTo>
                  <a:pt x="0" y="6419337"/>
                </a:lnTo>
                <a:lnTo>
                  <a:pt x="28637" y="6419337"/>
                </a:lnTo>
                <a:lnTo>
                  <a:pt x="28637" y="6447912"/>
                </a:lnTo>
                <a:close/>
              </a:path>
              <a:path w="14687550" h="7551420">
                <a:moveTo>
                  <a:pt x="28637" y="6390762"/>
                </a:moveTo>
                <a:lnTo>
                  <a:pt x="0" y="6390762"/>
                </a:lnTo>
                <a:lnTo>
                  <a:pt x="0" y="6362187"/>
                </a:lnTo>
                <a:lnTo>
                  <a:pt x="28637" y="6362187"/>
                </a:lnTo>
                <a:lnTo>
                  <a:pt x="28637" y="6390762"/>
                </a:lnTo>
                <a:close/>
              </a:path>
              <a:path w="14687550" h="7551420">
                <a:moveTo>
                  <a:pt x="28637" y="6333612"/>
                </a:moveTo>
                <a:lnTo>
                  <a:pt x="0" y="6333612"/>
                </a:lnTo>
                <a:lnTo>
                  <a:pt x="0" y="6305037"/>
                </a:lnTo>
                <a:lnTo>
                  <a:pt x="28637" y="6305037"/>
                </a:lnTo>
                <a:lnTo>
                  <a:pt x="28637" y="6333612"/>
                </a:lnTo>
                <a:close/>
              </a:path>
              <a:path w="14687550" h="7551420">
                <a:moveTo>
                  <a:pt x="28637" y="6276462"/>
                </a:moveTo>
                <a:lnTo>
                  <a:pt x="0" y="6276462"/>
                </a:lnTo>
                <a:lnTo>
                  <a:pt x="0" y="6247887"/>
                </a:lnTo>
                <a:lnTo>
                  <a:pt x="28637" y="6247887"/>
                </a:lnTo>
                <a:lnTo>
                  <a:pt x="28637" y="6276462"/>
                </a:lnTo>
                <a:close/>
              </a:path>
              <a:path w="14687550" h="7551420">
                <a:moveTo>
                  <a:pt x="28637" y="6219313"/>
                </a:moveTo>
                <a:lnTo>
                  <a:pt x="0" y="6219313"/>
                </a:lnTo>
                <a:lnTo>
                  <a:pt x="0" y="6190737"/>
                </a:lnTo>
                <a:lnTo>
                  <a:pt x="28637" y="6190737"/>
                </a:lnTo>
                <a:lnTo>
                  <a:pt x="28637" y="6219313"/>
                </a:lnTo>
                <a:close/>
              </a:path>
              <a:path w="14687550" h="7551420">
                <a:moveTo>
                  <a:pt x="28637" y="6162162"/>
                </a:moveTo>
                <a:lnTo>
                  <a:pt x="0" y="6162162"/>
                </a:lnTo>
                <a:lnTo>
                  <a:pt x="0" y="6133587"/>
                </a:lnTo>
                <a:lnTo>
                  <a:pt x="28637" y="6133587"/>
                </a:lnTo>
                <a:lnTo>
                  <a:pt x="28637" y="6162162"/>
                </a:lnTo>
                <a:close/>
              </a:path>
              <a:path w="14687550" h="7551420">
                <a:moveTo>
                  <a:pt x="28637" y="6105012"/>
                </a:moveTo>
                <a:lnTo>
                  <a:pt x="0" y="6105012"/>
                </a:lnTo>
                <a:lnTo>
                  <a:pt x="0" y="6076437"/>
                </a:lnTo>
                <a:lnTo>
                  <a:pt x="28637" y="6076437"/>
                </a:lnTo>
                <a:lnTo>
                  <a:pt x="28637" y="6105012"/>
                </a:lnTo>
                <a:close/>
              </a:path>
              <a:path w="14687550" h="7551420">
                <a:moveTo>
                  <a:pt x="28637" y="6047862"/>
                </a:moveTo>
                <a:lnTo>
                  <a:pt x="0" y="6047862"/>
                </a:lnTo>
                <a:lnTo>
                  <a:pt x="0" y="6019287"/>
                </a:lnTo>
                <a:lnTo>
                  <a:pt x="28637" y="6019287"/>
                </a:lnTo>
                <a:lnTo>
                  <a:pt x="28637" y="6047862"/>
                </a:lnTo>
                <a:close/>
              </a:path>
              <a:path w="14687550" h="7551420">
                <a:moveTo>
                  <a:pt x="28637" y="5990712"/>
                </a:moveTo>
                <a:lnTo>
                  <a:pt x="0" y="5990712"/>
                </a:lnTo>
                <a:lnTo>
                  <a:pt x="0" y="5962137"/>
                </a:lnTo>
                <a:lnTo>
                  <a:pt x="28637" y="5962137"/>
                </a:lnTo>
                <a:lnTo>
                  <a:pt x="28637" y="5990712"/>
                </a:lnTo>
                <a:close/>
              </a:path>
              <a:path w="14687550" h="7551420">
                <a:moveTo>
                  <a:pt x="28637" y="5933562"/>
                </a:moveTo>
                <a:lnTo>
                  <a:pt x="0" y="5933562"/>
                </a:lnTo>
                <a:lnTo>
                  <a:pt x="0" y="5904987"/>
                </a:lnTo>
                <a:lnTo>
                  <a:pt x="28637" y="5904987"/>
                </a:lnTo>
                <a:lnTo>
                  <a:pt x="28637" y="5933562"/>
                </a:lnTo>
                <a:close/>
              </a:path>
              <a:path w="14687550" h="7551420">
                <a:moveTo>
                  <a:pt x="28637" y="5876412"/>
                </a:moveTo>
                <a:lnTo>
                  <a:pt x="0" y="5876412"/>
                </a:lnTo>
                <a:lnTo>
                  <a:pt x="0" y="5847837"/>
                </a:lnTo>
                <a:lnTo>
                  <a:pt x="28637" y="5847837"/>
                </a:lnTo>
                <a:lnTo>
                  <a:pt x="28637" y="5876412"/>
                </a:lnTo>
                <a:close/>
              </a:path>
              <a:path w="14687550" h="7551420">
                <a:moveTo>
                  <a:pt x="28637" y="5819263"/>
                </a:moveTo>
                <a:lnTo>
                  <a:pt x="0" y="5819263"/>
                </a:lnTo>
                <a:lnTo>
                  <a:pt x="0" y="5790688"/>
                </a:lnTo>
                <a:lnTo>
                  <a:pt x="28637" y="5790688"/>
                </a:lnTo>
                <a:lnTo>
                  <a:pt x="28637" y="5819263"/>
                </a:lnTo>
                <a:close/>
              </a:path>
              <a:path w="14687550" h="7551420">
                <a:moveTo>
                  <a:pt x="28637" y="5762113"/>
                </a:moveTo>
                <a:lnTo>
                  <a:pt x="0" y="5762113"/>
                </a:lnTo>
                <a:lnTo>
                  <a:pt x="0" y="5733538"/>
                </a:lnTo>
                <a:lnTo>
                  <a:pt x="28637" y="5733538"/>
                </a:lnTo>
                <a:lnTo>
                  <a:pt x="28637" y="5762113"/>
                </a:lnTo>
                <a:close/>
              </a:path>
              <a:path w="14687550" h="7551420">
                <a:moveTo>
                  <a:pt x="28637" y="5704963"/>
                </a:moveTo>
                <a:lnTo>
                  <a:pt x="0" y="5704963"/>
                </a:lnTo>
                <a:lnTo>
                  <a:pt x="0" y="5676388"/>
                </a:lnTo>
                <a:lnTo>
                  <a:pt x="28637" y="5676388"/>
                </a:lnTo>
                <a:lnTo>
                  <a:pt x="28637" y="5704963"/>
                </a:lnTo>
                <a:close/>
              </a:path>
              <a:path w="14687550" h="7551420">
                <a:moveTo>
                  <a:pt x="28637" y="5647813"/>
                </a:moveTo>
                <a:lnTo>
                  <a:pt x="0" y="5647813"/>
                </a:lnTo>
                <a:lnTo>
                  <a:pt x="0" y="5619238"/>
                </a:lnTo>
                <a:lnTo>
                  <a:pt x="28637" y="5619238"/>
                </a:lnTo>
                <a:lnTo>
                  <a:pt x="28637" y="5647813"/>
                </a:lnTo>
                <a:close/>
              </a:path>
              <a:path w="14687550" h="7551420">
                <a:moveTo>
                  <a:pt x="28637" y="5590663"/>
                </a:moveTo>
                <a:lnTo>
                  <a:pt x="0" y="5590663"/>
                </a:lnTo>
                <a:lnTo>
                  <a:pt x="0" y="5562088"/>
                </a:lnTo>
                <a:lnTo>
                  <a:pt x="28637" y="5562088"/>
                </a:lnTo>
                <a:lnTo>
                  <a:pt x="28637" y="5590663"/>
                </a:lnTo>
                <a:close/>
              </a:path>
              <a:path w="14687550" h="7551420">
                <a:moveTo>
                  <a:pt x="28637" y="5533513"/>
                </a:moveTo>
                <a:lnTo>
                  <a:pt x="0" y="5533513"/>
                </a:lnTo>
                <a:lnTo>
                  <a:pt x="0" y="5504938"/>
                </a:lnTo>
                <a:lnTo>
                  <a:pt x="28637" y="5504938"/>
                </a:lnTo>
                <a:lnTo>
                  <a:pt x="28637" y="5533513"/>
                </a:lnTo>
                <a:close/>
              </a:path>
              <a:path w="14687550" h="7551420">
                <a:moveTo>
                  <a:pt x="28637" y="5476363"/>
                </a:moveTo>
                <a:lnTo>
                  <a:pt x="0" y="5476363"/>
                </a:lnTo>
                <a:lnTo>
                  <a:pt x="0" y="5447788"/>
                </a:lnTo>
                <a:lnTo>
                  <a:pt x="28637" y="5447788"/>
                </a:lnTo>
                <a:lnTo>
                  <a:pt x="28637" y="5476363"/>
                </a:lnTo>
                <a:close/>
              </a:path>
              <a:path w="14687550" h="7551420">
                <a:moveTo>
                  <a:pt x="28637" y="5419213"/>
                </a:moveTo>
                <a:lnTo>
                  <a:pt x="0" y="5419213"/>
                </a:lnTo>
                <a:lnTo>
                  <a:pt x="0" y="5390638"/>
                </a:lnTo>
                <a:lnTo>
                  <a:pt x="28637" y="5390638"/>
                </a:lnTo>
                <a:lnTo>
                  <a:pt x="28637" y="5419213"/>
                </a:lnTo>
                <a:close/>
              </a:path>
              <a:path w="14687550" h="7551420">
                <a:moveTo>
                  <a:pt x="28637" y="5362063"/>
                </a:moveTo>
                <a:lnTo>
                  <a:pt x="0" y="5362063"/>
                </a:lnTo>
                <a:lnTo>
                  <a:pt x="0" y="5333488"/>
                </a:lnTo>
                <a:lnTo>
                  <a:pt x="28637" y="5333488"/>
                </a:lnTo>
                <a:lnTo>
                  <a:pt x="28637" y="5362063"/>
                </a:lnTo>
                <a:close/>
              </a:path>
              <a:path w="14687550" h="7551420">
                <a:moveTo>
                  <a:pt x="28637" y="5304913"/>
                </a:moveTo>
                <a:lnTo>
                  <a:pt x="0" y="5304913"/>
                </a:lnTo>
                <a:lnTo>
                  <a:pt x="0" y="5276338"/>
                </a:lnTo>
                <a:lnTo>
                  <a:pt x="28637" y="5276338"/>
                </a:lnTo>
                <a:lnTo>
                  <a:pt x="28637" y="5304913"/>
                </a:lnTo>
                <a:close/>
              </a:path>
              <a:path w="14687550" h="7551420">
                <a:moveTo>
                  <a:pt x="28637" y="5247763"/>
                </a:moveTo>
                <a:lnTo>
                  <a:pt x="0" y="5247763"/>
                </a:lnTo>
                <a:lnTo>
                  <a:pt x="0" y="5219188"/>
                </a:lnTo>
                <a:lnTo>
                  <a:pt x="28637" y="5219188"/>
                </a:lnTo>
                <a:lnTo>
                  <a:pt x="28637" y="5247763"/>
                </a:lnTo>
                <a:close/>
              </a:path>
              <a:path w="14687550" h="7551420">
                <a:moveTo>
                  <a:pt x="28637" y="5190613"/>
                </a:moveTo>
                <a:lnTo>
                  <a:pt x="0" y="5190613"/>
                </a:lnTo>
                <a:lnTo>
                  <a:pt x="0" y="5162038"/>
                </a:lnTo>
                <a:lnTo>
                  <a:pt x="28637" y="5162038"/>
                </a:lnTo>
                <a:lnTo>
                  <a:pt x="28637" y="5190613"/>
                </a:lnTo>
                <a:close/>
              </a:path>
              <a:path w="14687550" h="7551420">
                <a:moveTo>
                  <a:pt x="28637" y="5133463"/>
                </a:moveTo>
                <a:lnTo>
                  <a:pt x="0" y="5133463"/>
                </a:lnTo>
                <a:lnTo>
                  <a:pt x="0" y="5104888"/>
                </a:lnTo>
                <a:lnTo>
                  <a:pt x="28637" y="5104888"/>
                </a:lnTo>
                <a:lnTo>
                  <a:pt x="28637" y="5133463"/>
                </a:lnTo>
                <a:close/>
              </a:path>
              <a:path w="14687550" h="7551420">
                <a:moveTo>
                  <a:pt x="28637" y="5076313"/>
                </a:moveTo>
                <a:lnTo>
                  <a:pt x="0" y="5076313"/>
                </a:lnTo>
                <a:lnTo>
                  <a:pt x="0" y="5047738"/>
                </a:lnTo>
                <a:lnTo>
                  <a:pt x="28637" y="5047738"/>
                </a:lnTo>
                <a:lnTo>
                  <a:pt x="28637" y="5076313"/>
                </a:lnTo>
                <a:close/>
              </a:path>
              <a:path w="14687550" h="7551420">
                <a:moveTo>
                  <a:pt x="28637" y="5019163"/>
                </a:moveTo>
                <a:lnTo>
                  <a:pt x="0" y="5019163"/>
                </a:lnTo>
                <a:lnTo>
                  <a:pt x="0" y="4990588"/>
                </a:lnTo>
                <a:lnTo>
                  <a:pt x="28637" y="4990588"/>
                </a:lnTo>
                <a:lnTo>
                  <a:pt x="28637" y="5019163"/>
                </a:lnTo>
                <a:close/>
              </a:path>
              <a:path w="14687550" h="7551420">
                <a:moveTo>
                  <a:pt x="28637" y="4962013"/>
                </a:moveTo>
                <a:lnTo>
                  <a:pt x="0" y="4962013"/>
                </a:lnTo>
                <a:lnTo>
                  <a:pt x="0" y="4933438"/>
                </a:lnTo>
                <a:lnTo>
                  <a:pt x="28637" y="4933438"/>
                </a:lnTo>
                <a:lnTo>
                  <a:pt x="28637" y="4962013"/>
                </a:lnTo>
                <a:close/>
              </a:path>
              <a:path w="14687550" h="7551420">
                <a:moveTo>
                  <a:pt x="28637" y="4904863"/>
                </a:moveTo>
                <a:lnTo>
                  <a:pt x="0" y="4904863"/>
                </a:lnTo>
                <a:lnTo>
                  <a:pt x="0" y="4876288"/>
                </a:lnTo>
                <a:lnTo>
                  <a:pt x="28637" y="4876288"/>
                </a:lnTo>
                <a:lnTo>
                  <a:pt x="28637" y="4904863"/>
                </a:lnTo>
                <a:close/>
              </a:path>
              <a:path w="14687550" h="7551420">
                <a:moveTo>
                  <a:pt x="28637" y="4847713"/>
                </a:moveTo>
                <a:lnTo>
                  <a:pt x="0" y="4847713"/>
                </a:lnTo>
                <a:lnTo>
                  <a:pt x="0" y="4819138"/>
                </a:lnTo>
                <a:lnTo>
                  <a:pt x="28637" y="4819138"/>
                </a:lnTo>
                <a:lnTo>
                  <a:pt x="28637" y="4847713"/>
                </a:lnTo>
                <a:close/>
              </a:path>
              <a:path w="14687550" h="7551420">
                <a:moveTo>
                  <a:pt x="28637" y="4790563"/>
                </a:moveTo>
                <a:lnTo>
                  <a:pt x="0" y="4790563"/>
                </a:lnTo>
                <a:lnTo>
                  <a:pt x="0" y="4761988"/>
                </a:lnTo>
                <a:lnTo>
                  <a:pt x="28637" y="4761988"/>
                </a:lnTo>
                <a:lnTo>
                  <a:pt x="28637" y="4790563"/>
                </a:lnTo>
                <a:close/>
              </a:path>
              <a:path w="14687550" h="7551420">
                <a:moveTo>
                  <a:pt x="28637" y="4733413"/>
                </a:moveTo>
                <a:lnTo>
                  <a:pt x="0" y="4733413"/>
                </a:lnTo>
                <a:lnTo>
                  <a:pt x="0" y="4704838"/>
                </a:lnTo>
                <a:lnTo>
                  <a:pt x="28637" y="4704838"/>
                </a:lnTo>
                <a:lnTo>
                  <a:pt x="28637" y="4733413"/>
                </a:lnTo>
                <a:close/>
              </a:path>
              <a:path w="14687550" h="7551420">
                <a:moveTo>
                  <a:pt x="28637" y="4676263"/>
                </a:moveTo>
                <a:lnTo>
                  <a:pt x="0" y="4676263"/>
                </a:lnTo>
                <a:lnTo>
                  <a:pt x="0" y="4647688"/>
                </a:lnTo>
                <a:lnTo>
                  <a:pt x="28637" y="4647688"/>
                </a:lnTo>
                <a:lnTo>
                  <a:pt x="28637" y="4676263"/>
                </a:lnTo>
                <a:close/>
              </a:path>
              <a:path w="14687550" h="7551420">
                <a:moveTo>
                  <a:pt x="28637" y="4619113"/>
                </a:moveTo>
                <a:lnTo>
                  <a:pt x="0" y="4619113"/>
                </a:lnTo>
                <a:lnTo>
                  <a:pt x="0" y="4590538"/>
                </a:lnTo>
                <a:lnTo>
                  <a:pt x="28637" y="4590538"/>
                </a:lnTo>
                <a:lnTo>
                  <a:pt x="28637" y="4619113"/>
                </a:lnTo>
                <a:close/>
              </a:path>
              <a:path w="14687550" h="7551420">
                <a:moveTo>
                  <a:pt x="28637" y="4561963"/>
                </a:moveTo>
                <a:lnTo>
                  <a:pt x="0" y="4561963"/>
                </a:lnTo>
                <a:lnTo>
                  <a:pt x="0" y="4533388"/>
                </a:lnTo>
                <a:lnTo>
                  <a:pt x="28637" y="4533388"/>
                </a:lnTo>
                <a:lnTo>
                  <a:pt x="28637" y="4561963"/>
                </a:lnTo>
                <a:close/>
              </a:path>
              <a:path w="14687550" h="7551420">
                <a:moveTo>
                  <a:pt x="28637" y="4504813"/>
                </a:moveTo>
                <a:lnTo>
                  <a:pt x="0" y="4504813"/>
                </a:lnTo>
                <a:lnTo>
                  <a:pt x="0" y="4476238"/>
                </a:lnTo>
                <a:lnTo>
                  <a:pt x="28637" y="4476238"/>
                </a:lnTo>
                <a:lnTo>
                  <a:pt x="28637" y="4504813"/>
                </a:lnTo>
                <a:close/>
              </a:path>
              <a:path w="14687550" h="7551420">
                <a:moveTo>
                  <a:pt x="28637" y="4447663"/>
                </a:moveTo>
                <a:lnTo>
                  <a:pt x="0" y="4447663"/>
                </a:lnTo>
                <a:lnTo>
                  <a:pt x="0" y="4419088"/>
                </a:lnTo>
                <a:lnTo>
                  <a:pt x="28637" y="4419088"/>
                </a:lnTo>
                <a:lnTo>
                  <a:pt x="28637" y="4447663"/>
                </a:lnTo>
                <a:close/>
              </a:path>
              <a:path w="14687550" h="7551420">
                <a:moveTo>
                  <a:pt x="28637" y="4390513"/>
                </a:moveTo>
                <a:lnTo>
                  <a:pt x="0" y="4390513"/>
                </a:lnTo>
                <a:lnTo>
                  <a:pt x="0" y="4361938"/>
                </a:lnTo>
                <a:lnTo>
                  <a:pt x="28637" y="4361938"/>
                </a:lnTo>
                <a:lnTo>
                  <a:pt x="28637" y="4390513"/>
                </a:lnTo>
                <a:close/>
              </a:path>
              <a:path w="14687550" h="7551420">
                <a:moveTo>
                  <a:pt x="28637" y="4333363"/>
                </a:moveTo>
                <a:lnTo>
                  <a:pt x="0" y="4333363"/>
                </a:lnTo>
                <a:lnTo>
                  <a:pt x="0" y="4304788"/>
                </a:lnTo>
                <a:lnTo>
                  <a:pt x="28637" y="4304788"/>
                </a:lnTo>
                <a:lnTo>
                  <a:pt x="28637" y="4333363"/>
                </a:lnTo>
                <a:close/>
              </a:path>
              <a:path w="14687550" h="7551420">
                <a:moveTo>
                  <a:pt x="28637" y="4276213"/>
                </a:moveTo>
                <a:lnTo>
                  <a:pt x="0" y="4276213"/>
                </a:lnTo>
                <a:lnTo>
                  <a:pt x="0" y="4247638"/>
                </a:lnTo>
                <a:lnTo>
                  <a:pt x="28637" y="4247638"/>
                </a:lnTo>
                <a:lnTo>
                  <a:pt x="28637" y="4276213"/>
                </a:lnTo>
                <a:close/>
              </a:path>
              <a:path w="14687550" h="7551420">
                <a:moveTo>
                  <a:pt x="28637" y="4219063"/>
                </a:moveTo>
                <a:lnTo>
                  <a:pt x="0" y="4219063"/>
                </a:lnTo>
                <a:lnTo>
                  <a:pt x="0" y="4190488"/>
                </a:lnTo>
                <a:lnTo>
                  <a:pt x="28637" y="4190488"/>
                </a:lnTo>
                <a:lnTo>
                  <a:pt x="28637" y="4219063"/>
                </a:lnTo>
                <a:close/>
              </a:path>
              <a:path w="14687550" h="7551420">
                <a:moveTo>
                  <a:pt x="28637" y="4161913"/>
                </a:moveTo>
                <a:lnTo>
                  <a:pt x="0" y="4161913"/>
                </a:lnTo>
                <a:lnTo>
                  <a:pt x="0" y="4133338"/>
                </a:lnTo>
                <a:lnTo>
                  <a:pt x="28637" y="4133338"/>
                </a:lnTo>
                <a:lnTo>
                  <a:pt x="28637" y="4161913"/>
                </a:lnTo>
                <a:close/>
              </a:path>
              <a:path w="14687550" h="7551420">
                <a:moveTo>
                  <a:pt x="28637" y="4104763"/>
                </a:moveTo>
                <a:lnTo>
                  <a:pt x="0" y="4104763"/>
                </a:lnTo>
                <a:lnTo>
                  <a:pt x="0" y="4076188"/>
                </a:lnTo>
                <a:lnTo>
                  <a:pt x="28637" y="4076188"/>
                </a:lnTo>
                <a:lnTo>
                  <a:pt x="28637" y="4104763"/>
                </a:lnTo>
                <a:close/>
              </a:path>
              <a:path w="14687550" h="7551420">
                <a:moveTo>
                  <a:pt x="28637" y="4047613"/>
                </a:moveTo>
                <a:lnTo>
                  <a:pt x="0" y="4047613"/>
                </a:lnTo>
                <a:lnTo>
                  <a:pt x="0" y="4019038"/>
                </a:lnTo>
                <a:lnTo>
                  <a:pt x="28637" y="4019038"/>
                </a:lnTo>
                <a:lnTo>
                  <a:pt x="28637" y="4047613"/>
                </a:lnTo>
                <a:close/>
              </a:path>
              <a:path w="14687550" h="7551420">
                <a:moveTo>
                  <a:pt x="28637" y="3990463"/>
                </a:moveTo>
                <a:lnTo>
                  <a:pt x="0" y="3990463"/>
                </a:lnTo>
                <a:lnTo>
                  <a:pt x="0" y="3961888"/>
                </a:lnTo>
                <a:lnTo>
                  <a:pt x="28637" y="3961888"/>
                </a:lnTo>
                <a:lnTo>
                  <a:pt x="28637" y="3990463"/>
                </a:lnTo>
                <a:close/>
              </a:path>
              <a:path w="14687550" h="7551420">
                <a:moveTo>
                  <a:pt x="28637" y="3933313"/>
                </a:moveTo>
                <a:lnTo>
                  <a:pt x="0" y="3933313"/>
                </a:lnTo>
                <a:lnTo>
                  <a:pt x="0" y="3904738"/>
                </a:lnTo>
                <a:lnTo>
                  <a:pt x="28637" y="3904738"/>
                </a:lnTo>
                <a:lnTo>
                  <a:pt x="28637" y="3933313"/>
                </a:lnTo>
                <a:close/>
              </a:path>
              <a:path w="14687550" h="7551420">
                <a:moveTo>
                  <a:pt x="28637" y="3876163"/>
                </a:moveTo>
                <a:lnTo>
                  <a:pt x="0" y="3876163"/>
                </a:lnTo>
                <a:lnTo>
                  <a:pt x="0" y="3847588"/>
                </a:lnTo>
                <a:lnTo>
                  <a:pt x="28637" y="3847588"/>
                </a:lnTo>
                <a:lnTo>
                  <a:pt x="28637" y="3876163"/>
                </a:lnTo>
                <a:close/>
              </a:path>
              <a:path w="14687550" h="7551420">
                <a:moveTo>
                  <a:pt x="28637" y="3819013"/>
                </a:moveTo>
                <a:lnTo>
                  <a:pt x="0" y="3819013"/>
                </a:lnTo>
                <a:lnTo>
                  <a:pt x="0" y="3790438"/>
                </a:lnTo>
                <a:lnTo>
                  <a:pt x="28637" y="3790438"/>
                </a:lnTo>
                <a:lnTo>
                  <a:pt x="28637" y="3819013"/>
                </a:lnTo>
                <a:close/>
              </a:path>
              <a:path w="14687550" h="7551420">
                <a:moveTo>
                  <a:pt x="28637" y="3761863"/>
                </a:moveTo>
                <a:lnTo>
                  <a:pt x="0" y="3761863"/>
                </a:lnTo>
                <a:lnTo>
                  <a:pt x="0" y="3733288"/>
                </a:lnTo>
                <a:lnTo>
                  <a:pt x="28637" y="3733288"/>
                </a:lnTo>
                <a:lnTo>
                  <a:pt x="28637" y="3761863"/>
                </a:lnTo>
                <a:close/>
              </a:path>
              <a:path w="14687550" h="7551420">
                <a:moveTo>
                  <a:pt x="28637" y="3704713"/>
                </a:moveTo>
                <a:lnTo>
                  <a:pt x="0" y="3704713"/>
                </a:lnTo>
                <a:lnTo>
                  <a:pt x="0" y="3676138"/>
                </a:lnTo>
                <a:lnTo>
                  <a:pt x="28637" y="3676138"/>
                </a:lnTo>
                <a:lnTo>
                  <a:pt x="28637" y="3704713"/>
                </a:lnTo>
                <a:close/>
              </a:path>
              <a:path w="14687550" h="7551420">
                <a:moveTo>
                  <a:pt x="28637" y="3647564"/>
                </a:moveTo>
                <a:lnTo>
                  <a:pt x="0" y="3647564"/>
                </a:lnTo>
                <a:lnTo>
                  <a:pt x="0" y="3618988"/>
                </a:lnTo>
                <a:lnTo>
                  <a:pt x="28637" y="3618988"/>
                </a:lnTo>
                <a:lnTo>
                  <a:pt x="28637" y="3647564"/>
                </a:lnTo>
                <a:close/>
              </a:path>
              <a:path w="14687550" h="7551420">
                <a:moveTo>
                  <a:pt x="28637" y="3590413"/>
                </a:moveTo>
                <a:lnTo>
                  <a:pt x="0" y="3590413"/>
                </a:lnTo>
                <a:lnTo>
                  <a:pt x="0" y="3561838"/>
                </a:lnTo>
                <a:lnTo>
                  <a:pt x="28637" y="3561838"/>
                </a:lnTo>
                <a:lnTo>
                  <a:pt x="28637" y="3590413"/>
                </a:lnTo>
                <a:close/>
              </a:path>
              <a:path w="14687550" h="7551420">
                <a:moveTo>
                  <a:pt x="28637" y="3533264"/>
                </a:moveTo>
                <a:lnTo>
                  <a:pt x="0" y="3533264"/>
                </a:lnTo>
                <a:lnTo>
                  <a:pt x="0" y="3504688"/>
                </a:lnTo>
                <a:lnTo>
                  <a:pt x="28637" y="3504688"/>
                </a:lnTo>
                <a:lnTo>
                  <a:pt x="28637" y="3533264"/>
                </a:lnTo>
                <a:close/>
              </a:path>
              <a:path w="14687550" h="7551420">
                <a:moveTo>
                  <a:pt x="28637" y="3476113"/>
                </a:moveTo>
                <a:lnTo>
                  <a:pt x="0" y="3476113"/>
                </a:lnTo>
                <a:lnTo>
                  <a:pt x="0" y="3447539"/>
                </a:lnTo>
                <a:lnTo>
                  <a:pt x="28637" y="3447539"/>
                </a:lnTo>
                <a:lnTo>
                  <a:pt x="28637" y="3476113"/>
                </a:lnTo>
                <a:close/>
              </a:path>
              <a:path w="14687550" h="7551420">
                <a:moveTo>
                  <a:pt x="28637" y="3418964"/>
                </a:moveTo>
                <a:lnTo>
                  <a:pt x="0" y="3418964"/>
                </a:lnTo>
                <a:lnTo>
                  <a:pt x="0" y="3390388"/>
                </a:lnTo>
                <a:lnTo>
                  <a:pt x="28637" y="3390388"/>
                </a:lnTo>
                <a:lnTo>
                  <a:pt x="28637" y="3418964"/>
                </a:lnTo>
                <a:close/>
              </a:path>
              <a:path w="14687550" h="7551420">
                <a:moveTo>
                  <a:pt x="28637" y="3361813"/>
                </a:moveTo>
                <a:lnTo>
                  <a:pt x="0" y="3361813"/>
                </a:lnTo>
                <a:lnTo>
                  <a:pt x="0" y="3333239"/>
                </a:lnTo>
                <a:lnTo>
                  <a:pt x="28637" y="3333239"/>
                </a:lnTo>
                <a:lnTo>
                  <a:pt x="28637" y="3361813"/>
                </a:lnTo>
                <a:close/>
              </a:path>
              <a:path w="14687550" h="7551420">
                <a:moveTo>
                  <a:pt x="28637" y="3304664"/>
                </a:moveTo>
                <a:lnTo>
                  <a:pt x="0" y="3304664"/>
                </a:lnTo>
                <a:lnTo>
                  <a:pt x="0" y="3276088"/>
                </a:lnTo>
                <a:lnTo>
                  <a:pt x="28637" y="3276088"/>
                </a:lnTo>
                <a:lnTo>
                  <a:pt x="28637" y="3304664"/>
                </a:lnTo>
                <a:close/>
              </a:path>
              <a:path w="14687550" h="7551420">
                <a:moveTo>
                  <a:pt x="28637" y="3247513"/>
                </a:moveTo>
                <a:lnTo>
                  <a:pt x="0" y="3247513"/>
                </a:lnTo>
                <a:lnTo>
                  <a:pt x="0" y="3218939"/>
                </a:lnTo>
                <a:lnTo>
                  <a:pt x="28637" y="3218939"/>
                </a:lnTo>
                <a:lnTo>
                  <a:pt x="28637" y="3247513"/>
                </a:lnTo>
                <a:close/>
              </a:path>
              <a:path w="14687550" h="7551420">
                <a:moveTo>
                  <a:pt x="28637" y="3190364"/>
                </a:moveTo>
                <a:lnTo>
                  <a:pt x="0" y="3190364"/>
                </a:lnTo>
                <a:lnTo>
                  <a:pt x="0" y="3161788"/>
                </a:lnTo>
                <a:lnTo>
                  <a:pt x="28637" y="3161788"/>
                </a:lnTo>
                <a:lnTo>
                  <a:pt x="28637" y="3190364"/>
                </a:lnTo>
                <a:close/>
              </a:path>
              <a:path w="14687550" h="7551420">
                <a:moveTo>
                  <a:pt x="28637" y="3133214"/>
                </a:moveTo>
                <a:lnTo>
                  <a:pt x="0" y="3133214"/>
                </a:lnTo>
                <a:lnTo>
                  <a:pt x="0" y="3104639"/>
                </a:lnTo>
                <a:lnTo>
                  <a:pt x="28637" y="3104639"/>
                </a:lnTo>
                <a:lnTo>
                  <a:pt x="28637" y="3133214"/>
                </a:lnTo>
                <a:close/>
              </a:path>
              <a:path w="14687550" h="7551420">
                <a:moveTo>
                  <a:pt x="28637" y="3076063"/>
                </a:moveTo>
                <a:lnTo>
                  <a:pt x="0" y="3076063"/>
                </a:lnTo>
                <a:lnTo>
                  <a:pt x="0" y="3047488"/>
                </a:lnTo>
                <a:lnTo>
                  <a:pt x="28637" y="3047488"/>
                </a:lnTo>
                <a:lnTo>
                  <a:pt x="28637" y="3076063"/>
                </a:lnTo>
                <a:close/>
              </a:path>
              <a:path w="14687550" h="7551420">
                <a:moveTo>
                  <a:pt x="28637" y="3018914"/>
                </a:moveTo>
                <a:lnTo>
                  <a:pt x="0" y="3018914"/>
                </a:lnTo>
                <a:lnTo>
                  <a:pt x="0" y="2990339"/>
                </a:lnTo>
                <a:lnTo>
                  <a:pt x="28637" y="2990339"/>
                </a:lnTo>
                <a:lnTo>
                  <a:pt x="28637" y="3018914"/>
                </a:lnTo>
                <a:close/>
              </a:path>
              <a:path w="14687550" h="7551420">
                <a:moveTo>
                  <a:pt x="28637" y="2961763"/>
                </a:moveTo>
                <a:lnTo>
                  <a:pt x="0" y="2961763"/>
                </a:lnTo>
                <a:lnTo>
                  <a:pt x="0" y="2933188"/>
                </a:lnTo>
                <a:lnTo>
                  <a:pt x="28637" y="2933188"/>
                </a:lnTo>
                <a:lnTo>
                  <a:pt x="28637" y="2961763"/>
                </a:lnTo>
                <a:close/>
              </a:path>
              <a:path w="14687550" h="7551420">
                <a:moveTo>
                  <a:pt x="28637" y="2904614"/>
                </a:moveTo>
                <a:lnTo>
                  <a:pt x="0" y="2904614"/>
                </a:lnTo>
                <a:lnTo>
                  <a:pt x="0" y="2876039"/>
                </a:lnTo>
                <a:lnTo>
                  <a:pt x="28637" y="2876039"/>
                </a:lnTo>
                <a:lnTo>
                  <a:pt x="28637" y="2904614"/>
                </a:lnTo>
                <a:close/>
              </a:path>
              <a:path w="14687550" h="7551420">
                <a:moveTo>
                  <a:pt x="28637" y="2847463"/>
                </a:moveTo>
                <a:lnTo>
                  <a:pt x="0" y="2847463"/>
                </a:lnTo>
                <a:lnTo>
                  <a:pt x="0" y="2818889"/>
                </a:lnTo>
                <a:lnTo>
                  <a:pt x="28637" y="2818889"/>
                </a:lnTo>
                <a:lnTo>
                  <a:pt x="28637" y="2847463"/>
                </a:lnTo>
                <a:close/>
              </a:path>
              <a:path w="14687550" h="7551420">
                <a:moveTo>
                  <a:pt x="28637" y="2790314"/>
                </a:moveTo>
                <a:lnTo>
                  <a:pt x="0" y="2790314"/>
                </a:lnTo>
                <a:lnTo>
                  <a:pt x="0" y="2761739"/>
                </a:lnTo>
                <a:lnTo>
                  <a:pt x="28637" y="2761739"/>
                </a:lnTo>
                <a:lnTo>
                  <a:pt x="28637" y="2790314"/>
                </a:lnTo>
                <a:close/>
              </a:path>
              <a:path w="14687550" h="7551420">
                <a:moveTo>
                  <a:pt x="28637" y="2733163"/>
                </a:moveTo>
                <a:lnTo>
                  <a:pt x="0" y="2733163"/>
                </a:lnTo>
                <a:lnTo>
                  <a:pt x="0" y="2704589"/>
                </a:lnTo>
                <a:lnTo>
                  <a:pt x="28637" y="2704589"/>
                </a:lnTo>
                <a:lnTo>
                  <a:pt x="28637" y="2733163"/>
                </a:lnTo>
                <a:close/>
              </a:path>
              <a:path w="14687550" h="7551420">
                <a:moveTo>
                  <a:pt x="28637" y="2676014"/>
                </a:moveTo>
                <a:lnTo>
                  <a:pt x="0" y="2676014"/>
                </a:lnTo>
                <a:lnTo>
                  <a:pt x="0" y="2647439"/>
                </a:lnTo>
                <a:lnTo>
                  <a:pt x="28637" y="2647439"/>
                </a:lnTo>
                <a:lnTo>
                  <a:pt x="28637" y="2676014"/>
                </a:lnTo>
                <a:close/>
              </a:path>
              <a:path w="14687550" h="7551420">
                <a:moveTo>
                  <a:pt x="28637" y="2618863"/>
                </a:moveTo>
                <a:lnTo>
                  <a:pt x="0" y="2618863"/>
                </a:lnTo>
                <a:lnTo>
                  <a:pt x="0" y="2590289"/>
                </a:lnTo>
                <a:lnTo>
                  <a:pt x="28637" y="2590289"/>
                </a:lnTo>
                <a:lnTo>
                  <a:pt x="28637" y="2618863"/>
                </a:lnTo>
                <a:close/>
              </a:path>
              <a:path w="14687550" h="7551420">
                <a:moveTo>
                  <a:pt x="28637" y="2561714"/>
                </a:moveTo>
                <a:lnTo>
                  <a:pt x="0" y="2561714"/>
                </a:lnTo>
                <a:lnTo>
                  <a:pt x="0" y="2533139"/>
                </a:lnTo>
                <a:lnTo>
                  <a:pt x="28637" y="2533139"/>
                </a:lnTo>
                <a:lnTo>
                  <a:pt x="28637" y="2561714"/>
                </a:lnTo>
                <a:close/>
              </a:path>
              <a:path w="14687550" h="7551420">
                <a:moveTo>
                  <a:pt x="28637" y="2504564"/>
                </a:moveTo>
                <a:lnTo>
                  <a:pt x="0" y="2504564"/>
                </a:lnTo>
                <a:lnTo>
                  <a:pt x="0" y="2475989"/>
                </a:lnTo>
                <a:lnTo>
                  <a:pt x="28637" y="2475989"/>
                </a:lnTo>
                <a:lnTo>
                  <a:pt x="28637" y="2504564"/>
                </a:lnTo>
                <a:close/>
              </a:path>
              <a:path w="14687550" h="7551420">
                <a:moveTo>
                  <a:pt x="28637" y="2447414"/>
                </a:moveTo>
                <a:lnTo>
                  <a:pt x="0" y="2447414"/>
                </a:lnTo>
                <a:lnTo>
                  <a:pt x="0" y="2418839"/>
                </a:lnTo>
                <a:lnTo>
                  <a:pt x="28637" y="2418839"/>
                </a:lnTo>
                <a:lnTo>
                  <a:pt x="28637" y="2447414"/>
                </a:lnTo>
                <a:close/>
              </a:path>
              <a:path w="14687550" h="7551420">
                <a:moveTo>
                  <a:pt x="28637" y="2390264"/>
                </a:moveTo>
                <a:lnTo>
                  <a:pt x="0" y="2390264"/>
                </a:lnTo>
                <a:lnTo>
                  <a:pt x="0" y="2361689"/>
                </a:lnTo>
                <a:lnTo>
                  <a:pt x="28637" y="2361689"/>
                </a:lnTo>
                <a:lnTo>
                  <a:pt x="28637" y="2390264"/>
                </a:lnTo>
                <a:close/>
              </a:path>
              <a:path w="14687550" h="7551420">
                <a:moveTo>
                  <a:pt x="28637" y="2333114"/>
                </a:moveTo>
                <a:lnTo>
                  <a:pt x="0" y="2333114"/>
                </a:lnTo>
                <a:lnTo>
                  <a:pt x="0" y="2304539"/>
                </a:lnTo>
                <a:lnTo>
                  <a:pt x="28637" y="2304539"/>
                </a:lnTo>
                <a:lnTo>
                  <a:pt x="28637" y="2333114"/>
                </a:lnTo>
                <a:close/>
              </a:path>
              <a:path w="14687550" h="7551420">
                <a:moveTo>
                  <a:pt x="28637" y="2275964"/>
                </a:moveTo>
                <a:lnTo>
                  <a:pt x="0" y="2275964"/>
                </a:lnTo>
                <a:lnTo>
                  <a:pt x="0" y="2247389"/>
                </a:lnTo>
                <a:lnTo>
                  <a:pt x="28637" y="2247389"/>
                </a:lnTo>
                <a:lnTo>
                  <a:pt x="28637" y="2275964"/>
                </a:lnTo>
                <a:close/>
              </a:path>
              <a:path w="14687550" h="7551420">
                <a:moveTo>
                  <a:pt x="28637" y="2218814"/>
                </a:moveTo>
                <a:lnTo>
                  <a:pt x="0" y="2218814"/>
                </a:lnTo>
                <a:lnTo>
                  <a:pt x="0" y="2190239"/>
                </a:lnTo>
                <a:lnTo>
                  <a:pt x="28637" y="2190239"/>
                </a:lnTo>
                <a:lnTo>
                  <a:pt x="28637" y="2218814"/>
                </a:lnTo>
                <a:close/>
              </a:path>
              <a:path w="14687550" h="7551420">
                <a:moveTo>
                  <a:pt x="28637" y="2161664"/>
                </a:moveTo>
                <a:lnTo>
                  <a:pt x="0" y="2161664"/>
                </a:lnTo>
                <a:lnTo>
                  <a:pt x="0" y="2133089"/>
                </a:lnTo>
                <a:lnTo>
                  <a:pt x="28637" y="2133089"/>
                </a:lnTo>
                <a:lnTo>
                  <a:pt x="28637" y="2161664"/>
                </a:lnTo>
                <a:close/>
              </a:path>
              <a:path w="14687550" h="7551420">
                <a:moveTo>
                  <a:pt x="28637" y="2104514"/>
                </a:moveTo>
                <a:lnTo>
                  <a:pt x="0" y="2104514"/>
                </a:lnTo>
                <a:lnTo>
                  <a:pt x="0" y="2075939"/>
                </a:lnTo>
                <a:lnTo>
                  <a:pt x="28637" y="2075939"/>
                </a:lnTo>
                <a:lnTo>
                  <a:pt x="28637" y="2104514"/>
                </a:lnTo>
                <a:close/>
              </a:path>
              <a:path w="14687550" h="7551420">
                <a:moveTo>
                  <a:pt x="28637" y="2047364"/>
                </a:moveTo>
                <a:lnTo>
                  <a:pt x="0" y="2047364"/>
                </a:lnTo>
                <a:lnTo>
                  <a:pt x="0" y="2018789"/>
                </a:lnTo>
                <a:lnTo>
                  <a:pt x="28637" y="2018789"/>
                </a:lnTo>
                <a:lnTo>
                  <a:pt x="28637" y="2047364"/>
                </a:lnTo>
                <a:close/>
              </a:path>
              <a:path w="14687550" h="7551420">
                <a:moveTo>
                  <a:pt x="28637" y="1990214"/>
                </a:moveTo>
                <a:lnTo>
                  <a:pt x="0" y="1990214"/>
                </a:lnTo>
                <a:lnTo>
                  <a:pt x="0" y="1961639"/>
                </a:lnTo>
                <a:lnTo>
                  <a:pt x="28637" y="1961639"/>
                </a:lnTo>
                <a:lnTo>
                  <a:pt x="28637" y="1990214"/>
                </a:lnTo>
                <a:close/>
              </a:path>
              <a:path w="14687550" h="7551420">
                <a:moveTo>
                  <a:pt x="28637" y="1933064"/>
                </a:moveTo>
                <a:lnTo>
                  <a:pt x="0" y="1933064"/>
                </a:lnTo>
                <a:lnTo>
                  <a:pt x="0" y="1904489"/>
                </a:lnTo>
                <a:lnTo>
                  <a:pt x="28637" y="1904489"/>
                </a:lnTo>
                <a:lnTo>
                  <a:pt x="28637" y="1933064"/>
                </a:lnTo>
                <a:close/>
              </a:path>
              <a:path w="14687550" h="7551420">
                <a:moveTo>
                  <a:pt x="28637" y="1875914"/>
                </a:moveTo>
                <a:lnTo>
                  <a:pt x="0" y="1875914"/>
                </a:lnTo>
                <a:lnTo>
                  <a:pt x="0" y="1847339"/>
                </a:lnTo>
                <a:lnTo>
                  <a:pt x="28637" y="1847339"/>
                </a:lnTo>
                <a:lnTo>
                  <a:pt x="28637" y="1875914"/>
                </a:lnTo>
                <a:close/>
              </a:path>
              <a:path w="14687550" h="7551420">
                <a:moveTo>
                  <a:pt x="28637" y="1818764"/>
                </a:moveTo>
                <a:lnTo>
                  <a:pt x="0" y="1818764"/>
                </a:lnTo>
                <a:lnTo>
                  <a:pt x="0" y="1790189"/>
                </a:lnTo>
                <a:lnTo>
                  <a:pt x="28637" y="1790189"/>
                </a:lnTo>
                <a:lnTo>
                  <a:pt x="28637" y="1818764"/>
                </a:lnTo>
                <a:close/>
              </a:path>
              <a:path w="14687550" h="7551420">
                <a:moveTo>
                  <a:pt x="28637" y="1761614"/>
                </a:moveTo>
                <a:lnTo>
                  <a:pt x="0" y="1761614"/>
                </a:lnTo>
                <a:lnTo>
                  <a:pt x="0" y="1733039"/>
                </a:lnTo>
                <a:lnTo>
                  <a:pt x="28637" y="1733039"/>
                </a:lnTo>
                <a:lnTo>
                  <a:pt x="28637" y="1761614"/>
                </a:lnTo>
                <a:close/>
              </a:path>
              <a:path w="14687550" h="7551420">
                <a:moveTo>
                  <a:pt x="28637" y="1704464"/>
                </a:moveTo>
                <a:lnTo>
                  <a:pt x="0" y="1704464"/>
                </a:lnTo>
                <a:lnTo>
                  <a:pt x="0" y="1675889"/>
                </a:lnTo>
                <a:lnTo>
                  <a:pt x="28637" y="1675889"/>
                </a:lnTo>
                <a:lnTo>
                  <a:pt x="28637" y="1704464"/>
                </a:lnTo>
                <a:close/>
              </a:path>
              <a:path w="14687550" h="7551420">
                <a:moveTo>
                  <a:pt x="28637" y="1647314"/>
                </a:moveTo>
                <a:lnTo>
                  <a:pt x="0" y="1647314"/>
                </a:lnTo>
                <a:lnTo>
                  <a:pt x="0" y="1618739"/>
                </a:lnTo>
                <a:lnTo>
                  <a:pt x="28637" y="1618739"/>
                </a:lnTo>
                <a:lnTo>
                  <a:pt x="28637" y="1647314"/>
                </a:lnTo>
                <a:close/>
              </a:path>
              <a:path w="14687550" h="7551420">
                <a:moveTo>
                  <a:pt x="28637" y="1590164"/>
                </a:moveTo>
                <a:lnTo>
                  <a:pt x="0" y="1590164"/>
                </a:lnTo>
                <a:lnTo>
                  <a:pt x="0" y="1561589"/>
                </a:lnTo>
                <a:lnTo>
                  <a:pt x="28637" y="1561589"/>
                </a:lnTo>
                <a:lnTo>
                  <a:pt x="28637" y="1590164"/>
                </a:lnTo>
                <a:close/>
              </a:path>
              <a:path w="14687550" h="7551420">
                <a:moveTo>
                  <a:pt x="28637" y="1533014"/>
                </a:moveTo>
                <a:lnTo>
                  <a:pt x="0" y="1533014"/>
                </a:lnTo>
                <a:lnTo>
                  <a:pt x="0" y="1504439"/>
                </a:lnTo>
                <a:lnTo>
                  <a:pt x="28637" y="1504439"/>
                </a:lnTo>
                <a:lnTo>
                  <a:pt x="28637" y="1533014"/>
                </a:lnTo>
                <a:close/>
              </a:path>
              <a:path w="14687550" h="7551420">
                <a:moveTo>
                  <a:pt x="28637" y="1475864"/>
                </a:moveTo>
                <a:lnTo>
                  <a:pt x="0" y="1475864"/>
                </a:lnTo>
                <a:lnTo>
                  <a:pt x="0" y="1447289"/>
                </a:lnTo>
                <a:lnTo>
                  <a:pt x="28637" y="1447289"/>
                </a:lnTo>
                <a:lnTo>
                  <a:pt x="28637" y="1475864"/>
                </a:lnTo>
                <a:close/>
              </a:path>
              <a:path w="14687550" h="7551420">
                <a:moveTo>
                  <a:pt x="28637" y="1418714"/>
                </a:moveTo>
                <a:lnTo>
                  <a:pt x="0" y="1418714"/>
                </a:lnTo>
                <a:lnTo>
                  <a:pt x="0" y="1390139"/>
                </a:lnTo>
                <a:lnTo>
                  <a:pt x="28637" y="1390139"/>
                </a:lnTo>
                <a:lnTo>
                  <a:pt x="28637" y="1418714"/>
                </a:lnTo>
                <a:close/>
              </a:path>
              <a:path w="14687550" h="7551420">
                <a:moveTo>
                  <a:pt x="28637" y="1361564"/>
                </a:moveTo>
                <a:lnTo>
                  <a:pt x="0" y="1361564"/>
                </a:lnTo>
                <a:lnTo>
                  <a:pt x="0" y="1332989"/>
                </a:lnTo>
                <a:lnTo>
                  <a:pt x="28637" y="1332989"/>
                </a:lnTo>
                <a:lnTo>
                  <a:pt x="28637" y="1361564"/>
                </a:lnTo>
                <a:close/>
              </a:path>
              <a:path w="14687550" h="7551420">
                <a:moveTo>
                  <a:pt x="28637" y="1304414"/>
                </a:moveTo>
                <a:lnTo>
                  <a:pt x="0" y="1304414"/>
                </a:lnTo>
                <a:lnTo>
                  <a:pt x="0" y="1275839"/>
                </a:lnTo>
                <a:lnTo>
                  <a:pt x="28637" y="1275839"/>
                </a:lnTo>
                <a:lnTo>
                  <a:pt x="28637" y="1304414"/>
                </a:lnTo>
                <a:close/>
              </a:path>
              <a:path w="14687550" h="7551420">
                <a:moveTo>
                  <a:pt x="28637" y="1247264"/>
                </a:moveTo>
                <a:lnTo>
                  <a:pt x="0" y="1247264"/>
                </a:lnTo>
                <a:lnTo>
                  <a:pt x="0" y="1218690"/>
                </a:lnTo>
                <a:lnTo>
                  <a:pt x="28637" y="1218690"/>
                </a:lnTo>
                <a:lnTo>
                  <a:pt x="28637" y="1247264"/>
                </a:lnTo>
                <a:close/>
              </a:path>
              <a:path w="14687550" h="7551420">
                <a:moveTo>
                  <a:pt x="28637" y="1190114"/>
                </a:moveTo>
                <a:lnTo>
                  <a:pt x="0" y="1190114"/>
                </a:lnTo>
                <a:lnTo>
                  <a:pt x="0" y="1161539"/>
                </a:lnTo>
                <a:lnTo>
                  <a:pt x="28637" y="1161539"/>
                </a:lnTo>
                <a:lnTo>
                  <a:pt x="28637" y="1190114"/>
                </a:lnTo>
                <a:close/>
              </a:path>
              <a:path w="14687550" h="7551420">
                <a:moveTo>
                  <a:pt x="28637" y="1132965"/>
                </a:moveTo>
                <a:lnTo>
                  <a:pt x="0" y="1132965"/>
                </a:lnTo>
                <a:lnTo>
                  <a:pt x="0" y="1104390"/>
                </a:lnTo>
                <a:lnTo>
                  <a:pt x="28637" y="1104390"/>
                </a:lnTo>
                <a:lnTo>
                  <a:pt x="28637" y="1132965"/>
                </a:lnTo>
                <a:close/>
              </a:path>
              <a:path w="14687550" h="7551420">
                <a:moveTo>
                  <a:pt x="28637" y="1075814"/>
                </a:moveTo>
                <a:lnTo>
                  <a:pt x="0" y="1075814"/>
                </a:lnTo>
                <a:lnTo>
                  <a:pt x="0" y="1047240"/>
                </a:lnTo>
                <a:lnTo>
                  <a:pt x="28637" y="1047240"/>
                </a:lnTo>
                <a:lnTo>
                  <a:pt x="28637" y="1075814"/>
                </a:lnTo>
                <a:close/>
              </a:path>
              <a:path w="14687550" h="7551420">
                <a:moveTo>
                  <a:pt x="28637" y="1018665"/>
                </a:moveTo>
                <a:lnTo>
                  <a:pt x="0" y="1018665"/>
                </a:lnTo>
                <a:lnTo>
                  <a:pt x="0" y="990090"/>
                </a:lnTo>
                <a:lnTo>
                  <a:pt x="28637" y="990090"/>
                </a:lnTo>
                <a:lnTo>
                  <a:pt x="28637" y="1018665"/>
                </a:lnTo>
                <a:close/>
              </a:path>
              <a:path w="14687550" h="7551420">
                <a:moveTo>
                  <a:pt x="28637" y="961514"/>
                </a:moveTo>
                <a:lnTo>
                  <a:pt x="0" y="961514"/>
                </a:lnTo>
                <a:lnTo>
                  <a:pt x="0" y="932940"/>
                </a:lnTo>
                <a:lnTo>
                  <a:pt x="28637" y="932940"/>
                </a:lnTo>
                <a:lnTo>
                  <a:pt x="28637" y="961514"/>
                </a:lnTo>
                <a:close/>
              </a:path>
              <a:path w="14687550" h="7551420">
                <a:moveTo>
                  <a:pt x="28637" y="904365"/>
                </a:moveTo>
                <a:lnTo>
                  <a:pt x="0" y="904365"/>
                </a:lnTo>
                <a:lnTo>
                  <a:pt x="0" y="875790"/>
                </a:lnTo>
                <a:lnTo>
                  <a:pt x="28637" y="875790"/>
                </a:lnTo>
                <a:lnTo>
                  <a:pt x="28637" y="904365"/>
                </a:lnTo>
                <a:close/>
              </a:path>
              <a:path w="14687550" h="7551420">
                <a:moveTo>
                  <a:pt x="28637" y="847214"/>
                </a:moveTo>
                <a:lnTo>
                  <a:pt x="0" y="847214"/>
                </a:lnTo>
                <a:lnTo>
                  <a:pt x="0" y="818640"/>
                </a:lnTo>
                <a:lnTo>
                  <a:pt x="28637" y="818640"/>
                </a:lnTo>
                <a:lnTo>
                  <a:pt x="28637" y="847214"/>
                </a:lnTo>
                <a:close/>
              </a:path>
              <a:path w="14687550" h="7551420">
                <a:moveTo>
                  <a:pt x="28637" y="790065"/>
                </a:moveTo>
                <a:lnTo>
                  <a:pt x="0" y="790065"/>
                </a:lnTo>
                <a:lnTo>
                  <a:pt x="0" y="761490"/>
                </a:lnTo>
                <a:lnTo>
                  <a:pt x="28637" y="761490"/>
                </a:lnTo>
                <a:lnTo>
                  <a:pt x="28637" y="790065"/>
                </a:lnTo>
                <a:close/>
              </a:path>
              <a:path w="14687550" h="7551420">
                <a:moveTo>
                  <a:pt x="28637" y="732915"/>
                </a:moveTo>
                <a:lnTo>
                  <a:pt x="0" y="732915"/>
                </a:lnTo>
                <a:lnTo>
                  <a:pt x="0" y="704340"/>
                </a:lnTo>
                <a:lnTo>
                  <a:pt x="28637" y="704340"/>
                </a:lnTo>
                <a:lnTo>
                  <a:pt x="28637" y="732915"/>
                </a:lnTo>
                <a:close/>
              </a:path>
              <a:path w="14687550" h="7551420">
                <a:moveTo>
                  <a:pt x="28637" y="675765"/>
                </a:moveTo>
                <a:lnTo>
                  <a:pt x="0" y="675765"/>
                </a:lnTo>
                <a:lnTo>
                  <a:pt x="0" y="647190"/>
                </a:lnTo>
                <a:lnTo>
                  <a:pt x="28637" y="647190"/>
                </a:lnTo>
                <a:lnTo>
                  <a:pt x="28637" y="675765"/>
                </a:lnTo>
                <a:close/>
              </a:path>
              <a:path w="14687550" h="7551420">
                <a:moveTo>
                  <a:pt x="28637" y="618615"/>
                </a:moveTo>
                <a:lnTo>
                  <a:pt x="0" y="618615"/>
                </a:lnTo>
                <a:lnTo>
                  <a:pt x="0" y="590040"/>
                </a:lnTo>
                <a:lnTo>
                  <a:pt x="28637" y="590040"/>
                </a:lnTo>
                <a:lnTo>
                  <a:pt x="28637" y="618615"/>
                </a:lnTo>
                <a:close/>
              </a:path>
              <a:path w="14687550" h="7551420">
                <a:moveTo>
                  <a:pt x="28637" y="561465"/>
                </a:moveTo>
                <a:lnTo>
                  <a:pt x="0" y="561465"/>
                </a:lnTo>
                <a:lnTo>
                  <a:pt x="0" y="532889"/>
                </a:lnTo>
                <a:lnTo>
                  <a:pt x="28637" y="532889"/>
                </a:lnTo>
                <a:lnTo>
                  <a:pt x="28637" y="561465"/>
                </a:lnTo>
                <a:close/>
              </a:path>
              <a:path w="14687550" h="7551420">
                <a:moveTo>
                  <a:pt x="28637" y="504315"/>
                </a:moveTo>
                <a:lnTo>
                  <a:pt x="0" y="504315"/>
                </a:lnTo>
                <a:lnTo>
                  <a:pt x="0" y="475740"/>
                </a:lnTo>
                <a:lnTo>
                  <a:pt x="28637" y="475740"/>
                </a:lnTo>
                <a:lnTo>
                  <a:pt x="28637" y="504315"/>
                </a:lnTo>
                <a:close/>
              </a:path>
              <a:path w="14687550" h="7551420">
                <a:moveTo>
                  <a:pt x="28637" y="447165"/>
                </a:moveTo>
                <a:lnTo>
                  <a:pt x="0" y="447165"/>
                </a:lnTo>
                <a:lnTo>
                  <a:pt x="0" y="418590"/>
                </a:lnTo>
                <a:lnTo>
                  <a:pt x="28637" y="418590"/>
                </a:lnTo>
                <a:lnTo>
                  <a:pt x="28637" y="447165"/>
                </a:lnTo>
                <a:close/>
              </a:path>
              <a:path w="14687550" h="7551420">
                <a:moveTo>
                  <a:pt x="28637" y="390015"/>
                </a:moveTo>
                <a:lnTo>
                  <a:pt x="0" y="390015"/>
                </a:lnTo>
                <a:lnTo>
                  <a:pt x="0" y="361440"/>
                </a:lnTo>
                <a:lnTo>
                  <a:pt x="28637" y="361440"/>
                </a:lnTo>
                <a:lnTo>
                  <a:pt x="28637" y="390015"/>
                </a:lnTo>
                <a:close/>
              </a:path>
              <a:path w="14687550" h="7551420">
                <a:moveTo>
                  <a:pt x="28637" y="332865"/>
                </a:moveTo>
                <a:lnTo>
                  <a:pt x="0" y="332865"/>
                </a:lnTo>
                <a:lnTo>
                  <a:pt x="0" y="304290"/>
                </a:lnTo>
                <a:lnTo>
                  <a:pt x="28637" y="304290"/>
                </a:lnTo>
                <a:lnTo>
                  <a:pt x="28637" y="332865"/>
                </a:lnTo>
                <a:close/>
              </a:path>
              <a:path w="14687550" h="7551420">
                <a:moveTo>
                  <a:pt x="28637" y="275715"/>
                </a:moveTo>
                <a:lnTo>
                  <a:pt x="0" y="275715"/>
                </a:lnTo>
                <a:lnTo>
                  <a:pt x="0" y="247140"/>
                </a:lnTo>
                <a:lnTo>
                  <a:pt x="28637" y="247140"/>
                </a:lnTo>
                <a:lnTo>
                  <a:pt x="28637" y="275715"/>
                </a:lnTo>
                <a:close/>
              </a:path>
              <a:path w="14687550" h="7551420">
                <a:moveTo>
                  <a:pt x="28637" y="218565"/>
                </a:moveTo>
                <a:lnTo>
                  <a:pt x="0" y="218565"/>
                </a:lnTo>
                <a:lnTo>
                  <a:pt x="0" y="189990"/>
                </a:lnTo>
                <a:lnTo>
                  <a:pt x="28637" y="189990"/>
                </a:lnTo>
                <a:lnTo>
                  <a:pt x="28637" y="218565"/>
                </a:lnTo>
                <a:close/>
              </a:path>
              <a:path w="14687550" h="7551420">
                <a:moveTo>
                  <a:pt x="28638" y="161405"/>
                </a:moveTo>
                <a:lnTo>
                  <a:pt x="52" y="161405"/>
                </a:lnTo>
                <a:lnTo>
                  <a:pt x="2949" y="132700"/>
                </a:lnTo>
                <a:lnTo>
                  <a:pt x="30832" y="137824"/>
                </a:lnTo>
                <a:lnTo>
                  <a:pt x="29395" y="145646"/>
                </a:lnTo>
                <a:lnTo>
                  <a:pt x="28664" y="153537"/>
                </a:lnTo>
                <a:lnTo>
                  <a:pt x="28638" y="161405"/>
                </a:lnTo>
                <a:close/>
              </a:path>
              <a:path w="14687550" h="7551420">
                <a:moveTo>
                  <a:pt x="37119" y="115123"/>
                </a:moveTo>
                <a:lnTo>
                  <a:pt x="10780" y="105250"/>
                </a:lnTo>
                <a:lnTo>
                  <a:pt x="12388" y="99957"/>
                </a:lnTo>
                <a:lnTo>
                  <a:pt x="23231" y="79647"/>
                </a:lnTo>
                <a:lnTo>
                  <a:pt x="47285" y="93909"/>
                </a:lnTo>
                <a:lnTo>
                  <a:pt x="43271" y="100680"/>
                </a:lnTo>
                <a:lnTo>
                  <a:pt x="39883" y="107751"/>
                </a:lnTo>
                <a:lnTo>
                  <a:pt x="37119" y="115123"/>
                </a:lnTo>
                <a:close/>
              </a:path>
              <a:path w="14687550" h="7551420">
                <a:moveTo>
                  <a:pt x="61114" y="74706"/>
                </a:moveTo>
                <a:lnTo>
                  <a:pt x="40053" y="56494"/>
                </a:lnTo>
                <a:lnTo>
                  <a:pt x="47488" y="47425"/>
                </a:lnTo>
                <a:lnTo>
                  <a:pt x="60823" y="36492"/>
                </a:lnTo>
                <a:lnTo>
                  <a:pt x="78271" y="58125"/>
                </a:lnTo>
                <a:lnTo>
                  <a:pt x="74578" y="61105"/>
                </a:lnTo>
                <a:lnTo>
                  <a:pt x="71052" y="64273"/>
                </a:lnTo>
                <a:lnTo>
                  <a:pt x="65414" y="69911"/>
                </a:lnTo>
                <a:lnTo>
                  <a:pt x="63221" y="72269"/>
                </a:lnTo>
                <a:lnTo>
                  <a:pt x="61114" y="74706"/>
                </a:lnTo>
                <a:close/>
              </a:path>
              <a:path w="14687550" h="7551420">
                <a:moveTo>
                  <a:pt x="97900" y="44983"/>
                </a:moveTo>
                <a:lnTo>
                  <a:pt x="84535" y="20592"/>
                </a:lnTo>
                <a:lnTo>
                  <a:pt x="100020" y="12325"/>
                </a:lnTo>
                <a:lnTo>
                  <a:pt x="110545" y="9127"/>
                </a:lnTo>
                <a:lnTo>
                  <a:pt x="119439" y="35544"/>
                </a:lnTo>
                <a:lnTo>
                  <a:pt x="111981" y="38055"/>
                </a:lnTo>
                <a:lnTo>
                  <a:pt x="104801" y="41201"/>
                </a:lnTo>
                <a:lnTo>
                  <a:pt x="97900" y="44983"/>
                </a:lnTo>
                <a:close/>
              </a:path>
              <a:path w="14687550" h="7551420">
                <a:moveTo>
                  <a:pt x="142366" y="30025"/>
                </a:moveTo>
                <a:lnTo>
                  <a:pt x="138249" y="2348"/>
                </a:lnTo>
                <a:lnTo>
                  <a:pt x="161985" y="0"/>
                </a:lnTo>
                <a:lnTo>
                  <a:pt x="190560" y="0"/>
                </a:lnTo>
                <a:lnTo>
                  <a:pt x="190560" y="28574"/>
                </a:lnTo>
                <a:lnTo>
                  <a:pt x="155407" y="28574"/>
                </a:lnTo>
                <a:lnTo>
                  <a:pt x="148867" y="29058"/>
                </a:lnTo>
                <a:lnTo>
                  <a:pt x="142366" y="30025"/>
                </a:lnTo>
                <a:close/>
              </a:path>
            </a:pathLst>
          </a:custGeom>
          <a:solidFill>
            <a:srgbClr val="3185F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209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Somen Pradhan</dc:creator>
  <cp:keywords>DAHCTQ2EU2g,BAEw1P5v4PU,0</cp:keywords>
  <dc:title>Avengers_Artemis_2026.pptx</dc:title>
  <dcterms:created xsi:type="dcterms:W3CDTF">2026-02-25T13:57:46Z</dcterms:created>
  <dcterms:modified xsi:type="dcterms:W3CDTF">2026-02-25T13:57:46Z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2026-02-25T00:00:00Z</vt:filetime>
  </property>
  <property fmtid="{D5CDD505-2E9C-101B-9397-08002B2CF9AE}" pid="5" name="Producer">
    <vt:lpwstr>Canva</vt:lpwstr>
  </property>
</Properties>
</file>